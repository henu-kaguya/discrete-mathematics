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presProps.xml" ContentType="application/vnd.openxmlformats-officedocument.presentationml.presProps+xml"/>
  <Override PartName="/ppt/media/image54.png" ContentType="image/png"/>
  <Override PartName="/ppt/media/image10.png" ContentType="image/png"/>
  <Override PartName="/ppt/media/image55.png" ContentType="image/png"/>
  <Override PartName="/ppt/theme/theme1.xml" ContentType="application/vnd.openxmlformats-officedocument.theme+xml"/>
  <Override PartName="/ppt/media/image11.png" ContentType="image/png"/>
  <Override PartName="/ppt/media/image56.png" ContentType="image/png"/>
  <Override PartName="/ppt/media/image12.png" ContentType="image/png"/>
  <Override PartName="/ppt/media/image57.png" ContentType="image/png"/>
  <Override PartName="/ppt/media/image13.png" ContentType="image/png"/>
  <Override PartName="/ppt/media/image58.png" ContentType="image/png"/>
  <Override PartName="/ppt/media/image14.png" ContentType="image/png"/>
  <Override PartName="/ppt/media/image59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20.png" ContentType="image/png"/>
  <Override PartName="/ppt/media/image65.png" ContentType="image/png"/>
  <Override PartName="/ppt/media/image21.png" ContentType="image/png"/>
  <Override PartName="/ppt/media/image66.png" ContentType="image/png"/>
  <Override PartName="/ppt/media/image22.png" ContentType="image/png"/>
  <Override PartName="/ppt/media/image67.png" ContentType="image/png"/>
  <Override PartName="/ppt/media/image23.png" ContentType="image/png"/>
  <Override PartName="/ppt/media/image68.png" ContentType="image/png"/>
  <Override PartName="/ppt/media/image24.png" ContentType="image/png"/>
  <Override PartName="/ppt/media/image69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70.png" ContentType="image/png"/>
  <Override PartName="/ppt/media/image71.png" ContentType="image/png"/>
  <Override PartName="/ppt/media/image72.png" ContentType="image/png"/>
  <Override PartName="/ppt/media/image73.png" ContentType="image/png"/>
  <Override PartName="/ppt/media/image7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0.png" ContentType="image/png"/>
  <Override PartName="/ppt/media/image38.png" ContentType="image/png"/>
  <Override PartName="/ppt/media/image1.png" ContentType="image/png"/>
  <Override PartName="/ppt/media/image39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41.png" ContentType="image/png"/>
  <Override PartName="/ppt/slides/slide19.xml" ContentType="application/vnd.openxmlformats-officedocument.presentationml.slide+xml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3F148C4C-F333-4492-7314-116F3CEDFC72}"/>
    <p:ext uri="{646B7EF8-81FA-4E84-2F1E-6D5A31E4F166}"/>
    <p:ext uri="{BE910DBF-4626-48EB-EDAB-2119CDE8274D}"/>
  </p:extLst>
</p:presentationPr>
</file>

<file path=ppt/tableStyles.xml><?xml version="1.0" encoding="utf-8"?>
<a:tblStyleLst xmlns:a="http://schemas.openxmlformats.org/drawingml/2006/main" def="{5B1817CE-8956-4604-F658-3FEA7223D449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C2312-EE2C-4BD3-1460-CADEFCDA6B5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67C87-4169-4DF1-071A-B8A146F93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30C92AF-E15E-462A-56B9-B922937A208F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21714-8216-4376-8B00-E25F4D8C25A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A951-5004-42DA-85DC-98BA9239DED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171690BF-D7B8-49BA-4D66-3FAE0277E268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0591C-7034-42F0-327A-5949B468C88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C6C09-5541-4898-15B0-88545CF7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0C0C8DA-8EF2-4EBA-BDD5-E04F452C93F3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FD2E-F343-4A4C-89F3-9F2F14EDD6A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811A-2D62-4A12-AFCC-E9B2F8AECF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E615BE8-7AF8-4B8D-33B9-C7FC977F1E97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8D323-33EC-4A3E-B727-08075331AFB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7F2EC-B731-4A80-7A26-89D59579A5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CF0BFB3F-283C-4CCA-1FEF-4731E708B0B2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D8B6-0193-41A8-911D-B7548854B41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3C9E0-2901-44F3-6FF0-6C7597A3B9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EEA62CE-8B6B-44C3-EBE5-B9DC23E7BC95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426E2-36A1-40F0-964C-E77A2349DD9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00634-FFBD-4C74-AE0C-4ABB70DA2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0E3126D-7921-40C6-7DE7-B59B15600B0C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D5239-7827-44D9-F071-370823AF5D2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6183E-9355-4E7E-418C-FA0AB0AF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DD10D4B-11BA-4BC9-7DF6-06EE6F22F6B8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2A7-4D71-4C8A-B3B0-8FDAD57FEBB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288D5-1A6D-4170-8283-ABBB997B9C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C5B4256-BF63-4ACF-B7B2-F6F0A5571682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1646C-8B4C-4C78-417F-EBC2745D61B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B280-E1A7-4568-8B4D-A24D4EE446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E125805F-679D-454B-8DCF-BA50FB78BA51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92632-6DE2-4C1B-402B-73592CED94E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AAB0F-FF76-4277-E8F0-43D1D712EE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31C54BD-654D-4422-446F-F5D26A824530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356E3-AF46-47C9-0F44-5152BFC4AAAC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15FB1-3167-4F25-24C4-D89456CC0A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32711F0-0465-4144-EC5B-60E11373D52F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72.png"/><Relationship Id="rId3" Type="http://schemas.openxmlformats.org/officeDocument/2006/relationships/image" Target="/ppt/media/image73.png"/><Relationship Id="rId4" Type="http://schemas.openxmlformats.org/officeDocument/2006/relationships/image" Target="/ppt/media/image74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5BA35FA4-A664-4034-E55B-B66CA7A44067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F6DD994F-CA51-4E3C-549A-187BDB7D69C3"/>
          <p:cNvPicPr>
            <a:picLocks noChangeAspect="1"/>
          </p:cNvPicPr>
          <p:nvPr/>
        </p:nvPicPr>
        <p:blipFill>
          <a:blip r:embed="rId2" cstate="print">
            <a:extLst>
              <a:ext uri="{C1F1CA55-1A15-4A91-830B-C82144EE3C16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73899154-C303-4AB2-DD39-06A77ABCBB5B"/>
          <p:cNvPicPr>
            <a:picLocks noChangeAspect="1"/>
          </p:cNvPicPr>
          <p:nvPr/>
        </p:nvPicPr>
        <p:blipFill>
          <a:blip r:embed="rId3" cstate="print">
            <a:extLst>
              <a:ext uri="{5D92ECC1-CCD8-4296-9757-61AB0CC1170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216E4787-267B-4D55-B283-D865F706AF81"/>
          <p:cNvPicPr>
            <a:picLocks noChangeAspect="1"/>
          </p:cNvPicPr>
          <p:nvPr/>
        </p:nvPicPr>
        <p:blipFill>
          <a:blip r:embed="rId4" cstate="print">
            <a:extLst>
              <a:ext uri="{BA5D576D-9D27-4916-F063-6E1AFAED9D6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47206ED0-605E-4329-03EE-8E8456F70680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EEA61E33-26EE-48DA-D006-E9D26E428714"/>
          <p:cNvPicPr>
            <a:picLocks noChangeAspect="1"/>
          </p:cNvPicPr>
          <p:nvPr/>
        </p:nvPicPr>
        <p:blipFill>
          <a:blip r:embed="rId2" cstate="print">
            <a:extLst>
              <a:ext uri="{1B8E587F-ED48-4AFF-C503-C55160A1AF1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372E78BA-CFA1-44E5-DA7B-E5FB0ECA79F7"/>
          <p:cNvPicPr>
            <a:picLocks noChangeAspect="1"/>
          </p:cNvPicPr>
          <p:nvPr/>
        </p:nvPicPr>
        <p:blipFill>
          <a:blip r:embed="rId3" cstate="print">
            <a:extLst>
              <a:ext uri="{734194B8-622F-49AE-BDB3-A21B69DFB9C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90F6CBF5-AA7A-4796-D013-CEF7012F1426"/>
          <p:cNvPicPr>
            <a:picLocks noChangeAspect="1"/>
          </p:cNvPicPr>
          <p:nvPr/>
        </p:nvPicPr>
        <p:blipFill>
          <a:blip r:embed="rId4" cstate="print">
            <a:extLst>
              <a:ext uri="{DEC364AD-8A35-4D18-2AE9-F451D90DA45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62E1B10-EC10-4B3B-F11D-F240B03CF4C9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E2CE7376-BC2A-4BE0-AFDB-7C4BC2CC7158"/>
          <p:cNvPicPr>
            <a:picLocks noChangeAspect="1"/>
          </p:cNvPicPr>
          <p:nvPr/>
        </p:nvPicPr>
        <p:blipFill>
          <a:blip r:embed="rId2" cstate="print">
            <a:extLst>
              <a:ext uri="{F0F91549-5C1A-482E-C1ED-4256C3CECF5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AAE7D859-4A84-4B0B-056D-D87E74EEE351"/>
          <p:cNvPicPr>
            <a:picLocks noChangeAspect="1"/>
          </p:cNvPicPr>
          <p:nvPr/>
        </p:nvPicPr>
        <p:blipFill>
          <a:blip r:embed="rId3" cstate="print">
            <a:extLst>
              <a:ext uri="{5E9B71F1-10A2-4B98-666B-3399A1A8FB0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8FD247C8-B496-468B-D6CE-B95824887C8F"/>
          <p:cNvPicPr>
            <a:picLocks noChangeAspect="1"/>
          </p:cNvPicPr>
          <p:nvPr/>
        </p:nvPicPr>
        <p:blipFill>
          <a:blip r:embed="rId4" cstate="print">
            <a:extLst>
              <a:ext uri="{BF01FD27-8C22-406A-56B8-C8DE03E2778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C72BDB4-7942-493D-C1DB-459F8F1A0BD7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A04D388D-3882-48FF-E395-F96E101F19B7"/>
          <p:cNvPicPr>
            <a:picLocks noChangeAspect="1"/>
          </p:cNvPicPr>
          <p:nvPr/>
        </p:nvPicPr>
        <p:blipFill>
          <a:blip r:embed="rId2" cstate="print">
            <a:extLst>
              <a:ext uri="{A2B868A9-D023-4077-D7B4-6ACFF8CA32B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345812C1-E02D-444C-0F16-669B4AF7A439"/>
          <p:cNvPicPr>
            <a:picLocks noChangeAspect="1"/>
          </p:cNvPicPr>
          <p:nvPr/>
        </p:nvPicPr>
        <p:blipFill>
          <a:blip r:embed="rId3" cstate="print">
            <a:extLst>
              <a:ext uri="{B43A714E-C985-4DBE-71F9-CFE5448C864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9E6553B7-90A3-442D-84A6-CEF02FC40895"/>
          <p:cNvPicPr>
            <a:picLocks noChangeAspect="1"/>
          </p:cNvPicPr>
          <p:nvPr/>
        </p:nvPicPr>
        <p:blipFill>
          <a:blip r:embed="rId4" cstate="print">
            <a:extLst>
              <a:ext uri="{67FA1503-82EE-4C36-F1BF-A514733EB65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7ED5CC1-55D4-49F2-8838-83466AFAA398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B2517722-05EA-448A-0886-66DBA4AB8484"/>
          <p:cNvPicPr>
            <a:picLocks noChangeAspect="1"/>
          </p:cNvPicPr>
          <p:nvPr/>
        </p:nvPicPr>
        <p:blipFill>
          <a:blip r:embed="rId2" cstate="print">
            <a:extLst>
              <a:ext uri="{5655ED19-6770-47C1-A7BA-94AE2C2BA5E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023E03C9-4BEC-4785-1ADE-1162E7998D0F"/>
          <p:cNvPicPr>
            <a:picLocks noChangeAspect="1"/>
          </p:cNvPicPr>
          <p:nvPr/>
        </p:nvPicPr>
        <p:blipFill>
          <a:blip r:embed="rId3" cstate="print">
            <a:extLst>
              <a:ext uri="{8A12C653-8885-458F-A253-8B3276E980B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71745599-2B98-4C2D-FB51-2DF1306F2109"/>
          <p:cNvPicPr>
            <a:picLocks noChangeAspect="1"/>
          </p:cNvPicPr>
          <p:nvPr/>
        </p:nvPicPr>
        <p:blipFill>
          <a:blip r:embed="rId4" cstate="print">
            <a:extLst>
              <a:ext uri="{6F07B5D5-0A81-4968-8A58-71A28EB639B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1A50950-6844-48A0-49B0-70BAD505BAC6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0C282B44-78CF-4526-09EB-46DEE99DC58B"/>
          <p:cNvPicPr>
            <a:picLocks noChangeAspect="1"/>
          </p:cNvPicPr>
          <p:nvPr/>
        </p:nvPicPr>
        <p:blipFill>
          <a:blip r:embed="rId2" cstate="print">
            <a:extLst>
              <a:ext uri="{4D83F8AB-25C3-444F-B7BE-C3B56DC3A61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49" name="9B52CE8B-59FE-4B66-B46B-726F8C958376"/>
          <p:cNvPicPr>
            <a:picLocks noChangeAspect="1"/>
          </p:cNvPicPr>
          <p:nvPr/>
        </p:nvPicPr>
        <p:blipFill>
          <a:blip r:embed="rId3" cstate="print">
            <a:extLst>
              <a:ext uri="{2B4530C3-0D23-4F5B-B634-C60E97244EC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0" name="VectorPath 5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1" name="VectorPath 5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2" name="C079E40C-9AC9-4EA3-DBEF-492719D08742"/>
          <p:cNvPicPr>
            <a:picLocks noChangeAspect="1"/>
          </p:cNvPicPr>
          <p:nvPr/>
        </p:nvPicPr>
        <p:blipFill>
          <a:blip r:embed="rId4" cstate="print">
            <a:extLst>
              <a:ext uri="{0C7CD21B-3DED-4428-E754-43D28300BD8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53" name="Combination 53"/>
          <p:cNvGrpSpPr/>
          <p:nvPr/>
        </p:nvGrpSpPr>
        <p:grpSpPr>
          <a:xfrm>
            <a:off x="2000250" y="3076576"/>
            <a:ext cx="495300" cy="2162175"/>
            <a:chOff x="2000250" y="3076576"/>
            <a:chExt cx="495300" cy="2162175"/>
          </a:xfrm>
        </p:grpSpPr>
        <p:sp>
          <p:nvSpPr>
            <p:cNvPr id="54" name="VectorPath 54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55" name="VectorPath 55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56" name="VectorPath 56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57" name="TextBox57"/>
          <p:cNvSpPr txBox="1"/>
          <p:nvPr/>
        </p:nvSpPr>
        <p:spPr>
          <a:xfrm>
            <a:off x="2118568" y="3100166"/>
            <a:ext cx="259884" cy="20838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58" name="VectorPath 5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9" name="TextBox59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0" name="TextBox6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44D0C98E-F2AC-4406-3438-BD1333B1BAA4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VectorPath 6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2" name="7B1FF091-D50F-40EB-D615-F9A42296DA6E"/>
          <p:cNvPicPr>
            <a:picLocks noChangeAspect="1"/>
          </p:cNvPicPr>
          <p:nvPr/>
        </p:nvPicPr>
        <p:blipFill>
          <a:blip r:embed="rId2" cstate="print">
            <a:extLst>
              <a:ext uri="{0E421ADB-8A75-44F0-B030-B735910287D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3" name="VectorPath 6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4" name="VectorPath 6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5" name="E6C9884E-79D2-40CB-5A83-623FF03D7814"/>
          <p:cNvPicPr>
            <a:picLocks noChangeAspect="1"/>
          </p:cNvPicPr>
          <p:nvPr/>
        </p:nvPicPr>
        <p:blipFill>
          <a:blip r:embed="rId3" cstate="print">
            <a:extLst>
              <a:ext uri="{626FA6EF-BC8D-4A32-7095-C58BAE4DC2C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6" name="VectorPath 6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7" name="TextBox67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8" name="TextBox6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9" name="5C370A88-4B2D-46B5-672F-CDD051AADAE6"/>
          <p:cNvPicPr>
            <a:picLocks noChangeAspect="1"/>
          </p:cNvPicPr>
          <p:nvPr/>
        </p:nvPicPr>
        <p:blipFill>
          <a:blip r:embed="rId4" cstate="print">
            <a:extLst>
              <a:ext uri="{0BF80FC2-CBAC-42DD-934C-D910EC6C6F2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31EC0CC-3129-4471-1048-311078395293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ctorPath 7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1" name="9A015147-E6D5-4C39-B074-A74D52185760"/>
          <p:cNvPicPr>
            <a:picLocks noChangeAspect="1"/>
          </p:cNvPicPr>
          <p:nvPr/>
        </p:nvPicPr>
        <p:blipFill>
          <a:blip r:embed="rId2" cstate="print">
            <a:extLst>
              <a:ext uri="{BFB5B62F-0F43-4877-B082-331728773A8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2" name="VectorPath 7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3" name="VectorPath 7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4" name="5378FD76-43A7-4BDB-98D6-690B710669CB"/>
          <p:cNvPicPr>
            <a:picLocks noChangeAspect="1"/>
          </p:cNvPicPr>
          <p:nvPr/>
        </p:nvPicPr>
        <p:blipFill>
          <a:blip r:embed="rId3" cstate="print">
            <a:extLst>
              <a:ext uri="{3163739F-72E8-4A50-B08C-14AB1423BA7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5" name="VectorPath 7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6" name="TextBox76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7" name="TextBox7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8" name="36EC189E-7610-4433-D400-AB2646E9F29C"/>
          <p:cNvPicPr>
            <a:picLocks noChangeAspect="1"/>
          </p:cNvPicPr>
          <p:nvPr/>
        </p:nvPicPr>
        <p:blipFill>
          <a:blip r:embed="rId4" cstate="print">
            <a:extLst>
              <a:ext uri="{107DFB07-7C7F-4ECD-3C17-4DB510E447B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1ED27A7-798B-4FA8-03BC-A60CFF162523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VectorPath 7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0" name="40E10C2C-B62F-4C0F-DFD7-0A6AA01C9CCD"/>
          <p:cNvPicPr>
            <a:picLocks noChangeAspect="1"/>
          </p:cNvPicPr>
          <p:nvPr/>
        </p:nvPicPr>
        <p:blipFill>
          <a:blip r:embed="rId2" cstate="print">
            <a:extLst>
              <a:ext uri="{3382FDF4-559A-4906-7FA1-4B1FFCD93DF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1" name="VectorPath 8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2" name="VectorPath 8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3" name="ADB3E668-DB04-4493-52E4-4294EDFD2307"/>
          <p:cNvPicPr>
            <a:picLocks noChangeAspect="1"/>
          </p:cNvPicPr>
          <p:nvPr/>
        </p:nvPicPr>
        <p:blipFill>
          <a:blip r:embed="rId3" cstate="print">
            <a:extLst>
              <a:ext uri="{71EF5707-4D21-45A7-493D-25BD86C813C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4" name="VectorPath 8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5" name="TextBox85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6" name="TextBox8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7" name="E9D705A4-D3E4-4D02-641D-8A8C12EA196F"/>
          <p:cNvPicPr>
            <a:picLocks noChangeAspect="1"/>
          </p:cNvPicPr>
          <p:nvPr/>
        </p:nvPicPr>
        <p:blipFill>
          <a:blip r:embed="rId4" cstate="print">
            <a:extLst>
              <a:ext uri="{56C4746E-4A33-4C2E-F67E-534216D37FA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9984EDF-6764-4D7B-ED9B-A138D32CE1F0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VectorPath 8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9" name="837AF552-3A8C-4530-8930-BFE6812DFCD4"/>
          <p:cNvPicPr>
            <a:picLocks noChangeAspect="1"/>
          </p:cNvPicPr>
          <p:nvPr/>
        </p:nvPicPr>
        <p:blipFill>
          <a:blip r:embed="rId2" cstate="print">
            <a:extLst>
              <a:ext uri="{EE38902F-A1E0-43AA-94B8-D7FC3BDAD15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0" name="VectorPath 9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1" name="VectorPath 9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2" name="9DAE7B0C-742A-4CF5-309C-C9E892C3B5DB"/>
          <p:cNvPicPr>
            <a:picLocks noChangeAspect="1"/>
          </p:cNvPicPr>
          <p:nvPr/>
        </p:nvPicPr>
        <p:blipFill>
          <a:blip r:embed="rId3" cstate="print">
            <a:extLst>
              <a:ext uri="{AED96D44-0A3C-4080-A54F-C32B24C5003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3" name="VectorPath 9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4" name="TextBox94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5" name="TextBox9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6" name="F39A1925-C393-498C-2192-7A65CC3BA90F"/>
          <p:cNvPicPr>
            <a:picLocks noChangeAspect="1"/>
          </p:cNvPicPr>
          <p:nvPr/>
        </p:nvPicPr>
        <p:blipFill>
          <a:blip r:embed="rId4" cstate="print">
            <a:extLst>
              <a:ext uri="{D2786C7C-33F3-46D3-96C6-F126B55FE36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9161217-CDAF-4B22-BFE9-65DCEA2AA288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VectorPath 9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8" name="F1D8ED7F-44F5-4AC0-E9FA-3E2165440A29"/>
          <p:cNvPicPr>
            <a:picLocks noChangeAspect="1"/>
          </p:cNvPicPr>
          <p:nvPr/>
        </p:nvPicPr>
        <p:blipFill>
          <a:blip r:embed="rId2" cstate="print">
            <a:extLst>
              <a:ext uri="{144631C8-BFE0-497C-20DC-D7133479384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9" name="VectorPath 9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0" name="VectorPath 10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1" name="2F074E1A-BDEE-4AEE-D60B-E7FDF7897BD5"/>
          <p:cNvPicPr>
            <a:picLocks noChangeAspect="1"/>
          </p:cNvPicPr>
          <p:nvPr/>
        </p:nvPicPr>
        <p:blipFill>
          <a:blip r:embed="rId3" cstate="print">
            <a:extLst>
              <a:ext uri="{64CC35AB-9AD6-48D5-3FA3-07C4DE13E40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2" name="VectorPath 10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3" name="TextBox103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4" name="TextBox104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5" name="DCBFFC62-9A7F-4BA5-CD33-3DC4E2A77FC1"/>
          <p:cNvPicPr>
            <a:picLocks noChangeAspect="1"/>
          </p:cNvPicPr>
          <p:nvPr/>
        </p:nvPicPr>
        <p:blipFill>
          <a:blip r:embed="rId4" cstate="print">
            <a:extLst>
              <a:ext uri="{55140670-A30D-4EC8-EA4A-B3F679C2EFD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9B4EA12-95EC-4FE3-5A62-3008EAFDA610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VectorPath 10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7" name="2C1EAACE-8B9D-4BE7-EC31-4FED819E4CAB"/>
          <p:cNvPicPr>
            <a:picLocks noChangeAspect="1"/>
          </p:cNvPicPr>
          <p:nvPr/>
        </p:nvPicPr>
        <p:blipFill>
          <a:blip r:embed="rId2" cstate="print">
            <a:extLst>
              <a:ext uri="{6161875B-8815-4FAF-D531-31E69600DEA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8" name="VectorPath 10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9" name="VectorPath 10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0" name="1745B984-B86C-4CC5-2930-DD3BC8A05F11"/>
          <p:cNvPicPr>
            <a:picLocks noChangeAspect="1"/>
          </p:cNvPicPr>
          <p:nvPr/>
        </p:nvPicPr>
        <p:blipFill>
          <a:blip r:embed="rId3" cstate="print">
            <a:extLst>
              <a:ext uri="{F0A94B7A-7BA0-407F-48D5-B61E3669660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1" name="VectorPath 11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2" name="TextBox112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3" name="TextBox11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4" name="5EB2ABC3-4869-4FCB-6FEA-86D5517CC13A"/>
          <p:cNvPicPr>
            <a:picLocks noChangeAspect="1"/>
          </p:cNvPicPr>
          <p:nvPr/>
        </p:nvPicPr>
        <p:blipFill>
          <a:blip r:embed="rId4" cstate="print">
            <a:extLst>
              <a:ext uri="{F1F1AE89-8C96-4DA6-84A4-D467A75A74A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B070E63-F12A-49E1-D038-507EF736803A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VectorPath 11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6" name="AC477F25-6278-48DB-3A7A-5A14E57D0736"/>
          <p:cNvPicPr>
            <a:picLocks noChangeAspect="1"/>
          </p:cNvPicPr>
          <p:nvPr/>
        </p:nvPicPr>
        <p:blipFill>
          <a:blip r:embed="rId2" cstate="print">
            <a:extLst>
              <a:ext uri="{576C9249-C988-49CF-F9B7-9FAABC7FEB1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7" name="VectorPath 11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8" name="VectorPath 11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9" name="52756505-2C3D-4CC0-57BC-0E6585830152"/>
          <p:cNvPicPr>
            <a:picLocks noChangeAspect="1"/>
          </p:cNvPicPr>
          <p:nvPr/>
        </p:nvPicPr>
        <p:blipFill>
          <a:blip r:embed="rId3" cstate="print">
            <a:extLst>
              <a:ext uri="{E33A5255-2788-4A30-F622-9C7678E9A6C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0" name="VectorPath 12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1" name="TextBox121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2" name="TextBox12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3" name="37A756DC-0E46-47F3-54DD-F61475D0D8B5"/>
          <p:cNvPicPr>
            <a:picLocks noChangeAspect="1"/>
          </p:cNvPicPr>
          <p:nvPr/>
        </p:nvPicPr>
        <p:blipFill>
          <a:blip r:embed="rId4" cstate="print">
            <a:extLst>
              <a:ext uri="{6C27CE72-17C6-43AF-8F99-8F636712EAA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C5E6BFE-7E00-4260-4B91-B2FB08DCCAC2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VectorPath 12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5" name="B9A9B6AB-9B06-4260-6169-8264AF63A148"/>
          <p:cNvPicPr>
            <a:picLocks noChangeAspect="1"/>
          </p:cNvPicPr>
          <p:nvPr/>
        </p:nvPicPr>
        <p:blipFill>
          <a:blip r:embed="rId2" cstate="print">
            <a:extLst>
              <a:ext uri="{A14FC3E7-FCFF-4257-40EF-3270D19B896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6" name="VectorPath 12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7" name="VectorPath 12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8" name="6447384B-1C8E-4EDD-78CF-08390A23AC45"/>
          <p:cNvPicPr>
            <a:picLocks noChangeAspect="1"/>
          </p:cNvPicPr>
          <p:nvPr/>
        </p:nvPicPr>
        <p:blipFill>
          <a:blip r:embed="rId3" cstate="print">
            <a:extLst>
              <a:ext uri="{44809DF5-9EDE-4AD9-983B-495E54622BE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9" name="VectorPath 12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0" name="TextBox130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1" name="TextBox13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2" name="F15BFAE9-3210-48AC-E6BC-5E54047919F8"/>
          <p:cNvPicPr>
            <a:picLocks noChangeAspect="1"/>
          </p:cNvPicPr>
          <p:nvPr/>
        </p:nvPicPr>
        <p:blipFill>
          <a:blip r:embed="rId4" cstate="print">
            <a:extLst>
              <a:ext uri="{DA8E4BCE-F454-4A5E-48F7-519566F74F6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04D159A-0838-4B89-677D-50401D8EA3F4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VectorPath 13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4" name="99AADCE4-C004-42C5-2059-F0B013C6B5C6"/>
          <p:cNvPicPr>
            <a:picLocks noChangeAspect="1"/>
          </p:cNvPicPr>
          <p:nvPr/>
        </p:nvPicPr>
        <p:blipFill>
          <a:blip r:embed="rId2" cstate="print">
            <a:extLst>
              <a:ext uri="{85A3DCE8-4498-46CF-3361-5302DF09C02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5" name="VectorPath 13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6" name="VectorPath 13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7" name="2FF44F29-0347-4932-D014-CB5FA2161E80"/>
          <p:cNvPicPr>
            <a:picLocks noChangeAspect="1"/>
          </p:cNvPicPr>
          <p:nvPr/>
        </p:nvPicPr>
        <p:blipFill>
          <a:blip r:embed="rId3" cstate="print">
            <a:extLst>
              <a:ext uri="{EEB54387-C95C-4DA1-FD3E-0416D3948F3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8" name="VectorPath 13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9" name="TextBox139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0" name="TextBox14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1" name="0E43FF07-F4E3-4F77-8B44-AD7C32F29BAE"/>
          <p:cNvPicPr>
            <a:picLocks noChangeAspect="1"/>
          </p:cNvPicPr>
          <p:nvPr/>
        </p:nvPicPr>
        <p:blipFill>
          <a:blip r:embed="rId4" cstate="print">
            <a:extLst>
              <a:ext uri="{3BC73003-9768-445B-C00C-D7965FDA7B66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86C1179-157F-470B-18C6-C59E4F402B50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VectorPath 14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3" name="395FFECD-1CC4-4B84-37FE-810FB85FF522"/>
          <p:cNvPicPr>
            <a:picLocks noChangeAspect="1"/>
          </p:cNvPicPr>
          <p:nvPr/>
        </p:nvPicPr>
        <p:blipFill>
          <a:blip r:embed="rId2" cstate="print">
            <a:extLst>
              <a:ext uri="{694F9A50-13B2-4307-5992-E11D76EBB24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4" name="VectorPath 14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5" name="VectorPath 14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6" name="45B1E6BD-897D-402F-BE5B-A7B5CF7F91B1"/>
          <p:cNvPicPr>
            <a:picLocks noChangeAspect="1"/>
          </p:cNvPicPr>
          <p:nvPr/>
        </p:nvPicPr>
        <p:blipFill>
          <a:blip r:embed="rId3" cstate="print">
            <a:extLst>
              <a:ext uri="{21D48066-328C-4670-9260-54A9CA8C118C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7" name="VectorPath 14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8" name="TextBox148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9" name="TextBox14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0" name="8BD7448D-6677-4B4E-7BAB-A8745F55EB57"/>
          <p:cNvPicPr>
            <a:picLocks noChangeAspect="1"/>
          </p:cNvPicPr>
          <p:nvPr/>
        </p:nvPicPr>
        <p:blipFill>
          <a:blip r:embed="rId4" cstate="print">
            <a:extLst>
              <a:ext uri="{109F7A6D-D4EB-4B79-14B5-4098FB10C0D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FDF37E2-755D-43D5-05B2-D9256C849950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VectorPath 15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2" name="FF0DFEF8-C976-4D80-54AB-7A42588385D3"/>
          <p:cNvPicPr>
            <a:picLocks noChangeAspect="1"/>
          </p:cNvPicPr>
          <p:nvPr/>
        </p:nvPicPr>
        <p:blipFill>
          <a:blip r:embed="rId2" cstate="print">
            <a:extLst>
              <a:ext uri="{448FC74C-5A2D-4691-ADB5-1BAAA2450DF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3" name="VectorPath 15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4" name="VectorPath 15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5" name="8B07F31F-43F0-454C-25A9-41E5C3B78038"/>
          <p:cNvPicPr>
            <a:picLocks noChangeAspect="1"/>
          </p:cNvPicPr>
          <p:nvPr/>
        </p:nvPicPr>
        <p:blipFill>
          <a:blip r:embed="rId3" cstate="print">
            <a:extLst>
              <a:ext uri="{6BC9AC5C-027F-4455-06AB-E28900F330C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6" name="VectorPath 15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7" name="TextBox157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8" name="TextBox15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9" name="8D989C81-4076-4EFB-8F4B-3C135F9DFB75"/>
          <p:cNvPicPr>
            <a:picLocks noChangeAspect="1"/>
          </p:cNvPicPr>
          <p:nvPr/>
        </p:nvPicPr>
        <p:blipFill>
          <a:blip r:embed="rId4" cstate="print">
            <a:extLst>
              <a:ext uri="{995A63BD-CB6C-443B-3466-5F7FC139816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5DFD054-45F9-4F5E-9E0C-2A0C5715D4AC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VectorPath 16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1" name="AE909525-2DF6-44ED-759D-1A4487DAF344"/>
          <p:cNvPicPr>
            <a:picLocks noChangeAspect="1"/>
          </p:cNvPicPr>
          <p:nvPr/>
        </p:nvPicPr>
        <p:blipFill>
          <a:blip r:embed="rId2" cstate="print">
            <a:extLst>
              <a:ext uri="{FEEF478B-4949-4774-62D7-8D68FA718FB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62" name="VectorPath 16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3" name="VectorPath 16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4" name="7C87DA65-3F48-48F0-D5D1-93555C2D7B89"/>
          <p:cNvPicPr>
            <a:picLocks noChangeAspect="1"/>
          </p:cNvPicPr>
          <p:nvPr/>
        </p:nvPicPr>
        <p:blipFill>
          <a:blip r:embed="rId3" cstate="print">
            <a:extLst>
              <a:ext uri="{DA1AC655-E914-4DBD-753B-7593A601FEF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5" name="VectorPath 16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66" name="TextBox166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67" name="TextBox16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8" name="399EFCFC-4BC8-4A90-0393-D4A4D19C050C"/>
          <p:cNvPicPr>
            <a:picLocks noChangeAspect="1"/>
          </p:cNvPicPr>
          <p:nvPr/>
        </p:nvPicPr>
        <p:blipFill>
          <a:blip r:embed="rId4" cstate="print">
            <a:extLst>
              <a:ext uri="{7B716836-74EA-4579-78FB-AD396EF8C8E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56DBCA3-0E9C-4508-4F8A-602537139672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VectorPath 16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0" name="518A211D-A5E5-452B-6592-31D73FD0D746"/>
          <p:cNvPicPr>
            <a:picLocks noChangeAspect="1"/>
          </p:cNvPicPr>
          <p:nvPr/>
        </p:nvPicPr>
        <p:blipFill>
          <a:blip r:embed="rId2" cstate="print">
            <a:extLst>
              <a:ext uri="{E23E231D-C7EC-471E-1746-5DEE98B3DDE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71" name="78DA1D01-B835-4CA6-564D-D7588D497BC4"/>
          <p:cNvPicPr>
            <a:picLocks noChangeAspect="1"/>
          </p:cNvPicPr>
          <p:nvPr/>
        </p:nvPicPr>
        <p:blipFill>
          <a:blip r:embed="rId3" cstate="print">
            <a:extLst>
              <a:ext uri="{C59937E0-4927-4FD4-188D-C1C82574216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72" name="VectorPath 17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3" name="VectorPath 17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4" name="CCB10EBE-2240-46B8-C361-F95DAFB08AA1"/>
          <p:cNvPicPr>
            <a:picLocks noChangeAspect="1"/>
          </p:cNvPicPr>
          <p:nvPr/>
        </p:nvPicPr>
        <p:blipFill>
          <a:blip r:embed="rId4" cstate="print">
            <a:extLst>
              <a:ext uri="{E689E5D8-89A1-4CDF-AD4C-829ED076CAB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75" name="Combination 175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176" name="VectorPath 176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77" name="VectorPath 177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78" name="VectorPath 178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79" name="VectorPath 179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80" name="TextBox180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181" name="VectorPath 18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2" name="TextBox182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3" name="TextBox18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F934780B-04B3-4B4C-D107-F9B5631B2022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VectorPath 18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5" name="F1F1DBE5-3E3A-4DEC-5EDF-D89A3273FD91"/>
          <p:cNvPicPr>
            <a:picLocks noChangeAspect="1"/>
          </p:cNvPicPr>
          <p:nvPr/>
        </p:nvPicPr>
        <p:blipFill>
          <a:blip r:embed="rId2" cstate="print">
            <a:extLst>
              <a:ext uri="{823F1DA2-F841-4BA1-CF2F-C57E9D75DF8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86" name="VectorPath 18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87" name="VectorPath 18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8" name="8FF73BAE-330F-4D6B-9C37-D2B394D162F1"/>
          <p:cNvPicPr>
            <a:picLocks noChangeAspect="1"/>
          </p:cNvPicPr>
          <p:nvPr/>
        </p:nvPicPr>
        <p:blipFill>
          <a:blip r:embed="rId3" cstate="print">
            <a:extLst>
              <a:ext uri="{646BA932-5C72-4187-4996-096EA92CB6B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89" name="VectorPath 18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0" name="TextBox190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91" name="TextBox19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2" name="1FC6EB6E-7382-4A41-104D-FE5B84DAB443"/>
          <p:cNvPicPr>
            <a:picLocks noChangeAspect="1"/>
          </p:cNvPicPr>
          <p:nvPr/>
        </p:nvPicPr>
        <p:blipFill>
          <a:blip r:embed="rId4" cstate="print">
            <a:extLst>
              <a:ext uri="{59BF2D63-5F77-4203-4F89-DADD195B9BA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C067663-E988-49CF-94B6-6F66CD45DAC4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VectorPath 19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4" name="3C7A2562-B665-47E0-283C-89C9BDB34AB5"/>
          <p:cNvPicPr>
            <a:picLocks noChangeAspect="1"/>
          </p:cNvPicPr>
          <p:nvPr/>
        </p:nvPicPr>
        <p:blipFill>
          <a:blip r:embed="rId2" cstate="print">
            <a:extLst>
              <a:ext uri="{0889AC85-8BD0-4D98-E50A-0199845A41F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95" name="VectorPath 19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6" name="VectorPath 19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7" name="6B048D69-E366-4F85-6AA2-CFFD8EC3D858"/>
          <p:cNvPicPr>
            <a:picLocks noChangeAspect="1"/>
          </p:cNvPicPr>
          <p:nvPr/>
        </p:nvPicPr>
        <p:blipFill>
          <a:blip r:embed="rId3" cstate="print">
            <a:extLst>
              <a:ext uri="{F1205DE6-DBF8-4825-1FA9-1537BC22E51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98" name="VectorPath 19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99" name="TextBox199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0" name="TextBox20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01" name="82116D64-FBDA-481E-FBCD-E592E31D12EC"/>
          <p:cNvPicPr>
            <a:picLocks noChangeAspect="1"/>
          </p:cNvPicPr>
          <p:nvPr/>
        </p:nvPicPr>
        <p:blipFill>
          <a:blip r:embed="rId4" cstate="print">
            <a:extLst>
              <a:ext uri="{A38B16C7-2F0F-46A8-7F8A-26B89792F08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65EBC34-C279-4FE7-F78D-7C1FEC667362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VectorPath 20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3" name="3DD43F9C-B62F-4DE7-7AE6-337BA0FCC033"/>
          <p:cNvPicPr>
            <a:picLocks noChangeAspect="1"/>
          </p:cNvPicPr>
          <p:nvPr/>
        </p:nvPicPr>
        <p:blipFill>
          <a:blip r:embed="rId2" cstate="print">
            <a:extLst>
              <a:ext uri="{673C8B93-FAF5-4768-3575-57314AC79C7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04" name="VectorPath 20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5" name="VectorPath 20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6" name="B8236BEF-9B21-49BC-95F9-18E3CE8F4589"/>
          <p:cNvPicPr>
            <a:picLocks noChangeAspect="1"/>
          </p:cNvPicPr>
          <p:nvPr/>
        </p:nvPicPr>
        <p:blipFill>
          <a:blip r:embed="rId3" cstate="print">
            <a:extLst>
              <a:ext uri="{4187C7B6-57E0-4810-C50B-95C4B8C6FD9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07" name="VectorPath 20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8" name="TextBox208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9" name="TextBox20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10" name="AB139127-78B8-4B72-E8CF-6BFB5663BE66"/>
          <p:cNvPicPr>
            <a:picLocks noChangeAspect="1"/>
          </p:cNvPicPr>
          <p:nvPr/>
        </p:nvPicPr>
        <p:blipFill>
          <a:blip r:embed="rId4" cstate="print">
            <a:extLst>
              <a:ext uri="{43123D31-C3B2-4AE0-362A-B103BB6F9E0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AC28AA1-6C3F-4DFC-4C6D-7D9B12B973F3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VectorPath 2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2" name="64335628-955E-4D10-077B-C916083BCD67"/>
          <p:cNvPicPr>
            <a:picLocks noChangeAspect="1"/>
          </p:cNvPicPr>
          <p:nvPr/>
        </p:nvPicPr>
        <p:blipFill>
          <a:blip r:embed="rId2" cstate="print">
            <a:extLst>
              <a:ext uri="{C4F6E86D-721E-413F-6E7B-08F702C538A9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13" name="VectorPath 2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14" name="VectorPath 2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15" name="B84FD2F3-8292-46C1-5CBA-58D510B135F0"/>
          <p:cNvPicPr>
            <a:picLocks noChangeAspect="1"/>
          </p:cNvPicPr>
          <p:nvPr/>
        </p:nvPicPr>
        <p:blipFill>
          <a:blip r:embed="rId3" cstate="print">
            <a:extLst>
              <a:ext uri="{FF543101-07A3-4130-BF62-3BB42B295C0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16" name="VectorPath 2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7" name="TextBox217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8" name="TextBox21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19" name="2E57ADFC-BD16-4E16-AAF5-850521484951"/>
          <p:cNvPicPr>
            <a:picLocks noChangeAspect="1"/>
          </p:cNvPicPr>
          <p:nvPr/>
        </p:nvPicPr>
        <p:blipFill>
          <a:blip r:embed="rId4" cstate="print">
            <a:extLst>
              <a:ext uri="{CFB66F97-ECCD-4675-2E20-546409E87BF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4573877-D19C-40BC-722C-5FE9E84FFBBC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VectorPath 2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1" name="92F35E1E-3068-407E-0E1B-CFD39912E094"/>
          <p:cNvPicPr>
            <a:picLocks noChangeAspect="1"/>
          </p:cNvPicPr>
          <p:nvPr/>
        </p:nvPicPr>
        <p:blipFill>
          <a:blip r:embed="rId2" cstate="print">
            <a:extLst>
              <a:ext uri="{4ABECF9E-B8DC-4540-CC3C-0B64432E761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2" name="VectorPath 2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3" name="VectorPath 2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4" name="DAD0CDA7-3734-4C2C-7164-EA634AE7C795"/>
          <p:cNvPicPr>
            <a:picLocks noChangeAspect="1"/>
          </p:cNvPicPr>
          <p:nvPr/>
        </p:nvPicPr>
        <p:blipFill>
          <a:blip r:embed="rId3" cstate="print">
            <a:extLst>
              <a:ext uri="{31018840-48AF-43C5-FBCE-C1EDED7C131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5" name="VectorPath 2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6" name="TextBox226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7" name="TextBox22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8" name="67F86EF0-B6E3-4595-89A0-0BDF171DD97E"/>
          <p:cNvPicPr>
            <a:picLocks noChangeAspect="1"/>
          </p:cNvPicPr>
          <p:nvPr/>
        </p:nvPicPr>
        <p:blipFill>
          <a:blip r:embed="rId4" cstate="print">
            <a:extLst>
              <a:ext uri="{9B4D2D9A-CBE6-419A-8AA3-CB5F59AF314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A90238C-ED92-4E8C-1B15-59890D48C87B}"/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VectorPath 2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0" name="5AE0E93A-A324-48A7-CD91-0D8F933E460A"/>
          <p:cNvPicPr>
            <a:picLocks noChangeAspect="1"/>
          </p:cNvPicPr>
          <p:nvPr/>
        </p:nvPicPr>
        <p:blipFill>
          <a:blip r:embed="rId2" cstate="print">
            <a:extLst>
              <a:ext uri="{2DCD1246-5AAA-4542-6841-BE8F3B9BB0F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31" name="VectorPath 2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2" name="VectorPath 2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3" name="7B7793D0-C8B8-4B8C-5294-37228CB45608"/>
          <p:cNvPicPr>
            <a:picLocks noChangeAspect="1"/>
          </p:cNvPicPr>
          <p:nvPr/>
        </p:nvPicPr>
        <p:blipFill>
          <a:blip r:embed="rId3" cstate="print">
            <a:extLst>
              <a:ext uri="{04443E82-FC62-49B8-F735-C4C488635D7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34" name="VectorPath 2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5" name="TextBox235"/>
          <p:cNvSpPr txBox="1"/>
          <p:nvPr/>
        </p:nvSpPr>
        <p:spPr>
          <a:xfrm>
            <a:off x="946547" y="7229071"/>
            <a:ext cx="1518804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第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章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2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代数系统简介</a:t>
            </a:r>
            <a:r>
              <a:rPr baseline="0" lang="en-US" altLang="zh-CN" sz="1050" kern="0" spc="-165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6" name="TextBox23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25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37" name="F2676EA2-5395-4987-E4A0-54B6B78B138C"/>
          <p:cNvPicPr>
            <a:picLocks noChangeAspect="1"/>
          </p:cNvPicPr>
          <p:nvPr/>
        </p:nvPicPr>
        <p:blipFill>
          <a:blip r:embed="rId4" cstate="print">
            <a:extLst>
              <a:ext uri="{58CBA216-BFD8-498C-B59E-DDBD80ADBF1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85FA40A-CDB2-4CBC-4930-2A93DEE3D7F3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477AC103-A38D-4B37-D6D9-C14C47383DCF}"/>
  </a:extLst>
</a:theme>
</file>