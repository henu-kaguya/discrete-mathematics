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media/image43.png" ContentType="image/png"/>
  <Override PartName="/ppt/media/image88.png" ContentType="image/png"/>
  <Override PartName="/ppt/media/image174.png" ContentType="image/png"/>
  <Override PartName="/ppt/media/image47.png" ContentType="image/png"/>
  <Override PartName="/ppt/media/image133.png" ContentType="image/png"/>
  <Override PartName="/ppt/media/image178.png" ContentType="image/png"/>
  <Override PartName="/ppt/media/image213.png" ContentType="image/png"/>
  <Override PartName="/ppt/media/image137.png" ContentType="image/png"/>
  <Override PartName="/ppt/media/image217.png" ContentType="image/png"/>
  <Override PartName="/ppt/slides/slide61.xml" ContentType="application/vnd.openxmlformats-officedocument.presentationml.slide+xml"/>
  <Override PartName="/ppt/slides/slide20.xml" ContentType="application/vnd.openxmlformats-officedocument.presentationml.slide+xml"/>
  <Override PartName="/ppt/slides/slide65.xml" ContentType="application/vnd.openxmlformats-officedocument.presentationml.slide+xml"/>
  <Override PartName="/ppt/slides/slide24.xml" ContentType="application/vnd.openxmlformats-officedocument.presentationml.slide+xml"/>
  <Override PartName="/ppt/media/image91.png" ContentType="image/png"/>
  <Override PartName="/ppt/slides/slide69.xml" ContentType="application/vnd.openxmlformats-officedocument.presentationml.slide+xml"/>
  <Override PartName="/ppt/media/image50.png" ContentType="image/png"/>
  <Override PartName="/ppt/slides/slide28.xml" ContentType="application/vnd.openxmlformats-officedocument.presentationml.slide+xml"/>
  <Override PartName="/ppt/media/image95.png" ContentType="image/png"/>
  <Override PartName="/ppt/media/image181.png" ContentType="image/png"/>
  <Override PartName="/ppt/media/image54.png" ContentType="image/png"/>
  <Override PartName="/ppt/media/image99.png" ContentType="image/png"/>
  <Override PartName="/ppt/media/image140.png" ContentType="image/png"/>
  <Override PartName="/ppt/media/image185.png" ContentType="image/png"/>
  <Override PartName="/ppt/media/image13.png" ContentType="image/png"/>
  <Override PartName="/ppt/media/image58.png" ContentType="image/png"/>
  <Override PartName="/ppt/media/image220.png" ContentType="image/png"/>
  <Override PartName="/ppt/media/image144.png" ContentType="image/png"/>
  <Override PartName="/ppt/media/image189.png" ContentType="image/png"/>
  <Override PartName="/ppt/media/image17.png" ContentType="image/png"/>
  <Override PartName="/ppt/media/image224.png" ContentType="image/png"/>
  <Override PartName="/ppt/media/image103.png" ContentType="image/png"/>
  <Override PartName="/ppt/media/image148.png" ContentType="image/png"/>
  <Override PartName="/ppt/media/image228.png" ContentType="image/png"/>
  <Override PartName="/ppt/presentation.xml" ContentType="application/vnd.openxmlformats-officedocument.presentationml.presentation.main+xml"/>
  <Override PartName="/ppt/media/image107.png" ContentType="image/png"/>
  <Override PartName="/ppt/slides/slide31.xml" ContentType="application/vnd.openxmlformats-officedocument.presentationml.slide+xml"/>
  <Override PartName="/ppt/slides/slide35.xml" ContentType="application/vnd.openxmlformats-officedocument.presentationml.slide+xml"/>
  <Override PartName="/ppt/media/image61.png" ContentType="image/png"/>
  <Override PartName="/ppt/slides/slide39.xml" ContentType="application/vnd.openxmlformats-officedocument.presentationml.slide+xml"/>
  <Override PartName="/ppt/media/image192.png" ContentType="image/png"/>
  <Override PartName="/ppt/media/image20.png" ContentType="image/png"/>
  <Override PartName="/ppt/media/image65.png" ContentType="image/png"/>
  <Override PartName="/ppt/media/image151.png" ContentType="image/png"/>
  <Override PartName="/ppt/media/image196.png" ContentType="image/png"/>
  <Override PartName="/ppt/media/image24.png" ContentType="image/png"/>
  <Override PartName="/ppt/media/image69.png" ContentType="image/png"/>
  <Override PartName="/ppt/media/image231.png" ContentType="image/png"/>
  <Override PartName="/ppt/media/image110.png" ContentType="image/png"/>
  <Override PartName="/ppt/media/image155.png" ContentType="image/png"/>
  <Override PartName="/ppt/media/image28.png" ContentType="image/png"/>
  <Override PartName="/ppt/media/image235.png" ContentType="image/png"/>
  <Override PartName="/ppt/media/image114.png" ContentType="image/png"/>
  <Override PartName="/ppt/media/image159.png" ContentType="image/png"/>
  <Override PartName="/ppt/media/image239.png" ContentType="image/png"/>
  <Override PartName="/ppt/media/image118.png" ContentType="image/png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media/image72.png" ContentType="image/png"/>
  <Override PartName="/ppt/media/image31.png" ContentType="image/png"/>
  <Override PartName="/ppt/media/image76.png" ContentType="image/png"/>
  <Override PartName="/ppt/media/image162.png" ContentType="image/png"/>
  <Override PartName="/ppt/media/image35.png" ContentType="image/png"/>
  <Override PartName="/ppt/media/image242.png" ContentType="image/png"/>
  <Override PartName="/ppt/media/image121.png" ContentType="image/png"/>
  <Override PartName="/ppt/media/image1.png" ContentType="image/png"/>
  <Override PartName="/ppt/media/image166.png" ContentType="image/png"/>
  <Override PartName="/ppt/media/image39.png" ContentType="image/png"/>
  <Override PartName="/ppt/media/image201.png" ContentType="image/png"/>
  <Override PartName="/ppt/media/image246.png" ContentType="image/png"/>
  <Override PartName="/ppt/media/image125.png" ContentType="image/png"/>
  <Override PartName="/ppt/media/image5.png" ContentType="image/png"/>
  <Override PartName="/ppt/media/image205.png" ContentType="image/png"/>
  <Override PartName="/ppt/slideLayouts/slideLayout1.xml" ContentType="application/vnd.openxmlformats-officedocument.presentationml.slideLayout+xml"/>
  <Override PartName="/ppt/media/image129.png" ContentType="image/png"/>
  <Override PartName="/ppt/media/image9.png" ContentType="image/png"/>
  <Override PartName="/ppt/slides/slide3.xml" ContentType="application/vnd.openxmlformats-officedocument.presentationml.slide+xml"/>
  <Override PartName="/ppt/media/image209.png" ContentType="image/png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53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2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media/image83.png" ContentType="image/png"/>
  <Override PartName="/ppt/media/image42.png" ContentType="image/png"/>
  <Override PartName="/ppt/media/image87.png" ContentType="image/png"/>
  <Override PartName="/ppt/media/image173.png" ContentType="image/png"/>
  <Override PartName="/ppt/media/image46.png" ContentType="image/png"/>
  <Override PartName="/ppt/media/image132.png" ContentType="image/png"/>
  <Override PartName="/ppt/media/image177.png" ContentType="image/png"/>
  <Override PartName="/ppt/media/image212.png" ContentType="image/png"/>
  <Override PartName="/ppt/media/image136.png" ContentType="image/png"/>
  <Override PartName="/ppt/media/image216.png" ContentType="image/png"/>
  <Override PartName="/ppt/slides/slide60.xml" ContentType="application/vnd.openxmlformats-officedocument.presentationml.slide+xml"/>
  <Override PartName="/ppt/slides/slide64.xml" ContentType="application/vnd.openxmlformats-officedocument.presentationml.slide+xml"/>
  <Override PartName="/ppt/slides/slide23.xml" ContentType="application/vnd.openxmlformats-officedocument.presentationml.slide+xml"/>
  <Override PartName="/ppt/media/image90.png" ContentType="image/png"/>
  <Override PartName="/ppt/slides/slide68.xml" ContentType="application/vnd.openxmlformats-officedocument.presentationml.slide+xml"/>
  <Override PartName="/ppt/slides/slide27.xml" ContentType="application/vnd.openxmlformats-officedocument.presentationml.slide+xml"/>
  <Override PartName="/ppt/media/image94.png" ContentType="image/png"/>
  <Override PartName="/ppt/media/image180.png" ContentType="image/png"/>
  <Override PartName="/ppt/media/image53.png" ContentType="image/png"/>
  <Override PartName="/ppt/media/image98.png" ContentType="image/png"/>
  <Override PartName="/ppt/media/image12.png" ContentType="image/png"/>
  <Override PartName="/ppt/media/image184.png" ContentType="image/png"/>
  <Override PartName="/ppt/media/image57.png" ContentType="image/png"/>
  <Override PartName="/ppt/media/image143.png" ContentType="image/png"/>
  <Override PartName="/ppt/media/image188.png" ContentType="image/png"/>
  <Override PartName="/ppt/media/image16.png" ContentType="image/png"/>
  <Override PartName="/ppt/media/image223.png" ContentType="image/png"/>
  <Override PartName="/ppt/media/image102.png" ContentType="image/png"/>
  <Override PartName="/ppt/media/image147.png" ContentType="image/png"/>
  <Override PartName="/ppt/media/image227.png" ContentType="image/png"/>
  <Override PartName="/ppt/media/image106.png" ContentType="image/png"/>
  <Override PartName="/ppt/slides/slide30.xml" ContentType="application/vnd.openxmlformats-officedocument.presentationml.slide+xml"/>
  <Override PartName="/ppt/slides/slide34.xml" ContentType="application/vnd.openxmlformats-officedocument.presentationml.slide+xml"/>
  <Override PartName="/ppt/media/image60.png" ContentType="image/png"/>
  <Override PartName="/ppt/slides/slide38.xml" ContentType="application/vnd.openxmlformats-officedocument.presentationml.slide+xml"/>
  <Override PartName="/ppt/media/image191.png" ContentType="image/png"/>
  <Override PartName="/ppt/media/image64.png" ContentType="image/png"/>
  <Override PartName="/ppt/media/image150.png" ContentType="image/png"/>
  <Override PartName="/ppt/media/image195.png" ContentType="image/png"/>
  <Override PartName="/ppt/media/image23.png" ContentType="image/png"/>
  <Override PartName="/ppt/media/image68.png" ContentType="image/png"/>
  <Override PartName="/ppt/media/image230.png" ContentType="image/png"/>
  <Override PartName="/ppt/media/image154.png" ContentType="image/png"/>
  <Override PartName="/ppt/media/image199.png" ContentType="image/png"/>
  <Override PartName="/ppt/media/image27.png" ContentType="image/png"/>
  <Override PartName="/ppt/media/image234.png" ContentType="image/png"/>
  <Override PartName="/ppt/media/image113.png" ContentType="image/png"/>
  <Override PartName="/ppt/media/image158.png" ContentType="image/png"/>
  <Override PartName="/ppt/viewProps.xml" ContentType="application/vnd.openxmlformats-officedocument.presentationml.viewProps+xml"/>
  <Override PartName="/ppt/media/image238.png" ContentType="image/png"/>
  <Override PartName="/ppt/media/image117.png" ContentType="image/png"/>
  <Override PartName="/ppt/slides/slide41.xml" ContentType="application/vnd.openxmlformats-officedocument.presentationml.slide+xml"/>
  <Override PartName="/ppt/slides/slide45.xml" ContentType="application/vnd.openxmlformats-officedocument.presentationml.slide+xml"/>
  <Override PartName="/ppt/media/image71.png" ContentType="image/png"/>
  <Override PartName="/ppt/slides/slide49.xml" ContentType="application/vnd.openxmlformats-officedocument.presentationml.slide+xml"/>
  <Override PartName="/ppt/media/image30.png" ContentType="image/png"/>
  <Override PartName="/ppt/media/image75.png" ContentType="image/png"/>
  <Override PartName="/ppt/media/image161.png" ContentType="image/png"/>
  <Override PartName="/ppt/media/image34.png" ContentType="image/png"/>
  <Override PartName="/ppt/media/image79.png" ContentType="image/png"/>
  <Override PartName="/ppt/media/image241.png" ContentType="image/png"/>
  <Override PartName="/ppt/media/image120.png" ContentType="image/png"/>
  <Override PartName="/ppt/media/image0.png" ContentType="image/png"/>
  <Override PartName="/ppt/media/image165.png" ContentType="image/png"/>
  <Override PartName="/ppt/media/image38.png" ContentType="image/png"/>
  <Override PartName="/ppt/media/image200.png" ContentType="image/png"/>
  <Override PartName="/ppt/media/image245.png" ContentType="image/png"/>
  <Override PartName="/ppt/media/image124.png" ContentType="image/png"/>
  <Override PartName="/ppt/media/image4.png" ContentType="image/png"/>
  <Override PartName="/ppt/media/image169.png" ContentType="image/png"/>
  <Override PartName="/ppt/media/image204.png" ContentType="image/png"/>
  <Override PartName="/ppt/media/image128.png" ContentType="image/png"/>
  <Override PartName="/ppt/media/image8.png" ContentType="image/png"/>
  <Override PartName="/ppt/slides/slide2.xml" ContentType="application/vnd.openxmlformats-officedocument.presentationml.slide+xml"/>
  <Override PartName="/ppt/media/image208.png" ContentType="image/png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52.xml" ContentType="application/vnd.openxmlformats-officedocument.presentationml.slide+xml"/>
  <Override PartName="/ppt/slides/slide11.xml" ContentType="application/vnd.openxmlformats-officedocument.presentationml.slide+xml"/>
  <Override PartName="/ppt/slides/slide56.xml" ContentType="application/vnd.openxmlformats-officedocument.presentationml.slide+xml"/>
  <Override PartName="/ppt/slides/slide15.xml" ContentType="application/vnd.openxmlformats-officedocument.presentationml.slide+xml"/>
  <Override PartName="/ppt/media/image82.png" ContentType="image/png"/>
  <Override PartName="/ppt/media/image41.png" ContentType="image/png"/>
  <Override PartName="/ppt/slides/slide19.xml" ContentType="application/vnd.openxmlformats-officedocument.presentationml.slide+xml"/>
  <Override PartName="/ppt/media/image86.png" ContentType="image/png"/>
  <Override PartName="/ppt/media/image172.png" ContentType="image/png"/>
  <Override PartName="/ppt/media/image45.png" ContentType="image/png"/>
  <Override PartName="/ppt/media/image131.png" ContentType="image/png"/>
  <Override PartName="/ppt/media/image176.png" ContentType="image/png"/>
  <Override PartName="/ppt/media/image49.png" ContentType="image/png"/>
  <Override PartName="/ppt/media/image211.png" ContentType="image/png"/>
  <Override PartName="/ppt/media/image135.png" ContentType="image/png"/>
  <Override PartName="/ppt/media/image215.png" ContentType="image/png"/>
  <Override PartName="/ppt/media/image139.png" ContentType="image/png"/>
  <Override PartName="/ppt/media/image219.png" ContentType="image/png"/>
  <Override PartName="/ppt/slides/slide63.xml" ContentType="application/vnd.openxmlformats-officedocument.presentationml.slide+xml"/>
  <Override PartName="/ppt/slides/slide22.xml" ContentType="application/vnd.openxmlformats-officedocument.presentationml.slide+xml"/>
  <Override PartName="/ppt/slides/slide67.xml" ContentType="application/vnd.openxmlformats-officedocument.presentationml.slide+xml"/>
  <Override PartName="/ppt/slides/slide26.xml" ContentType="application/vnd.openxmlformats-officedocument.presentationml.slide+xml"/>
  <Override PartName="/ppt/media/image93.png" ContentType="image/png"/>
  <Override PartName="/ppt/media/image52.png" ContentType="image/png"/>
  <Override PartName="/ppt/media/image97.png" ContentType="image/png"/>
  <Override PartName="/ppt/media/image11.png" ContentType="image/png"/>
  <Override PartName="/ppt/media/image183.png" ContentType="image/png"/>
  <Override PartName="/ppt/media/image56.png" ContentType="image/png"/>
  <Override PartName="/ppt/media/image142.png" ContentType="image/png"/>
  <Override PartName="/ppt/media/image187.png" ContentType="image/png"/>
  <Override PartName="/ppt/media/image15.png" ContentType="image/png"/>
  <Override PartName="/ppt/media/image222.png" ContentType="image/png"/>
  <Override PartName="/ppt/media/image101.png" ContentType="image/png"/>
  <Override PartName="/ppt/media/image146.png" ContentType="image/png"/>
  <Override PartName="/ppt/media/image19.png" ContentType="image/png"/>
  <Override PartName="/ppt/media/image226.png" ContentType="image/png"/>
  <Override PartName="/ppt/media/image105.png" ContentType="image/png"/>
  <Override PartName="/ppt/media/image109.png" ContentType="image/png"/>
  <Override PartName="/ppt/slides/slide70.xml" ContentType="application/vnd.openxmlformats-officedocument.presentationml.slide+xml"/>
  <Override PartName="/ppt/slides/slide33.xml" ContentType="application/vnd.openxmlformats-officedocument.presentationml.slide+xml"/>
  <Override PartName="/ppt/slides/slide37.xml" ContentType="application/vnd.openxmlformats-officedocument.presentationml.slide+xml"/>
  <Override PartName="/ppt/media/image190.png" ContentType="image/png"/>
  <Override PartName="/ppt/media/image63.png" ContentType="image/png"/>
  <Override PartName="/ppt/media/image194.png" ContentType="image/png"/>
  <Override PartName="/ppt/media/image22.png" ContentType="image/png"/>
  <Override PartName="/ppt/media/image67.png" ContentType="image/png"/>
  <Override PartName="/ppt/media/image153.png" ContentType="image/png"/>
  <Override PartName="/ppt/media/image198.png" ContentType="image/png"/>
  <Override PartName="/ppt/media/image26.png" ContentType="image/png"/>
  <Override PartName="/ppt/media/image233.png" ContentType="image/png"/>
  <Override PartName="/ppt/media/image112.png" ContentType="image/png"/>
  <Override PartName="/ppt/media/image157.png" ContentType="image/png"/>
  <Override PartName="/ppt/media/image237.png" ContentType="image/png"/>
  <Override PartName="/ppt/media/image116.png" ContentType="image/png"/>
  <Override PartName="/ppt/tableStyles.xml" ContentType="application/vnd.openxmlformats-officedocument.presentationml.tableStyles+xml"/>
  <Override PartName="/ppt/slides/slide40.xml" ContentType="application/vnd.openxmlformats-officedocument.presentationml.slide+xml"/>
  <Override PartName="/ppt/slides/slide44.xml" ContentType="application/vnd.openxmlformats-officedocument.presentationml.slide+xml"/>
  <Override PartName="/ppt/media/image70.png" ContentType="image/png"/>
  <Override PartName="/ppt/slides/slide48.xml" ContentType="application/vnd.openxmlformats-officedocument.presentationml.slide+xml"/>
  <Override PartName="/ppt/media/image74.png" ContentType="image/png"/>
  <Override PartName="/ppt/media/image160.png" ContentType="image/png"/>
  <Override PartName="/ppt/media/image33.png" ContentType="image/png"/>
  <Override PartName="/ppt/media/image78.png" ContentType="image/png"/>
  <Override PartName="/ppt/media/image240.png" ContentType="image/png"/>
  <Override PartName="/ppt/media/image164.png" ContentType="image/png"/>
  <Override PartName="/ppt/media/image37.png" ContentType="image/png"/>
  <Override PartName="/ppt/media/image244.png" ContentType="image/png"/>
  <Override PartName="/ppt/media/image123.png" ContentType="image/png"/>
  <Override PartName="/ppt/media/image3.png" ContentType="image/png"/>
  <Override PartName="/ppt/media/image168.png" ContentType="image/png"/>
  <Override PartName="/ppt/media/image203.png" ContentType="image/png"/>
  <Override PartName="/ppt/media/image248.png" ContentType="image/png"/>
  <Override PartName="/ppt/media/image127.png" ContentType="image/png"/>
  <Override PartName="/ppt/media/image7.png" ContentType="image/png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media/image207.png" ContentType="image/png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51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55.xml" ContentType="application/vnd.openxmlformats-officedocument.presentationml.slide+xml"/>
  <Override PartName="/ppt/media/image81.png" ContentType="image/png"/>
  <Override PartName="/ppt/slides/slide14.xml" ContentType="application/vnd.openxmlformats-officedocument.presentationml.slide+xml"/>
  <Override PartName="/ppt/slides/slide59.xml" ContentType="application/vnd.openxmlformats-officedocument.presentationml.slide+xml"/>
  <Override PartName="/ppt/media/image40.png" ContentType="image/png"/>
  <Override PartName="/ppt/slides/slide18.xml" ContentType="application/vnd.openxmlformats-officedocument.presentationml.slide+xml"/>
  <Override PartName="/ppt/media/image85.png" ContentType="image/png"/>
  <Override PartName="/ppt/media/image171.png" ContentType="image/png"/>
  <Override PartName="/ppt/media/image44.png" ContentType="image/png"/>
  <Override PartName="/ppt/media/image89.png" ContentType="image/png"/>
  <Override PartName="/ppt/media/image130.png" ContentType="image/png"/>
  <Override PartName="/ppt/media/image175.png" ContentType="image/png"/>
  <Override PartName="/ppt/media/image48.png" ContentType="image/png"/>
  <Override PartName="/ppt/media/image210.png" ContentType="image/png"/>
  <Override PartName="/ppt/media/image134.png" ContentType="image/png"/>
  <Override PartName="/ppt/media/image179.png" ContentType="image/png"/>
  <Override PartName="/ppt/media/image214.png" ContentType="image/png"/>
  <Override PartName="/ppt/media/image138.png" ContentType="image/png"/>
  <Override PartName="/ppt/media/image218.png" ContentType="image/png"/>
  <Override PartName="/ppt/slides/slide62.xml" ContentType="application/vnd.openxmlformats-officedocument.presentationml.slide+xml"/>
  <Override PartName="/ppt/slides/slide21.xml" ContentType="application/vnd.openxmlformats-officedocument.presentationml.slide+xml"/>
  <Override PartName="/ppt/slides/slide66.xml" ContentType="application/vnd.openxmlformats-officedocument.presentationml.slide+xml"/>
  <Override PartName="/ppt/slides/slide25.xml" ContentType="application/vnd.openxmlformats-officedocument.presentationml.slide+xml"/>
  <Override PartName="/ppt/media/image92.png" ContentType="image/png"/>
  <Override PartName="/ppt/media/image51.png" ContentType="image/png"/>
  <Override PartName="/ppt/slides/slide29.xml" ContentType="application/vnd.openxmlformats-officedocument.presentationml.slide+xml"/>
  <Override PartName="/ppt/media/image96.png" ContentType="image/png"/>
  <Override PartName="/ppt/presProps.xml" ContentType="application/vnd.openxmlformats-officedocument.presentationml.presProps+xml"/>
  <Override PartName="/ppt/media/image10.png" ContentType="image/png"/>
  <Override PartName="/ppt/media/image182.png" ContentType="image/png"/>
  <Override PartName="/ppt/media/image55.png" ContentType="image/png"/>
  <Override PartName="/ppt/theme/theme1.xml" ContentType="application/vnd.openxmlformats-officedocument.theme+xml"/>
  <Override PartName="/ppt/media/image141.png" ContentType="image/png"/>
  <Override PartName="/ppt/media/image186.png" ContentType="image/png"/>
  <Override PartName="/ppt/media/image14.png" ContentType="image/png"/>
  <Override PartName="/ppt/media/image59.png" ContentType="image/png"/>
  <Override PartName="/ppt/media/image221.png" ContentType="image/png"/>
  <Override PartName="/ppt/media/image100.png" ContentType="image/png"/>
  <Override PartName="/ppt/media/image145.png" ContentType="image/png"/>
  <Override PartName="/ppt/media/image18.png" ContentType="image/png"/>
  <Override PartName="/ppt/media/image225.png" ContentType="image/png"/>
  <Override PartName="/ppt/media/image104.png" ContentType="image/png"/>
  <Override PartName="/ppt/media/image149.png" ContentType="image/png"/>
  <Override PartName="/ppt/media/image229.png" ContentType="image/png"/>
  <Override PartName="/ppt/media/image108.png" ContentType="image/png"/>
  <Override PartName="/ppt/slides/slide32.xml" ContentType="application/vnd.openxmlformats-officedocument.presentationml.slide+xml"/>
  <Override PartName="/ppt/slides/slide36.xml" ContentType="application/vnd.openxmlformats-officedocument.presentationml.slide+xml"/>
  <Override PartName="/ppt/media/image62.png" ContentType="image/png"/>
  <Override PartName="/ppt/media/image193.png" ContentType="image/png"/>
  <Override PartName="/ppt/media/image21.png" ContentType="image/png"/>
  <Override PartName="/ppt/media/image66.png" ContentType="image/png"/>
  <Override PartName="/ppt/media/image152.png" ContentType="image/png"/>
  <Override PartName="/ppt/media/image197.png" ContentType="image/png"/>
  <Override PartName="/ppt/media/image25.png" ContentType="image/png"/>
  <Override PartName="/ppt/media/image232.png" ContentType="image/png"/>
  <Override PartName="/ppt/media/image111.png" ContentType="image/png"/>
  <Override PartName="/ppt/media/image156.png" ContentType="image/png"/>
  <Override PartName="/ppt/media/image29.png" ContentType="image/png"/>
  <Override PartName="/ppt/media/image236.png" ContentType="image/png"/>
  <Override PartName="/ppt/media/image115.png" ContentType="image/png"/>
  <Override PartName="/ppt/media/image119.png" ContentType="image/png"/>
  <Override PartName="/ppt/slides/slide43.xml" ContentType="application/vnd.openxmlformats-officedocument.presentationml.slide+xml"/>
  <Override PartName="/ppt/slides/slide47.xml" ContentType="application/vnd.openxmlformats-officedocument.presentationml.slide+xml"/>
  <Override PartName="/ppt/media/image73.png" ContentType="image/png"/>
  <Override PartName="/ppt/media/image32.png" ContentType="image/png"/>
  <Override PartName="/ppt/media/image77.png" ContentType="image/png"/>
  <Override PartName="/ppt/media/image163.png" ContentType="image/png"/>
  <Override PartName="/ppt/media/image36.png" ContentType="image/png"/>
  <Override PartName="/ppt/media/image243.png" ContentType="image/png"/>
  <Override PartName="/ppt/media/image122.png" ContentType="image/png"/>
  <Override PartName="/ppt/media/image2.png" ContentType="image/png"/>
  <Override PartName="/ppt/media/image167.png" ContentType="image/png"/>
  <Override PartName="/ppt/media/image202.png" ContentType="image/png"/>
  <Override PartName="/ppt/media/image247.png" ContentType="image/png"/>
  <Override PartName="/ppt/media/image126.png" ContentType="image/png"/>
  <Override PartName="/ppt/media/image6.png" ContentType="image/png"/>
  <Override PartName="/ppt/media/image206.png" ContentType="image/png"/>
  <Override PartName="/ppt/slideLayouts/slideLayout2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50.xml" ContentType="application/vnd.openxmlformats-officedocument.presentationml.slide+xml"/>
  <Override PartName="/ppt/slides/slide8.xml" ContentType="application/vnd.openxmlformats-officedocument.presentationml.slide+xml"/>
  <Override PartName="/ppt/slides/slide54.xml" ContentType="application/vnd.openxmlformats-officedocument.presentationml.slide+xml"/>
  <Override PartName="/ppt/slideLayouts/slideLayout11.xml" ContentType="application/vnd.openxmlformats-officedocument.presentationml.slideLayout+xml"/>
  <Override PartName="/ppt/media/image80.png" ContentType="image/png"/>
  <Override PartName="/ppt/slides/slide13.xml" ContentType="application/vnd.openxmlformats-officedocument.presentationml.slide+xml"/>
  <Override PartName="/ppt/slides/slide58.xml" ContentType="application/vnd.openxmlformats-officedocument.presentationml.slide+xml"/>
  <Override PartName="/ppt/slides/slide17.xml" ContentType="application/vnd.openxmlformats-officedocument.presentationml.slide+xml"/>
  <Override PartName="/ppt/media/image84.png" ContentType="image/png"/>
  <Override PartName="/ppt/media/image170.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</p:sldIdLst>
  <p:sldSz cx="10692384" cy="7555992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extLst>
    <p:ext uri="{B7FAD843-11FC-4C32-4419-EF2F23EC5861}"/>
    <p:ext uri="{D8BF8577-1996-4ECE-9BD0-7CBCA818FF09}"/>
    <p:ext uri="{B7EE931B-9A53-490B-FAE6-44275673BAB9}"/>
  </p:extLst>
</p:presentationPr>
</file>

<file path=ppt/tableStyles.xml><?xml version="1.0" encoding="utf-8"?>
<a:tblStyleLst xmlns:a="http://schemas.openxmlformats.org/drawingml/2006/main" def="{C7263DED-E1FF-4B5D-0B87-00B9A7CE5410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01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F4809-FE8C-4CF5-1433-FA50DA8487E9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50444-F266-4E9D-966B-9DC8F8DE81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900D9F84-022C-47CB-52FC-7089D7FF3875}"/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BF8AA-6889-4ED7-2B82-54F3372693FB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50A5-B32F-4388-944C-007E4A8A73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E31446DE-1EDF-4F57-74B6-714F42F4B70F}"/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C73AC-04B8-43FC-36D1-E534F7CAD668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8A73A-CD19-47E6-F18C-535D376EBE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D265C6CF-7B67-4BBB-5880-FF55F8D41B75}"/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04CC5-8CF8-4512-B772-8F5E74AD6DBC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11A28-9993-429F-6604-E0EAA560BB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F1A33BE9-814B-44DD-23C4-F1BA03095418}"/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E05B9-FA9E-46BC-0E05-409C542FCEB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57670-306E-442E-3C36-999EB6D9D5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E4DBD079-49FF-4AD2-E8C1-FA905BFD264E}"/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C5156-7E0F-4A06-3F79-5B1FF613492A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1F078-A2A0-4E38-DFEC-9031F2357A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D732B36-8237-4C26-6F7A-0EF5D4265F6F}"/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84871-9CA2-479B-2AA3-419A28F74970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1C505-32F2-4380-5880-AB3B45A009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4EDAC935-BAA0-44BD-BA51-A61805C3F1D8}"/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7EB4-C4BB-43BC-D074-1B984033AB93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EA82B-F30C-4DD0-EFF5-418BDD0173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3E5FB594-2A15-462E-67C1-5B1AD1CA8D3A}"/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07C28-641E-4E93-DDAE-5C992E14E361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D6345-97A5-4194-1BE1-EC80EFB20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1D592D27-04E3-4E27-F2B2-8BAF998AE3CC}"/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6C84C-7E47-4D31-D3FF-7BB747381CB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5F04-B412-4D82-C29F-7D87E77F8D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7001C508-677C-4296-7E94-FCE30C933C49}"/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BCBF7-91E7-48F9-7934-DC5B955D657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E9421-7DD4-45AE-458D-780752D4B0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50095E72-E4BA-48B7-C11E-797091B9F855}"/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D7F0E-9213-4D11-BE44-08D3810154C8}" type="datetimeFigureOut">
              <a:rPr lang="zh-CN" altLang="en-US" smtClean="0"/>
              <a:t>2016/6/19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9E39E9-A2A7-41AE-34E1-55D96A0675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09E41805-7C97-411A-C4B2-CA086B694B22}"/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0.png"/><Relationship Id="rId3" Type="http://schemas.openxmlformats.org/officeDocument/2006/relationships/image" Target="/ppt/media/image1.png"/><Relationship Id="rId4" Type="http://schemas.openxmlformats.org/officeDocument/2006/relationships/image" Target="/ppt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.png"/><Relationship Id="rId3" Type="http://schemas.openxmlformats.org/officeDocument/2006/relationships/image" Target="/ppt/media/image4.png"/><Relationship Id="rId4" Type="http://schemas.openxmlformats.org/officeDocument/2006/relationships/image" Target="/ppt/media/image5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.png"/><Relationship Id="rId3" Type="http://schemas.openxmlformats.org/officeDocument/2006/relationships/image" Target="/ppt/media/image7.png"/><Relationship Id="rId4" Type="http://schemas.openxmlformats.org/officeDocument/2006/relationships/image" Target="/ppt/media/image8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9.png"/><Relationship Id="rId3" Type="http://schemas.openxmlformats.org/officeDocument/2006/relationships/image" Target="/ppt/media/image10.png"/><Relationship Id="rId4" Type="http://schemas.openxmlformats.org/officeDocument/2006/relationships/image" Target="/ppt/media/image1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2.png"/><Relationship Id="rId3" Type="http://schemas.openxmlformats.org/officeDocument/2006/relationships/image" Target="/ppt/media/image13.png"/><Relationship Id="rId4" Type="http://schemas.openxmlformats.org/officeDocument/2006/relationships/image" Target="/ppt/media/image14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5.png"/><Relationship Id="rId3" Type="http://schemas.openxmlformats.org/officeDocument/2006/relationships/image" Target="/ppt/media/image16.png"/><Relationship Id="rId4" Type="http://schemas.openxmlformats.org/officeDocument/2006/relationships/image" Target="/ppt/media/image1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8.png"/><Relationship Id="rId3" Type="http://schemas.openxmlformats.org/officeDocument/2006/relationships/image" Target="/ppt/media/image19.png"/><Relationship Id="rId4" Type="http://schemas.openxmlformats.org/officeDocument/2006/relationships/image" Target="/ppt/media/image20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1.png"/><Relationship Id="rId3" Type="http://schemas.openxmlformats.org/officeDocument/2006/relationships/image" Target="/ppt/media/image22.png"/><Relationship Id="rId4" Type="http://schemas.openxmlformats.org/officeDocument/2006/relationships/image" Target="/ppt/media/image23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4.png"/><Relationship Id="rId3" Type="http://schemas.openxmlformats.org/officeDocument/2006/relationships/image" Target="/ppt/media/image25.png"/><Relationship Id="rId4" Type="http://schemas.openxmlformats.org/officeDocument/2006/relationships/image" Target="/ppt/media/image26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7.png"/><Relationship Id="rId3" Type="http://schemas.openxmlformats.org/officeDocument/2006/relationships/image" Target="/ppt/media/image28.png"/><Relationship Id="rId4" Type="http://schemas.openxmlformats.org/officeDocument/2006/relationships/image" Target="/ppt/media/image29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0.png"/><Relationship Id="rId3" Type="http://schemas.openxmlformats.org/officeDocument/2006/relationships/image" Target="/ppt/media/image31.png"/><Relationship Id="rId4" Type="http://schemas.openxmlformats.org/officeDocument/2006/relationships/image" Target="/ppt/media/image32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3.png"/><Relationship Id="rId3" Type="http://schemas.openxmlformats.org/officeDocument/2006/relationships/image" Target="/ppt/media/image34.png"/><Relationship Id="rId4" Type="http://schemas.openxmlformats.org/officeDocument/2006/relationships/image" Target="/ppt/media/image35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6.png"/><Relationship Id="rId3" Type="http://schemas.openxmlformats.org/officeDocument/2006/relationships/image" Target="/ppt/media/image37.png"/><Relationship Id="rId4" Type="http://schemas.openxmlformats.org/officeDocument/2006/relationships/image" Target="/ppt/media/image38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9.png"/><Relationship Id="rId3" Type="http://schemas.openxmlformats.org/officeDocument/2006/relationships/image" Target="/ppt/media/image40.png"/><Relationship Id="rId4" Type="http://schemas.openxmlformats.org/officeDocument/2006/relationships/image" Target="/ppt/media/image41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2.png"/><Relationship Id="rId3" Type="http://schemas.openxmlformats.org/officeDocument/2006/relationships/image" Target="/ppt/media/image43.png"/><Relationship Id="rId4" Type="http://schemas.openxmlformats.org/officeDocument/2006/relationships/image" Target="/ppt/media/image44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5.png"/><Relationship Id="rId3" Type="http://schemas.openxmlformats.org/officeDocument/2006/relationships/image" Target="/ppt/media/image46.png"/><Relationship Id="rId4" Type="http://schemas.openxmlformats.org/officeDocument/2006/relationships/image" Target="/ppt/media/image47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8.png"/><Relationship Id="rId3" Type="http://schemas.openxmlformats.org/officeDocument/2006/relationships/image" Target="/ppt/media/image49.png"/><Relationship Id="rId4" Type="http://schemas.openxmlformats.org/officeDocument/2006/relationships/image" Target="/ppt/media/image50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1.png"/><Relationship Id="rId3" Type="http://schemas.openxmlformats.org/officeDocument/2006/relationships/image" Target="/ppt/media/image52.png"/><Relationship Id="rId4" Type="http://schemas.openxmlformats.org/officeDocument/2006/relationships/image" Target="/ppt/media/image53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4.png"/><Relationship Id="rId3" Type="http://schemas.openxmlformats.org/officeDocument/2006/relationships/image" Target="/ppt/media/image55.png"/><Relationship Id="rId4" Type="http://schemas.openxmlformats.org/officeDocument/2006/relationships/image" Target="/ppt/media/image56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7.png"/><Relationship Id="rId3" Type="http://schemas.openxmlformats.org/officeDocument/2006/relationships/image" Target="/ppt/media/image58.png"/><Relationship Id="rId4" Type="http://schemas.openxmlformats.org/officeDocument/2006/relationships/image" Target="/ppt/media/image59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0.png"/><Relationship Id="rId3" Type="http://schemas.openxmlformats.org/officeDocument/2006/relationships/image" Target="/ppt/media/image61.png"/><Relationship Id="rId4" Type="http://schemas.openxmlformats.org/officeDocument/2006/relationships/image" Target="/ppt/media/image62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3.png"/><Relationship Id="rId3" Type="http://schemas.openxmlformats.org/officeDocument/2006/relationships/image" Target="/ppt/media/image64.png"/><Relationship Id="rId4" Type="http://schemas.openxmlformats.org/officeDocument/2006/relationships/image" Target="/ppt/media/image65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6.png"/><Relationship Id="rId3" Type="http://schemas.openxmlformats.org/officeDocument/2006/relationships/image" Target="/ppt/media/image67.png"/><Relationship Id="rId4" Type="http://schemas.openxmlformats.org/officeDocument/2006/relationships/image" Target="/ppt/media/image68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9.png"/><Relationship Id="rId3" Type="http://schemas.openxmlformats.org/officeDocument/2006/relationships/image" Target="/ppt/media/image70.png"/><Relationship Id="rId4" Type="http://schemas.openxmlformats.org/officeDocument/2006/relationships/image" Target="/ppt/media/image71.pn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2.png"/><Relationship Id="rId3" Type="http://schemas.openxmlformats.org/officeDocument/2006/relationships/image" Target="/ppt/media/image73.png"/><Relationship Id="rId4" Type="http://schemas.openxmlformats.org/officeDocument/2006/relationships/image" Target="/ppt/media/image74.pn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5.png"/><Relationship Id="rId3" Type="http://schemas.openxmlformats.org/officeDocument/2006/relationships/image" Target="/ppt/media/image76.png"/><Relationship Id="rId4" Type="http://schemas.openxmlformats.org/officeDocument/2006/relationships/image" Target="/ppt/media/image77.png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8.png"/><Relationship Id="rId3" Type="http://schemas.openxmlformats.org/officeDocument/2006/relationships/image" Target="/ppt/media/image79.png"/><Relationship Id="rId4" Type="http://schemas.openxmlformats.org/officeDocument/2006/relationships/image" Target="/ppt/media/image80.png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81.png"/><Relationship Id="rId3" Type="http://schemas.openxmlformats.org/officeDocument/2006/relationships/image" Target="/ppt/media/image82.png"/><Relationship Id="rId4" Type="http://schemas.openxmlformats.org/officeDocument/2006/relationships/image" Target="/ppt/media/image83.png"/><Relationship Id="rId5" Type="http://schemas.openxmlformats.org/officeDocument/2006/relationships/image" Target="/ppt/media/image84.png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85.png"/><Relationship Id="rId3" Type="http://schemas.openxmlformats.org/officeDocument/2006/relationships/image" Target="/ppt/media/image86.png"/><Relationship Id="rId4" Type="http://schemas.openxmlformats.org/officeDocument/2006/relationships/image" Target="/ppt/media/image87.png"/><Relationship Id="rId5" Type="http://schemas.openxmlformats.org/officeDocument/2006/relationships/image" Target="/ppt/media/image88.png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89.png"/><Relationship Id="rId3" Type="http://schemas.openxmlformats.org/officeDocument/2006/relationships/image" Target="/ppt/media/image90.png"/><Relationship Id="rId4" Type="http://schemas.openxmlformats.org/officeDocument/2006/relationships/image" Target="/ppt/media/image91.png"/><Relationship Id="rId5" Type="http://schemas.openxmlformats.org/officeDocument/2006/relationships/image" Target="/ppt/media/image92.png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93.png"/><Relationship Id="rId3" Type="http://schemas.openxmlformats.org/officeDocument/2006/relationships/image" Target="/ppt/media/image94.png"/><Relationship Id="rId4" Type="http://schemas.openxmlformats.org/officeDocument/2006/relationships/image" Target="/ppt/media/image95.png"/><Relationship Id="rId5" Type="http://schemas.openxmlformats.org/officeDocument/2006/relationships/image" Target="/ppt/media/image96.png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97.png"/><Relationship Id="rId3" Type="http://schemas.openxmlformats.org/officeDocument/2006/relationships/image" Target="/ppt/media/image98.png"/><Relationship Id="rId4" Type="http://schemas.openxmlformats.org/officeDocument/2006/relationships/image" Target="/ppt/media/image99.png"/><Relationship Id="rId5" Type="http://schemas.openxmlformats.org/officeDocument/2006/relationships/image" Target="/ppt/media/image100.png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01.png"/><Relationship Id="rId3" Type="http://schemas.openxmlformats.org/officeDocument/2006/relationships/image" Target="/ppt/media/image102.png"/><Relationship Id="rId4" Type="http://schemas.openxmlformats.org/officeDocument/2006/relationships/image" Target="/ppt/media/image103.png"/><Relationship Id="rId5" Type="http://schemas.openxmlformats.org/officeDocument/2006/relationships/image" Target="/ppt/media/image104.png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05.png"/><Relationship Id="rId3" Type="http://schemas.openxmlformats.org/officeDocument/2006/relationships/image" Target="/ppt/media/image106.png"/><Relationship Id="rId4" Type="http://schemas.openxmlformats.org/officeDocument/2006/relationships/image" Target="/ppt/media/image107.png"/><Relationship Id="rId5" Type="http://schemas.openxmlformats.org/officeDocument/2006/relationships/image" Target="/ppt/media/image108.png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09.png"/><Relationship Id="rId3" Type="http://schemas.openxmlformats.org/officeDocument/2006/relationships/image" Target="/ppt/media/image110.png"/><Relationship Id="rId4" Type="http://schemas.openxmlformats.org/officeDocument/2006/relationships/image" Target="/ppt/media/image111.png"/><Relationship Id="rId5" Type="http://schemas.openxmlformats.org/officeDocument/2006/relationships/image" Target="/ppt/media/image112.png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13.png"/><Relationship Id="rId3" Type="http://schemas.openxmlformats.org/officeDocument/2006/relationships/image" Target="/ppt/media/image114.png"/><Relationship Id="rId4" Type="http://schemas.openxmlformats.org/officeDocument/2006/relationships/image" Target="/ppt/media/image115.png"/><Relationship Id="rId5" Type="http://schemas.openxmlformats.org/officeDocument/2006/relationships/image" Target="/ppt/media/image116.png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17.png"/><Relationship Id="rId3" Type="http://schemas.openxmlformats.org/officeDocument/2006/relationships/image" Target="/ppt/media/image118.png"/><Relationship Id="rId4" Type="http://schemas.openxmlformats.org/officeDocument/2006/relationships/image" Target="/ppt/media/image119.png"/><Relationship Id="rId5" Type="http://schemas.openxmlformats.org/officeDocument/2006/relationships/image" Target="/ppt/media/image120.png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21.png"/><Relationship Id="rId3" Type="http://schemas.openxmlformats.org/officeDocument/2006/relationships/image" Target="/ppt/media/image122.png"/><Relationship Id="rId4" Type="http://schemas.openxmlformats.org/officeDocument/2006/relationships/image" Target="/ppt/media/image123.png"/><Relationship Id="rId5" Type="http://schemas.openxmlformats.org/officeDocument/2006/relationships/image" Target="/ppt/media/image124.png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25.png"/><Relationship Id="rId3" Type="http://schemas.openxmlformats.org/officeDocument/2006/relationships/image" Target="/ppt/media/image126.png"/><Relationship Id="rId4" Type="http://schemas.openxmlformats.org/officeDocument/2006/relationships/image" Target="/ppt/media/image127.png"/><Relationship Id="rId5" Type="http://schemas.openxmlformats.org/officeDocument/2006/relationships/image" Target="/ppt/media/image128.png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29.png"/><Relationship Id="rId3" Type="http://schemas.openxmlformats.org/officeDocument/2006/relationships/image" Target="/ppt/media/image130.png"/><Relationship Id="rId4" Type="http://schemas.openxmlformats.org/officeDocument/2006/relationships/image" Target="/ppt/media/image131.png"/><Relationship Id="rId5" Type="http://schemas.openxmlformats.org/officeDocument/2006/relationships/image" Target="/ppt/media/image132.png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33.png"/><Relationship Id="rId3" Type="http://schemas.openxmlformats.org/officeDocument/2006/relationships/image" Target="/ppt/media/image134.png"/><Relationship Id="rId4" Type="http://schemas.openxmlformats.org/officeDocument/2006/relationships/image" Target="/ppt/media/image135.png"/><Relationship Id="rId5" Type="http://schemas.openxmlformats.org/officeDocument/2006/relationships/image" Target="/ppt/media/image136.png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37.png"/><Relationship Id="rId3" Type="http://schemas.openxmlformats.org/officeDocument/2006/relationships/image" Target="/ppt/media/image138.png"/><Relationship Id="rId4" Type="http://schemas.openxmlformats.org/officeDocument/2006/relationships/image" Target="/ppt/media/image139.png"/><Relationship Id="rId5" Type="http://schemas.openxmlformats.org/officeDocument/2006/relationships/image" Target="/ppt/media/image140.png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41.png"/><Relationship Id="rId3" Type="http://schemas.openxmlformats.org/officeDocument/2006/relationships/image" Target="/ppt/media/image142.png"/><Relationship Id="rId4" Type="http://schemas.openxmlformats.org/officeDocument/2006/relationships/image" Target="/ppt/media/image143.png"/><Relationship Id="rId5" Type="http://schemas.openxmlformats.org/officeDocument/2006/relationships/image" Target="/ppt/media/image144.png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45.png"/><Relationship Id="rId3" Type="http://schemas.openxmlformats.org/officeDocument/2006/relationships/image" Target="/ppt/media/image146.png"/><Relationship Id="rId4" Type="http://schemas.openxmlformats.org/officeDocument/2006/relationships/image" Target="/ppt/media/image147.png"/><Relationship Id="rId5" Type="http://schemas.openxmlformats.org/officeDocument/2006/relationships/image" Target="/ppt/media/image148.png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49.png"/><Relationship Id="rId3" Type="http://schemas.openxmlformats.org/officeDocument/2006/relationships/image" Target="/ppt/media/image150.png"/><Relationship Id="rId4" Type="http://schemas.openxmlformats.org/officeDocument/2006/relationships/image" Target="/ppt/media/image151.png"/><Relationship Id="rId5" Type="http://schemas.openxmlformats.org/officeDocument/2006/relationships/image" Target="/ppt/media/image152.png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53.png"/><Relationship Id="rId3" Type="http://schemas.openxmlformats.org/officeDocument/2006/relationships/image" Target="/ppt/media/image154.png"/><Relationship Id="rId4" Type="http://schemas.openxmlformats.org/officeDocument/2006/relationships/image" Target="/ppt/media/image155.png"/><Relationship Id="rId5" Type="http://schemas.openxmlformats.org/officeDocument/2006/relationships/image" Target="/ppt/media/image156.png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57.png"/><Relationship Id="rId3" Type="http://schemas.openxmlformats.org/officeDocument/2006/relationships/image" Target="/ppt/media/image158.png"/><Relationship Id="rId4" Type="http://schemas.openxmlformats.org/officeDocument/2006/relationships/image" Target="/ppt/media/image159.png"/><Relationship Id="rId5" Type="http://schemas.openxmlformats.org/officeDocument/2006/relationships/image" Target="/ppt/media/image160.png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61.png"/><Relationship Id="rId3" Type="http://schemas.openxmlformats.org/officeDocument/2006/relationships/image" Target="/ppt/media/image162.png"/><Relationship Id="rId4" Type="http://schemas.openxmlformats.org/officeDocument/2006/relationships/image" Target="/ppt/media/image163.png"/><Relationship Id="rId5" Type="http://schemas.openxmlformats.org/officeDocument/2006/relationships/image" Target="/ppt/media/image164.png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65.png"/><Relationship Id="rId3" Type="http://schemas.openxmlformats.org/officeDocument/2006/relationships/image" Target="/ppt/media/image166.png"/><Relationship Id="rId4" Type="http://schemas.openxmlformats.org/officeDocument/2006/relationships/image" Target="/ppt/media/image167.png"/><Relationship Id="rId5" Type="http://schemas.openxmlformats.org/officeDocument/2006/relationships/image" Target="/ppt/media/image168.png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69.png"/><Relationship Id="rId3" Type="http://schemas.openxmlformats.org/officeDocument/2006/relationships/image" Target="/ppt/media/image170.png"/><Relationship Id="rId4" Type="http://schemas.openxmlformats.org/officeDocument/2006/relationships/image" Target="/ppt/media/image171.png"/><Relationship Id="rId5" Type="http://schemas.openxmlformats.org/officeDocument/2006/relationships/image" Target="/ppt/media/image172.png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73.png"/><Relationship Id="rId3" Type="http://schemas.openxmlformats.org/officeDocument/2006/relationships/image" Target="/ppt/media/image174.png"/><Relationship Id="rId4" Type="http://schemas.openxmlformats.org/officeDocument/2006/relationships/image" Target="/ppt/media/image175.png"/><Relationship Id="rId5" Type="http://schemas.openxmlformats.org/officeDocument/2006/relationships/image" Target="/ppt/media/image176.png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77.png"/><Relationship Id="rId3" Type="http://schemas.openxmlformats.org/officeDocument/2006/relationships/image" Target="/ppt/media/image178.png"/><Relationship Id="rId4" Type="http://schemas.openxmlformats.org/officeDocument/2006/relationships/image" Target="/ppt/media/image179.png"/><Relationship Id="rId5" Type="http://schemas.openxmlformats.org/officeDocument/2006/relationships/image" Target="/ppt/media/image180.png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81.png"/><Relationship Id="rId3" Type="http://schemas.openxmlformats.org/officeDocument/2006/relationships/image" Target="/ppt/media/image182.png"/><Relationship Id="rId4" Type="http://schemas.openxmlformats.org/officeDocument/2006/relationships/image" Target="/ppt/media/image183.png"/><Relationship Id="rId5" Type="http://schemas.openxmlformats.org/officeDocument/2006/relationships/image" Target="/ppt/media/image184.png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85.png"/><Relationship Id="rId3" Type="http://schemas.openxmlformats.org/officeDocument/2006/relationships/image" Target="/ppt/media/image186.png"/><Relationship Id="rId4" Type="http://schemas.openxmlformats.org/officeDocument/2006/relationships/image" Target="/ppt/media/image187.png"/><Relationship Id="rId5" Type="http://schemas.openxmlformats.org/officeDocument/2006/relationships/image" Target="/ppt/media/image188.png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89.png"/><Relationship Id="rId3" Type="http://schemas.openxmlformats.org/officeDocument/2006/relationships/image" Target="/ppt/media/image190.png"/><Relationship Id="rId4" Type="http://schemas.openxmlformats.org/officeDocument/2006/relationships/image" Target="/ppt/media/image191.png"/><Relationship Id="rId5" Type="http://schemas.openxmlformats.org/officeDocument/2006/relationships/image" Target="/ppt/media/image192.png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93.png"/><Relationship Id="rId3" Type="http://schemas.openxmlformats.org/officeDocument/2006/relationships/image" Target="/ppt/media/image194.png"/><Relationship Id="rId4" Type="http://schemas.openxmlformats.org/officeDocument/2006/relationships/image" Target="/ppt/media/image195.png"/><Relationship Id="rId5" Type="http://schemas.openxmlformats.org/officeDocument/2006/relationships/image" Target="/ppt/media/image196.png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97.png"/><Relationship Id="rId3" Type="http://schemas.openxmlformats.org/officeDocument/2006/relationships/image" Target="/ppt/media/image198.png"/><Relationship Id="rId4" Type="http://schemas.openxmlformats.org/officeDocument/2006/relationships/image" Target="/ppt/media/image199.png"/><Relationship Id="rId5" Type="http://schemas.openxmlformats.org/officeDocument/2006/relationships/image" Target="/ppt/media/image200.png"/></Relationships>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01.png"/><Relationship Id="rId3" Type="http://schemas.openxmlformats.org/officeDocument/2006/relationships/image" Target="/ppt/media/image202.png"/><Relationship Id="rId4" Type="http://schemas.openxmlformats.org/officeDocument/2006/relationships/image" Target="/ppt/media/image203.png"/><Relationship Id="rId5" Type="http://schemas.openxmlformats.org/officeDocument/2006/relationships/image" Target="/ppt/media/image204.png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05.png"/><Relationship Id="rId3" Type="http://schemas.openxmlformats.org/officeDocument/2006/relationships/image" Target="/ppt/media/image206.png"/><Relationship Id="rId4" Type="http://schemas.openxmlformats.org/officeDocument/2006/relationships/image" Target="/ppt/media/image207.png"/><Relationship Id="rId5" Type="http://schemas.openxmlformats.org/officeDocument/2006/relationships/image" Target="/ppt/media/image208.png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09.png"/><Relationship Id="rId3" Type="http://schemas.openxmlformats.org/officeDocument/2006/relationships/image" Target="/ppt/media/image210.png"/><Relationship Id="rId4" Type="http://schemas.openxmlformats.org/officeDocument/2006/relationships/image" Target="/ppt/media/image211.png"/><Relationship Id="rId5" Type="http://schemas.openxmlformats.org/officeDocument/2006/relationships/image" Target="/ppt/media/image212.png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13.png"/><Relationship Id="rId3" Type="http://schemas.openxmlformats.org/officeDocument/2006/relationships/image" Target="/ppt/media/image214.png"/><Relationship Id="rId4" Type="http://schemas.openxmlformats.org/officeDocument/2006/relationships/image" Target="/ppt/media/image215.png"/><Relationship Id="rId5" Type="http://schemas.openxmlformats.org/officeDocument/2006/relationships/image" Target="/ppt/media/image216.png"/></Relationships>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17.png"/><Relationship Id="rId3" Type="http://schemas.openxmlformats.org/officeDocument/2006/relationships/image" Target="/ppt/media/image218.png"/><Relationship Id="rId4" Type="http://schemas.openxmlformats.org/officeDocument/2006/relationships/image" Target="/ppt/media/image219.png"/><Relationship Id="rId5" Type="http://schemas.openxmlformats.org/officeDocument/2006/relationships/image" Target="/ppt/media/image220.png"/></Relationships>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21.png"/><Relationship Id="rId3" Type="http://schemas.openxmlformats.org/officeDocument/2006/relationships/image" Target="/ppt/media/image222.png"/><Relationship Id="rId4" Type="http://schemas.openxmlformats.org/officeDocument/2006/relationships/image" Target="/ppt/media/image223.png"/><Relationship Id="rId5" Type="http://schemas.openxmlformats.org/officeDocument/2006/relationships/image" Target="/ppt/media/image224.png"/></Relationships>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25.png"/><Relationship Id="rId3" Type="http://schemas.openxmlformats.org/officeDocument/2006/relationships/image" Target="/ppt/media/image226.png"/><Relationship Id="rId4" Type="http://schemas.openxmlformats.org/officeDocument/2006/relationships/image" Target="/ppt/media/image227.png"/><Relationship Id="rId5" Type="http://schemas.openxmlformats.org/officeDocument/2006/relationships/image" Target="/ppt/media/image228.png"/></Relationships>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29.png"/><Relationship Id="rId3" Type="http://schemas.openxmlformats.org/officeDocument/2006/relationships/image" Target="/ppt/media/image230.png"/><Relationship Id="rId4" Type="http://schemas.openxmlformats.org/officeDocument/2006/relationships/image" Target="/ppt/media/image231.png"/><Relationship Id="rId5" Type="http://schemas.openxmlformats.org/officeDocument/2006/relationships/image" Target="/ppt/media/image232.png"/></Relationships>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33.png"/><Relationship Id="rId3" Type="http://schemas.openxmlformats.org/officeDocument/2006/relationships/image" Target="/ppt/media/image234.png"/><Relationship Id="rId4" Type="http://schemas.openxmlformats.org/officeDocument/2006/relationships/image" Target="/ppt/media/image235.png"/><Relationship Id="rId5" Type="http://schemas.openxmlformats.org/officeDocument/2006/relationships/image" Target="/ppt/media/image236.png"/></Relationships>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37.png"/><Relationship Id="rId3" Type="http://schemas.openxmlformats.org/officeDocument/2006/relationships/image" Target="/ppt/media/image238.png"/><Relationship Id="rId4" Type="http://schemas.openxmlformats.org/officeDocument/2006/relationships/image" Target="/ppt/media/image239.png"/><Relationship Id="rId5" Type="http://schemas.openxmlformats.org/officeDocument/2006/relationships/image" Target="/ppt/media/image240.png"/></Relationships>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41.png"/><Relationship Id="rId3" Type="http://schemas.openxmlformats.org/officeDocument/2006/relationships/image" Target="/ppt/media/image242.png"/><Relationship Id="rId4" Type="http://schemas.openxmlformats.org/officeDocument/2006/relationships/image" Target="/ppt/media/image243.png"/><Relationship Id="rId5" Type="http://schemas.openxmlformats.org/officeDocument/2006/relationships/image" Target="/ppt/media/image244.png"/></Relationships>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45.png"/><Relationship Id="rId3" Type="http://schemas.openxmlformats.org/officeDocument/2006/relationships/image" Target="/ppt/media/image246.png"/><Relationship Id="rId4" Type="http://schemas.openxmlformats.org/officeDocument/2006/relationships/image" Target="/ppt/media/image247.png"/><Relationship Id="rId5" Type="http://schemas.openxmlformats.org/officeDocument/2006/relationships/image" Target="/ppt/media/image248.png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C45DA581-1FC1-450C-1DD0-9A41E28E97A0}"/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ctorPath 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" name="2B5C37FF-1F4A-4A25-E4F1-DD917E919D8F"/>
          <p:cNvPicPr>
            <a:picLocks noChangeAspect="1"/>
          </p:cNvPicPr>
          <p:nvPr/>
        </p:nvPicPr>
        <p:blipFill>
          <a:blip r:embed="rId2" cstate="print">
            <a:extLst>
              <a:ext uri="{88EF42B1-D5CD-4B93-321B-F3E1179A37A5}"/>
            </a:extLst>
          </a:blip>
          <a:srcRect r="39" t="90"/>
          <a:stretch/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  <p:pic>
        <p:nvPicPr>
          <p:cNvPr id="4" name="0C455FC7-E3E2-480E-FE3A-579CDDC20059"/>
          <p:cNvPicPr>
            <a:picLocks noChangeAspect="1"/>
          </p:cNvPicPr>
          <p:nvPr/>
        </p:nvPicPr>
        <p:blipFill>
          <a:blip r:embed="rId3" cstate="print">
            <a:extLst>
              <a:ext uri="{307EDB20-8B27-4C33-644B-7E070B076933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5" name="VectorPath 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" name="VectorPath 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" name="EB23DE5A-0673-4421-AB17-632DC2E4C649"/>
          <p:cNvPicPr>
            <a:picLocks noChangeAspect="1"/>
          </p:cNvPicPr>
          <p:nvPr/>
        </p:nvPicPr>
        <p:blipFill>
          <a:blip r:embed="rId4" cstate="print">
            <a:extLst>
              <a:ext uri="{15037217-FB7D-4690-69A9-201C6A103AF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8" name="VectorPath 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" name="TextBox9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0" name="TextBox10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C1D6E3AE-9BBF-41E8-C916-E7C820B29B93}"/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VectorPath 1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" name="1E55865C-E7D0-492D-AC02-A7B8159732F9"/>
          <p:cNvPicPr>
            <a:picLocks noChangeAspect="1"/>
          </p:cNvPicPr>
          <p:nvPr/>
        </p:nvPicPr>
        <p:blipFill>
          <a:blip r:embed="rId2" cstate="print">
            <a:extLst>
              <a:ext uri="{78C05BD2-22E4-4AD6-4631-E27CD9B390D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" name="VectorPath 1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" name="VectorPath 1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" name="E57709C3-8469-4A95-CB68-8DA5435CCF2B"/>
          <p:cNvPicPr>
            <a:picLocks noChangeAspect="1"/>
          </p:cNvPicPr>
          <p:nvPr/>
        </p:nvPicPr>
        <p:blipFill>
          <a:blip r:embed="rId3" cstate="print">
            <a:extLst>
              <a:ext uri="{7FC8D6F7-E09A-4637-9D50-9490407D0BD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" name="VectorPath 1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" name="TextBox17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" name="TextBox18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" name="1EFE9E88-E34E-439D-5098-44E048D6D4DA"/>
          <p:cNvPicPr>
            <a:picLocks noChangeAspect="1"/>
          </p:cNvPicPr>
          <p:nvPr/>
        </p:nvPicPr>
        <p:blipFill>
          <a:blip r:embed="rId4" cstate="print">
            <a:extLst>
              <a:ext uri="{AF367B69-01AF-41FA-C204-1621939E0721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A545589D-6066-4DEE-C19B-E73CB3F657B7}"/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ectorPath 2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" name="FEF5B7CC-F272-46F0-7992-FA804AE812B9"/>
          <p:cNvPicPr>
            <a:picLocks noChangeAspect="1"/>
          </p:cNvPicPr>
          <p:nvPr/>
        </p:nvPicPr>
        <p:blipFill>
          <a:blip r:embed="rId2" cstate="print">
            <a:extLst>
              <a:ext uri="{4004984A-AED7-483A-B61C-39C206F60BE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" name="VectorPath 2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" name="VectorPath 2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4" name="BAFD45DE-CCEA-4244-4908-2E559C56D898"/>
          <p:cNvPicPr>
            <a:picLocks noChangeAspect="1"/>
          </p:cNvPicPr>
          <p:nvPr/>
        </p:nvPicPr>
        <p:blipFill>
          <a:blip r:embed="rId3" cstate="print">
            <a:extLst>
              <a:ext uri="{B309880A-3E61-4AD9-3598-41DF75FC67C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5" name="VectorPath 2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6" name="TextBox26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7" name="TextBox27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8" name="4B30C4FA-BF6F-4970-DD27-1008B2849D6E"/>
          <p:cNvPicPr>
            <a:picLocks noChangeAspect="1"/>
          </p:cNvPicPr>
          <p:nvPr/>
        </p:nvPicPr>
        <p:blipFill>
          <a:blip r:embed="rId4" cstate="print">
            <a:extLst>
              <a:ext uri="{1D9F8803-A35A-4F4E-5DCE-0FB467761DD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B2808F21-55C4-4201-FE5D-E5CE46CCC411}"/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VectorPath 2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0" name="28FAAD61-1E8B-41E7-9CAB-2D6BCB79DE16"/>
          <p:cNvPicPr>
            <a:picLocks noChangeAspect="1"/>
          </p:cNvPicPr>
          <p:nvPr/>
        </p:nvPicPr>
        <p:blipFill>
          <a:blip r:embed="rId2" cstate="print">
            <a:extLst>
              <a:ext uri="{2D38F870-40FD-42F3-BB5F-A5FB23C58FDC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1" name="VectorPath 3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32" name="VectorPath 3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33" name="A8FDF33E-3B79-48AB-B6A5-E3A55E9EABAB"/>
          <p:cNvPicPr>
            <a:picLocks noChangeAspect="1"/>
          </p:cNvPicPr>
          <p:nvPr/>
        </p:nvPicPr>
        <p:blipFill>
          <a:blip r:embed="rId3" cstate="print">
            <a:extLst>
              <a:ext uri="{6DA2FF41-A3C4-4207-A561-0BB6635C464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4" name="VectorPath 3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5" name="TextBox35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6" name="TextBox36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7" name="6A17D274-A957-4203-2752-885BACEAFB6E"/>
          <p:cNvPicPr>
            <a:picLocks noChangeAspect="1"/>
          </p:cNvPicPr>
          <p:nvPr/>
        </p:nvPicPr>
        <p:blipFill>
          <a:blip r:embed="rId4" cstate="print">
            <a:extLst>
              <a:ext uri="{38750559-5E1F-4251-515A-45C7B3093AF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0A0F7C14-EA31-45FC-DC54-E5E754247A4E}"/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VectorPath 3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9" name="79F52A43-73E8-4E75-4942-EC6BB5835DD5"/>
          <p:cNvPicPr>
            <a:picLocks noChangeAspect="1"/>
          </p:cNvPicPr>
          <p:nvPr/>
        </p:nvPicPr>
        <p:blipFill>
          <a:blip r:embed="rId2" cstate="print">
            <a:extLst>
              <a:ext uri="{C8FD5A8C-06BF-4EB2-A843-5C23EB9729C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0" name="VectorPath 4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41" name="VectorPath 4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42" name="D907678D-6DDD-4BEC-2AD7-FCD27E79BD9F"/>
          <p:cNvPicPr>
            <a:picLocks noChangeAspect="1"/>
          </p:cNvPicPr>
          <p:nvPr/>
        </p:nvPicPr>
        <p:blipFill>
          <a:blip r:embed="rId3" cstate="print">
            <a:extLst>
              <a:ext uri="{43F4D900-3FE7-46D3-3D26-64DA778C992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3" name="VectorPath 4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4" name="TextBox44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5" name="TextBox45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6" name="476F2562-780C-41DC-0DBA-A355125124A7"/>
          <p:cNvPicPr>
            <a:picLocks noChangeAspect="1"/>
          </p:cNvPicPr>
          <p:nvPr/>
        </p:nvPicPr>
        <p:blipFill>
          <a:blip r:embed="rId4" cstate="print">
            <a:extLst>
              <a:ext uri="{8800BBE8-EB7E-4188-033D-54626268F2D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3D4A442-9235-46F0-BA81-0CD19D7B1CD7}"/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VectorPath 4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8" name="60F9057F-9325-4160-D04B-CA5A40308447"/>
          <p:cNvPicPr>
            <a:picLocks noChangeAspect="1"/>
          </p:cNvPicPr>
          <p:nvPr/>
        </p:nvPicPr>
        <p:blipFill>
          <a:blip r:embed="rId2" cstate="print">
            <a:extLst>
              <a:ext uri="{91D5CA28-F554-4FE1-F222-319BD55DF37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9" name="VectorPath 4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50" name="VectorPath 5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51" name="BDF0204E-1500-4A8E-493D-76A27593B2B8"/>
          <p:cNvPicPr>
            <a:picLocks noChangeAspect="1"/>
          </p:cNvPicPr>
          <p:nvPr/>
        </p:nvPicPr>
        <p:blipFill>
          <a:blip r:embed="rId3" cstate="print">
            <a:extLst>
              <a:ext uri="{1FE88040-E31C-4943-7DD4-7711B3079C2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52" name="VectorPath 5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3" name="TextBox53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54" name="TextBox54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55" name="FA50AA12-042C-4034-71F1-83396ED36713"/>
          <p:cNvPicPr>
            <a:picLocks noChangeAspect="1"/>
          </p:cNvPicPr>
          <p:nvPr/>
        </p:nvPicPr>
        <p:blipFill>
          <a:blip r:embed="rId4" cstate="print">
            <a:extLst>
              <a:ext uri="{5EDFF6F9-4C24-40F4-9B83-1770FEF461E1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F14E4CE-3704-4DA3-6425-613300B4EC47}"/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VectorPath 5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57" name="3D34ABA4-5D6A-47E2-BC9E-028022CE58F0"/>
          <p:cNvPicPr>
            <a:picLocks noChangeAspect="1"/>
          </p:cNvPicPr>
          <p:nvPr/>
        </p:nvPicPr>
        <p:blipFill>
          <a:blip r:embed="rId2" cstate="print">
            <a:extLst>
              <a:ext uri="{F437C573-600E-4DDC-1B18-03453E0EF9B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58" name="VectorPath 5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59" name="VectorPath 5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60" name="5319835E-E3DA-43A7-8FCF-30FCCE89DFB8"/>
          <p:cNvPicPr>
            <a:picLocks noChangeAspect="1"/>
          </p:cNvPicPr>
          <p:nvPr/>
        </p:nvPicPr>
        <p:blipFill>
          <a:blip r:embed="rId3" cstate="print">
            <a:extLst>
              <a:ext uri="{68AA8A5B-C495-4312-F928-8A9B82F334D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61" name="VectorPath 6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62" name="TextBox62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63" name="TextBox63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64" name="5C5D53BD-9994-4440-3DF1-EC20A3B00E98"/>
          <p:cNvPicPr>
            <a:picLocks noChangeAspect="1"/>
          </p:cNvPicPr>
          <p:nvPr/>
        </p:nvPicPr>
        <p:blipFill>
          <a:blip r:embed="rId4" cstate="print">
            <a:extLst>
              <a:ext uri="{B3405510-BAB3-4585-D7CA-EC37E0AAF17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BBFC819-18A1-4E1A-22E2-40E588A117EE}"/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VectorPath 6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66" name="C9A9D9C7-F8C0-4E86-EB89-8321EF6D4E2C"/>
          <p:cNvPicPr>
            <a:picLocks noChangeAspect="1"/>
          </p:cNvPicPr>
          <p:nvPr/>
        </p:nvPicPr>
        <p:blipFill>
          <a:blip r:embed="rId2" cstate="print">
            <a:extLst>
              <a:ext uri="{AF7A8884-6AA7-4E6D-BFB6-E5925D94CF3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67" name="VectorPath 6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8" name="VectorPath 6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69" name="1404F7AA-1F94-4382-20D3-7368C9E0464F"/>
          <p:cNvPicPr>
            <a:picLocks noChangeAspect="1"/>
          </p:cNvPicPr>
          <p:nvPr/>
        </p:nvPicPr>
        <p:blipFill>
          <a:blip r:embed="rId3" cstate="print">
            <a:extLst>
              <a:ext uri="{07596BB1-7A54-4923-9E39-ED333B8BA1B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70" name="VectorPath 7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71" name="TextBox71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72" name="TextBox72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8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73" name="9DD0371A-9D4A-44A5-9A4F-7FACCC0438EC"/>
          <p:cNvPicPr>
            <a:picLocks noChangeAspect="1"/>
          </p:cNvPicPr>
          <p:nvPr/>
        </p:nvPicPr>
        <p:blipFill>
          <a:blip r:embed="rId4" cstate="print">
            <a:extLst>
              <a:ext uri="{3BB9F651-99B9-4658-DB33-E0B710DA654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1E330AB-6B56-498D-BD7A-64723F22066D}"/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VectorPath 7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75" name="DC7791C5-8D85-40FF-4733-38C7F9399880"/>
          <p:cNvPicPr>
            <a:picLocks noChangeAspect="1"/>
          </p:cNvPicPr>
          <p:nvPr/>
        </p:nvPicPr>
        <p:blipFill>
          <a:blip r:embed="rId2" cstate="print">
            <a:extLst>
              <a:ext uri="{867BAFB9-E443-4F9B-7CC4-7ABE5F15E115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76" name="VectorPath 7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77" name="VectorPath 7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8" name="589FE7D5-9C8E-4FE5-A5C5-F2C8AC6EEFB0"/>
          <p:cNvPicPr>
            <a:picLocks noChangeAspect="1"/>
          </p:cNvPicPr>
          <p:nvPr/>
        </p:nvPicPr>
        <p:blipFill>
          <a:blip r:embed="rId3" cstate="print">
            <a:extLst>
              <a:ext uri="{02EB1837-CD1D-4FF5-6607-4F386B70EAB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79" name="VectorPath 79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80" name="TextBox80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81" name="TextBox81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82" name="616F569C-ED48-478C-52AF-3CB2F0014B23"/>
          <p:cNvPicPr>
            <a:picLocks noChangeAspect="1"/>
          </p:cNvPicPr>
          <p:nvPr/>
        </p:nvPicPr>
        <p:blipFill>
          <a:blip r:embed="rId4" cstate="print">
            <a:extLst>
              <a:ext uri="{DD6DC944-4163-4225-52EC-48D2CB53B13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4008BFD-D0D4-478E-86CD-44AA0E24DA35}"/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VectorPath 8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84" name="A9972D9F-A23D-4ECE-BAAE-69F455A40A02"/>
          <p:cNvPicPr>
            <a:picLocks noChangeAspect="1"/>
          </p:cNvPicPr>
          <p:nvPr/>
        </p:nvPicPr>
        <p:blipFill>
          <a:blip r:embed="rId2" cstate="print">
            <a:extLst>
              <a:ext uri="{BE1EE956-58EE-4042-CAF2-BFF63C639870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85" name="VectorPath 8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86" name="VectorPath 8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87" name="95B3BA21-17FB-4037-2B55-1F329E4E0387"/>
          <p:cNvPicPr>
            <a:picLocks noChangeAspect="1"/>
          </p:cNvPicPr>
          <p:nvPr/>
        </p:nvPicPr>
        <p:blipFill>
          <a:blip r:embed="rId3" cstate="print">
            <a:extLst>
              <a:ext uri="{80766A57-616D-49B1-B13B-22A020B73AE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88" name="VectorPath 8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89" name="TextBox89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90" name="TextBox90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91" name="4F240916-2F55-4C23-98F6-0DA275EC83D5"/>
          <p:cNvPicPr>
            <a:picLocks noChangeAspect="1"/>
          </p:cNvPicPr>
          <p:nvPr/>
        </p:nvPicPr>
        <p:blipFill>
          <a:blip r:embed="rId4" cstate="print">
            <a:extLst>
              <a:ext uri="{5CFD8737-9FEA-4AF7-9B35-EFD4CD46EAC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C44619F-2F95-4C72-6B96-E5C5896050C1}"/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VectorPath 9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93" name="DF309BC8-30DF-415A-0B5E-6F8FE5569AEA"/>
          <p:cNvPicPr>
            <a:picLocks noChangeAspect="1"/>
          </p:cNvPicPr>
          <p:nvPr/>
        </p:nvPicPr>
        <p:blipFill>
          <a:blip r:embed="rId2" cstate="print">
            <a:extLst>
              <a:ext uri="{17E80F3B-E40B-4F89-6D53-1D4632A8DEFC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94" name="VectorPath 9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95" name="VectorPath 9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96" name="3E6181BF-5874-4C30-DDA0-4F420B3FC448"/>
          <p:cNvPicPr>
            <a:picLocks noChangeAspect="1"/>
          </p:cNvPicPr>
          <p:nvPr/>
        </p:nvPicPr>
        <p:blipFill>
          <a:blip r:embed="rId3" cstate="print">
            <a:extLst>
              <a:ext uri="{8E8B0867-04C8-4DCA-9A1C-939091D69EB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97" name="VectorPath 9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8" name="TextBox98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99" name="TextBox99"/>
          <p:cNvSpPr txBox="1"/>
          <p:nvPr/>
        </p:nvSpPr>
        <p:spPr>
          <a:xfrm>
            <a:off x="5082034" y="7231956"/>
            <a:ext cx="531835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65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00" name="496AF737-7427-4B7B-D6EB-8E1AD0F63C14"/>
          <p:cNvPicPr>
            <a:picLocks noChangeAspect="1"/>
          </p:cNvPicPr>
          <p:nvPr/>
        </p:nvPicPr>
        <p:blipFill>
          <a:blip r:embed="rId4" cstate="print">
            <a:extLst>
              <a:ext uri="{4EEB4B59-A53D-4C2A-B7DA-183D46F9D071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E8C0E08-00DD-4E53-1705-79B42DCBB0C8}"/>
    </p:extLst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VectorPath 10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02" name="886612E4-727B-4FA4-1DB8-C874D73AE024"/>
          <p:cNvPicPr>
            <a:picLocks noChangeAspect="1"/>
          </p:cNvPicPr>
          <p:nvPr/>
        </p:nvPicPr>
        <p:blipFill>
          <a:blip r:embed="rId2" cstate="print">
            <a:extLst>
              <a:ext uri="{2807155B-596B-418F-AFA2-794C662B115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03" name="VectorPath 10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04" name="VectorPath 10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05" name="649B8A04-9D89-4E78-BA3C-C3F6AB4B6FFA"/>
          <p:cNvPicPr>
            <a:picLocks noChangeAspect="1"/>
          </p:cNvPicPr>
          <p:nvPr/>
        </p:nvPicPr>
        <p:blipFill>
          <a:blip r:embed="rId3" cstate="print">
            <a:extLst>
              <a:ext uri="{56FD4274-24B1-4B4D-7A31-852F18043B2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06" name="VectorPath 10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07" name="TextBox107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08" name="TextBox108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09" name="4FF89666-060D-4845-5AC0-3C4DB71A57A6"/>
          <p:cNvPicPr>
            <a:picLocks noChangeAspect="1"/>
          </p:cNvPicPr>
          <p:nvPr/>
        </p:nvPicPr>
        <p:blipFill>
          <a:blip r:embed="rId4" cstate="print">
            <a:extLst>
              <a:ext uri="{DCD58ECA-91B3-4E24-65A0-77A3F45C250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A804A25F-4C95-48E4-14A0-C3D7C70A869C}"/>
    </p:extLst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VectorPath 11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11" name="D435B8AF-A813-4B01-7B2B-6A867AA1F3EE"/>
          <p:cNvPicPr>
            <a:picLocks noChangeAspect="1"/>
          </p:cNvPicPr>
          <p:nvPr/>
        </p:nvPicPr>
        <p:blipFill>
          <a:blip r:embed="rId2" cstate="print">
            <a:extLst>
              <a:ext uri="{7E317F87-9387-40B8-FB83-6017424B0C9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12" name="VectorPath 11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13" name="VectorPath 11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14" name="A1FD8A45-561E-4EE8-D61E-4F3CC3C2D770"/>
          <p:cNvPicPr>
            <a:picLocks noChangeAspect="1"/>
          </p:cNvPicPr>
          <p:nvPr/>
        </p:nvPicPr>
        <p:blipFill>
          <a:blip r:embed="rId3" cstate="print">
            <a:extLst>
              <a:ext uri="{8982ACDD-D521-4470-555B-A85E2190ABA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15" name="VectorPath 11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16" name="TextBox116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17" name="TextBox117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18" name="A415B2CC-A126-4602-30DF-D4AF07ECA326"/>
          <p:cNvPicPr>
            <a:picLocks noChangeAspect="1"/>
          </p:cNvPicPr>
          <p:nvPr/>
        </p:nvPicPr>
        <p:blipFill>
          <a:blip r:embed="rId4" cstate="print">
            <a:extLst>
              <a:ext uri="{F84E43BC-694E-4DB9-2890-B69FDCFD5F9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40691002-3837-4BAB-7EDE-78027202E1E3}"/>
    </p:extLst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VectorPath 11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0" name="0FA6800E-6788-41EB-0340-47786E10974B"/>
          <p:cNvPicPr>
            <a:picLocks noChangeAspect="1"/>
          </p:cNvPicPr>
          <p:nvPr/>
        </p:nvPicPr>
        <p:blipFill>
          <a:blip r:embed="rId2" cstate="print">
            <a:extLst>
              <a:ext uri="{97D41A5A-76A4-46A0-E5BF-3BE42F9D68E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21" name="VectorPath 12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22" name="VectorPath 12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23" name="2DE6AF40-C7CE-436B-4C56-D10A5D6D4102"/>
          <p:cNvPicPr>
            <a:picLocks noChangeAspect="1"/>
          </p:cNvPicPr>
          <p:nvPr/>
        </p:nvPicPr>
        <p:blipFill>
          <a:blip r:embed="rId3" cstate="print">
            <a:extLst>
              <a:ext uri="{08F033EF-CA2D-47F5-1227-3D6397644BC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24" name="VectorPath 12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25" name="TextBox125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26" name="TextBox126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27" name="291A8C15-2444-421E-BDC8-B821AE6433D3"/>
          <p:cNvPicPr>
            <a:picLocks noChangeAspect="1"/>
          </p:cNvPicPr>
          <p:nvPr/>
        </p:nvPicPr>
        <p:blipFill>
          <a:blip r:embed="rId4" cstate="print">
            <a:extLst>
              <a:ext uri="{396F5F09-02E2-4B6D-F126-473A727051FE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FFA5E2E-07B4-4C6F-D602-FBC8353DEE35}"/>
    </p:extLst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VectorPath 12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9" name="FCB5C838-3CD6-4A16-0FB3-D9D0D483827C"/>
          <p:cNvPicPr>
            <a:picLocks noChangeAspect="1"/>
          </p:cNvPicPr>
          <p:nvPr/>
        </p:nvPicPr>
        <p:blipFill>
          <a:blip r:embed="rId2" cstate="print">
            <a:extLst>
              <a:ext uri="{57FA7A4A-1E96-4FD4-205C-6535EEDEED27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0" name="VectorPath 13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31" name="VectorPath 13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32" name="85AD0D20-3552-44AD-12FF-C7F62D1C819F"/>
          <p:cNvPicPr>
            <a:picLocks noChangeAspect="1"/>
          </p:cNvPicPr>
          <p:nvPr/>
        </p:nvPicPr>
        <p:blipFill>
          <a:blip r:embed="rId3" cstate="print">
            <a:extLst>
              <a:ext uri="{2B408E3D-D122-4DDC-2C23-28DE914C18E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33" name="VectorPath 13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34" name="TextBox134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35" name="TextBox135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36" name="C5920B07-E07C-4D92-F1E1-3844FF235999"/>
          <p:cNvPicPr>
            <a:picLocks noChangeAspect="1"/>
          </p:cNvPicPr>
          <p:nvPr/>
        </p:nvPicPr>
        <p:blipFill>
          <a:blip r:embed="rId4" cstate="print">
            <a:extLst>
              <a:ext uri="{8DF36FAB-B847-493D-7F66-B1C388EC167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2725C2F1-ECCB-414F-D3DD-58947F33A5A7}"/>
    </p:extLst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VectorPath 13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38" name="3D676E65-9478-42A4-43C1-B4759B91392A"/>
          <p:cNvPicPr>
            <a:picLocks noChangeAspect="1"/>
          </p:cNvPicPr>
          <p:nvPr/>
        </p:nvPicPr>
        <p:blipFill>
          <a:blip r:embed="rId2" cstate="print">
            <a:extLst>
              <a:ext uri="{FD773EA7-8ABB-4E72-2C8F-0EA79F92FB7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9" name="VectorPath 13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0" name="VectorPath 14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41" name="08E0285E-712B-48BC-1728-3C06E5E1F2F7"/>
          <p:cNvPicPr>
            <a:picLocks noChangeAspect="1"/>
          </p:cNvPicPr>
          <p:nvPr/>
        </p:nvPicPr>
        <p:blipFill>
          <a:blip r:embed="rId3" cstate="print">
            <a:extLst>
              <a:ext uri="{AD500F7B-F138-4BB3-218E-7BAE7BA84A8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42" name="VectorPath 14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43" name="TextBox143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44" name="TextBox144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45" name="F5E8C742-879B-40E8-F614-62B490BE337D"/>
          <p:cNvPicPr>
            <a:picLocks noChangeAspect="1"/>
          </p:cNvPicPr>
          <p:nvPr/>
        </p:nvPicPr>
        <p:blipFill>
          <a:blip r:embed="rId4" cstate="print">
            <a:extLst>
              <a:ext uri="{CB715898-1CBD-4EA3-DAC7-69F319AF52E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93106BBC-1E66-49AD-97E2-7D83A40DAE9A}"/>
    </p:extLst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VectorPath 14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47" name="82DDBC3B-7265-4A83-3A3B-F92B09415046"/>
          <p:cNvPicPr>
            <a:picLocks noChangeAspect="1"/>
          </p:cNvPicPr>
          <p:nvPr/>
        </p:nvPicPr>
        <p:blipFill>
          <a:blip r:embed="rId2" cstate="print">
            <a:extLst>
              <a:ext uri="{6C35A67B-529C-44BB-7791-92036932094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48" name="VectorPath 14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9" name="VectorPath 14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0" name="4BD6B891-388A-4809-362C-7D42DDB4C827"/>
          <p:cNvPicPr>
            <a:picLocks noChangeAspect="1"/>
          </p:cNvPicPr>
          <p:nvPr/>
        </p:nvPicPr>
        <p:blipFill>
          <a:blip r:embed="rId3" cstate="print">
            <a:extLst>
              <a:ext uri="{E8BB9C70-5C21-4BDF-82C3-B5348638ABE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51" name="VectorPath 15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52" name="TextBox152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53" name="TextBox153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54" name="7F57AD3A-ADEF-477A-C6F4-A93E66AAE54B"/>
          <p:cNvPicPr>
            <a:picLocks noChangeAspect="1"/>
          </p:cNvPicPr>
          <p:nvPr/>
        </p:nvPicPr>
        <p:blipFill>
          <a:blip r:embed="rId4" cstate="print">
            <a:extLst>
              <a:ext uri="{C1EA768E-0128-44A0-EEAC-1751543E272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5F5A2B3-C0EA-416B-5E54-2B6756D51BC7}"/>
    </p:extLst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VectorPath 15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56" name="1E6FBA40-5CDD-430E-7B55-463AB905462C"/>
          <p:cNvPicPr>
            <a:picLocks noChangeAspect="1"/>
          </p:cNvPicPr>
          <p:nvPr/>
        </p:nvPicPr>
        <p:blipFill>
          <a:blip r:embed="rId2" cstate="print">
            <a:extLst>
              <a:ext uri="{87F727EF-4797-4820-B822-3C8664F130C7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57" name="VectorPath 15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58" name="VectorPath 15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9" name="A8FDDEEF-1063-4227-F0FB-465CCA5822AF"/>
          <p:cNvPicPr>
            <a:picLocks noChangeAspect="1"/>
          </p:cNvPicPr>
          <p:nvPr/>
        </p:nvPicPr>
        <p:blipFill>
          <a:blip r:embed="rId3" cstate="print">
            <a:extLst>
              <a:ext uri="{507DE26B-655C-41F5-B74C-B5DDC5C2BFB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0" name="VectorPath 16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61" name="TextBox161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62" name="TextBox162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18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63" name="4027B5B2-2719-437B-62C4-185D006B3ACB"/>
          <p:cNvPicPr>
            <a:picLocks noChangeAspect="1"/>
          </p:cNvPicPr>
          <p:nvPr/>
        </p:nvPicPr>
        <p:blipFill>
          <a:blip r:embed="rId4" cstate="print">
            <a:extLst>
              <a:ext uri="{BF3811C4-8B33-4932-6800-0C14EBF160E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2A2C8A1-9805-45A2-5BA3-9BE8151EB610}"/>
    </p:extLst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VectorPath 16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65" name="BB8A9935-6649-4BA2-6EA6-F8A1B65AA264"/>
          <p:cNvPicPr>
            <a:picLocks noChangeAspect="1"/>
          </p:cNvPicPr>
          <p:nvPr/>
        </p:nvPicPr>
        <p:blipFill>
          <a:blip r:embed="rId2" cstate="print">
            <a:extLst>
              <a:ext uri="{65125FAF-A371-4A2F-2BE5-A4B8E4126B1E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66" name="VectorPath 16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67" name="VectorPath 16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68" name="1FCBDD48-8ADA-4C8A-52B2-F59BB36D72D9"/>
          <p:cNvPicPr>
            <a:picLocks noChangeAspect="1"/>
          </p:cNvPicPr>
          <p:nvPr/>
        </p:nvPicPr>
        <p:blipFill>
          <a:blip r:embed="rId3" cstate="print">
            <a:extLst>
              <a:ext uri="{8BA9C9CA-06D0-489E-FCAD-6F94D2F7907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9" name="VectorPath 169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0" name="TextBox170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71" name="TextBox171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72" name="7EB069E4-D219-493C-FB39-F99E7B398B56"/>
          <p:cNvPicPr>
            <a:picLocks noChangeAspect="1"/>
          </p:cNvPicPr>
          <p:nvPr/>
        </p:nvPicPr>
        <p:blipFill>
          <a:blip r:embed="rId4" cstate="print">
            <a:extLst>
              <a:ext uri="{7C24441D-9482-4027-0493-D72DEC72B17E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CD9FBF58-75D7-42F4-BAC1-6F72F22D1E2D}"/>
    </p:extLst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VectorPath 17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74" name="2E683F73-90C9-4416-C652-6F596D5387C1"/>
          <p:cNvPicPr>
            <a:picLocks noChangeAspect="1"/>
          </p:cNvPicPr>
          <p:nvPr/>
        </p:nvPicPr>
        <p:blipFill>
          <a:blip r:embed="rId2" cstate="print">
            <a:extLst>
              <a:ext uri="{58BF7B01-FA99-4F9B-08FB-5FEACE0B12D0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75" name="VectorPath 17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76" name="VectorPath 17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77" name="ACBD7FB1-EDC0-480A-86CB-95608A355825"/>
          <p:cNvPicPr>
            <a:picLocks noChangeAspect="1"/>
          </p:cNvPicPr>
          <p:nvPr/>
        </p:nvPicPr>
        <p:blipFill>
          <a:blip r:embed="rId3" cstate="print">
            <a:extLst>
              <a:ext uri="{5DA33D98-5CB6-4740-1194-FCE4098EEB8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78" name="VectorPath 17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9" name="TextBox179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0" name="TextBox180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81" name="EADB2B35-64FB-4F91-3ADD-3C08F11BB6BD"/>
          <p:cNvPicPr>
            <a:picLocks noChangeAspect="1"/>
          </p:cNvPicPr>
          <p:nvPr/>
        </p:nvPicPr>
        <p:blipFill>
          <a:blip r:embed="rId4" cstate="print">
            <a:extLst>
              <a:ext uri="{4DB800D6-A5F5-4891-210E-05C4DB49F3B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DBEEC0D-2B25-440E-C92E-F1D728E12DB1}"/>
    </p:extLst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VectorPath 18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83" name="F3508ABB-B941-4777-C76D-797F7D6DDFA5"/>
          <p:cNvPicPr>
            <a:picLocks noChangeAspect="1"/>
          </p:cNvPicPr>
          <p:nvPr/>
        </p:nvPicPr>
        <p:blipFill>
          <a:blip r:embed="rId2" cstate="print">
            <a:extLst>
              <a:ext uri="{54B8957D-A9BC-4307-5EAD-A94F8689B83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84" name="VectorPath 18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85" name="VectorPath 18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86" name="7C3E3D4E-3CB2-4B99-634B-285C0EDB5BB9"/>
          <p:cNvPicPr>
            <a:picLocks noChangeAspect="1"/>
          </p:cNvPicPr>
          <p:nvPr/>
        </p:nvPicPr>
        <p:blipFill>
          <a:blip r:embed="rId3" cstate="print">
            <a:extLst>
              <a:ext uri="{8650DB59-B2BB-47F7-5C87-4C8D44198FD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87" name="VectorPath 18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88" name="TextBox188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9" name="TextBox189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0" name="3457D42D-A351-4446-07B4-8D76CEE28A9A"/>
          <p:cNvPicPr>
            <a:picLocks noChangeAspect="1"/>
          </p:cNvPicPr>
          <p:nvPr/>
        </p:nvPicPr>
        <p:blipFill>
          <a:blip r:embed="rId4" cstate="print">
            <a:extLst>
              <a:ext uri="{AD1FF929-3FCD-40EC-D0E6-026765E4C67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8ED6590A-19AC-42C4-7922-A12EFE297022}"/>
    </p:extLst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VectorPath 19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92" name="0ACDF2E0-A14E-4630-E58C-FCDA6A36F80B"/>
          <p:cNvPicPr>
            <a:picLocks noChangeAspect="1"/>
          </p:cNvPicPr>
          <p:nvPr/>
        </p:nvPicPr>
        <p:blipFill>
          <a:blip r:embed="rId2" cstate="print">
            <a:extLst>
              <a:ext uri="{3995C343-B7EC-4A79-D7EE-1AD5580116A9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93" name="VectorPath 19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94" name="VectorPath 19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95" name="55AEFB10-4A7F-4AC8-CF17-C1D2C1286114"/>
          <p:cNvPicPr>
            <a:picLocks noChangeAspect="1"/>
          </p:cNvPicPr>
          <p:nvPr/>
        </p:nvPicPr>
        <p:blipFill>
          <a:blip r:embed="rId3" cstate="print">
            <a:extLst>
              <a:ext uri="{001CAA94-74F2-46CD-1458-58258965555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96" name="VectorPath 19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97" name="TextBox197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98" name="TextBox198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9" name="D2E1DA99-7C71-465F-9F72-15320C040DEF"/>
          <p:cNvPicPr>
            <a:picLocks noChangeAspect="1"/>
          </p:cNvPicPr>
          <p:nvPr/>
        </p:nvPicPr>
        <p:blipFill>
          <a:blip r:embed="rId4" cstate="print">
            <a:extLst>
              <a:ext uri="{9D899728-2C34-4E5F-45C6-78A29C0FAB6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6998CE6-ED01-4A9F-3D16-468A482237F0}"/>
    </p:extLst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VectorPath 20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01" name="38DD141A-B3E9-45BA-211C-2EB606E07772"/>
          <p:cNvPicPr>
            <a:picLocks noChangeAspect="1"/>
          </p:cNvPicPr>
          <p:nvPr/>
        </p:nvPicPr>
        <p:blipFill>
          <a:blip r:embed="rId2" cstate="print">
            <a:extLst>
              <a:ext uri="{1E7801B9-571E-4A89-5085-266ACDFE8365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202" name="F7E6BA59-F9F1-41F4-BA00-627CFDD82ED4"/>
          <p:cNvPicPr>
            <a:picLocks noChangeAspect="1"/>
          </p:cNvPicPr>
          <p:nvPr/>
        </p:nvPicPr>
        <p:blipFill>
          <a:blip r:embed="rId3" cstate="print">
            <a:extLst>
              <a:ext uri="{8831CF0F-3349-4C16-3AF7-B48C9B33C29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203" name="VectorPath 20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04" name="VectorPath 20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05" name="1B21C382-E055-4353-B464-6A5BDEF757F0"/>
          <p:cNvPicPr>
            <a:picLocks noChangeAspect="1"/>
          </p:cNvPicPr>
          <p:nvPr/>
        </p:nvPicPr>
        <p:blipFill>
          <a:blip r:embed="rId4" cstate="print">
            <a:extLst>
              <a:ext uri="{7DD31027-28DE-4391-7393-CA5A1DFE2D5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206" name="Combination 206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207" name="VectorPath 207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208" name="VectorPath 208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209" name="VectorPath 209"/>
            <p:cNvSpPr/>
            <p:nvPr/>
          </p:nvSpPr>
          <p:spPr>
            <a:xfrm>
              <a:off x="2000250" y="4733926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210" name="VectorPath 210"/>
            <p:cNvSpPr/>
            <p:nvPr/>
          </p:nvSpPr>
          <p:spPr>
            <a:xfrm>
              <a:off x="2000250" y="556260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211" name="TextBox211"/>
          <p:cNvSpPr txBox="1"/>
          <p:nvPr/>
        </p:nvSpPr>
        <p:spPr>
          <a:xfrm>
            <a:off x="2118568" y="3100166"/>
            <a:ext cx="259884" cy="291251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212" name="VectorPath 21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13" name="TextBox213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14" name="TextBox214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198554B2-5C9E-448B-FFD8-1DC8738181F2}"/>
    </p:extLst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VectorPath 21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6" name="9F398BAD-BA89-4ABC-86DB-A362F0867083"/>
          <p:cNvPicPr>
            <a:picLocks noChangeAspect="1"/>
          </p:cNvPicPr>
          <p:nvPr/>
        </p:nvPicPr>
        <p:blipFill>
          <a:blip r:embed="rId2" cstate="print">
            <a:extLst>
              <a:ext uri="{CF77FD79-8808-4A0C-3B36-F6F660B68DD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17" name="VectorPath 21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18" name="VectorPath 21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19" name="6E99A280-2DCA-4E41-E588-9C29A9DD71D5"/>
          <p:cNvPicPr>
            <a:picLocks noChangeAspect="1"/>
          </p:cNvPicPr>
          <p:nvPr/>
        </p:nvPicPr>
        <p:blipFill>
          <a:blip r:embed="rId3" cstate="print">
            <a:extLst>
              <a:ext uri="{A5BAED6D-F176-47F8-5DE3-127EBF36BEE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20" name="VectorPath 22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21" name="TextBox221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22" name="TextBox222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23" name="B20A787C-8682-43ED-9D19-A7110DF3DCF9"/>
          <p:cNvPicPr>
            <a:picLocks noChangeAspect="1"/>
          </p:cNvPicPr>
          <p:nvPr/>
        </p:nvPicPr>
        <p:blipFill>
          <a:blip r:embed="rId4" cstate="print">
            <a:extLst>
              <a:ext uri="{7D27B2D8-54BB-4E08-A8D3-83A8AA2FD1F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32D5A8F-748E-4B0B-4DF7-F103DB2132D0}"/>
    </p:extLst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VectorPath 22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25" name="E66BC703-5417-4249-3EA8-BFE9923149B5"/>
          <p:cNvPicPr>
            <a:picLocks noChangeAspect="1"/>
          </p:cNvPicPr>
          <p:nvPr/>
        </p:nvPicPr>
        <p:blipFill>
          <a:blip r:embed="rId2" cstate="print">
            <a:extLst>
              <a:ext uri="{ADEB9DB3-1907-439F-C681-9FD7E81D14AC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6" name="VectorPath 22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27" name="VectorPath 22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28" name="362AE293-8D1A-4AEB-374C-F8EFF1420907"/>
          <p:cNvPicPr>
            <a:picLocks noChangeAspect="1"/>
          </p:cNvPicPr>
          <p:nvPr/>
        </p:nvPicPr>
        <p:blipFill>
          <a:blip r:embed="rId3" cstate="print">
            <a:extLst>
              <a:ext uri="{D0100587-0643-4B5E-A358-45ECF7C3BAB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29" name="VectorPath 229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30" name="TextBox230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31" name="TextBox231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32" name="ECEB3BD8-02C3-4024-B2D7-279BD2D72CBB"/>
          <p:cNvPicPr>
            <a:picLocks noChangeAspect="1"/>
          </p:cNvPicPr>
          <p:nvPr/>
        </p:nvPicPr>
        <p:blipFill>
          <a:blip r:embed="rId4" cstate="print">
            <a:extLst>
              <a:ext uri="{BE24F16A-F698-4D3A-90B0-723586DD14B3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A6FD32AB-43D9-4D0B-AE01-45FBAB8CAC8F}"/>
    </p:extLst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VectorPath 23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34" name="E5B0C78E-C37D-4332-F706-4B6380F83BFF"/>
          <p:cNvPicPr>
            <a:picLocks noChangeAspect="1"/>
          </p:cNvPicPr>
          <p:nvPr/>
        </p:nvPicPr>
        <p:blipFill>
          <a:blip r:embed="rId2" cstate="print">
            <a:extLst>
              <a:ext uri="{4A61829D-DCCF-4053-AC94-91AE8772671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35" name="VectorPath 23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6" name="VectorPath 23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37" name="77D297B7-7B15-4C13-2165-ACA6C7DF8712"/>
          <p:cNvPicPr>
            <a:picLocks noChangeAspect="1"/>
          </p:cNvPicPr>
          <p:nvPr/>
        </p:nvPicPr>
        <p:blipFill>
          <a:blip r:embed="rId3" cstate="print">
            <a:extLst>
              <a:ext uri="{5DF1A215-00C8-4823-BE26-59CD1F48284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38" name="VectorPath 23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39" name="TextBox239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40" name="TextBox240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41" name="05B94166-D816-4F0A-4249-AE7B6313AB22"/>
          <p:cNvPicPr>
            <a:picLocks noChangeAspect="1"/>
          </p:cNvPicPr>
          <p:nvPr/>
        </p:nvPicPr>
        <p:blipFill>
          <a:blip r:embed="rId4" cstate="print">
            <a:extLst>
              <a:ext uri="{D46D2897-2DD6-4F0A-C877-5FAEF5256BD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A1F23A2-6646-4B54-0C0A-77D5E98A8031}"/>
    </p:extLst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VectorPath 24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43" name="3FD8CBB9-73DA-4610-F9F2-34DDA3F79903"/>
          <p:cNvPicPr>
            <a:picLocks noChangeAspect="1"/>
          </p:cNvPicPr>
          <p:nvPr/>
        </p:nvPicPr>
        <p:blipFill>
          <a:blip r:embed="rId2" cstate="print">
            <a:extLst>
              <a:ext uri="{D1A5831B-15EB-46E3-DB8B-DC97C50EBA6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44" name="VectorPath 24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45" name="VectorPath 24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46" name="B1866140-9AE0-4AFB-F04A-E65F1AA031F4"/>
          <p:cNvPicPr>
            <a:picLocks noChangeAspect="1"/>
          </p:cNvPicPr>
          <p:nvPr/>
        </p:nvPicPr>
        <p:blipFill>
          <a:blip r:embed="rId3" cstate="print">
            <a:extLst>
              <a:ext uri="{6C4B7696-336A-480D-5952-1F81F70F6C3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47" name="VectorPath 24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48" name="TextBox248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49" name="TextBox249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50" name="DA1463F8-DE19-42DC-BA90-5B102FB0253A"/>
          <p:cNvPicPr>
            <a:picLocks noChangeAspect="1"/>
          </p:cNvPicPr>
          <p:nvPr/>
        </p:nvPicPr>
        <p:blipFill>
          <a:blip r:embed="rId4" cstate="print">
            <a:extLst>
              <a:ext uri="{5CEB8AF8-1944-4F2C-09AB-243B89CECB8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58610E5-0F6A-4E3A-46B2-30F307B2ABB2}"/>
    </p:extLst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VectorPath 25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52" name="1F9ADF2E-D0ED-496C-7BAA-9249E78E64D8"/>
          <p:cNvPicPr>
            <a:picLocks noChangeAspect="1"/>
          </p:cNvPicPr>
          <p:nvPr/>
        </p:nvPicPr>
        <p:blipFill>
          <a:blip r:embed="rId2" cstate="print">
            <a:extLst>
              <a:ext uri="{0BE1A095-F0AF-4B33-5447-EBAD374CCAA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53" name="VectorPath 253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254" name="87105EBF-1C93-457C-B720-EFD6D4292F14"/>
          <p:cNvPicPr>
            <a:picLocks noChangeAspect="1"/>
          </p:cNvPicPr>
          <p:nvPr/>
        </p:nvPicPr>
        <p:blipFill>
          <a:blip r:embed="rId3" cstate="print">
            <a:extLst>
              <a:ext uri="{3A79E9E3-D9BD-4E1B-5974-183292A6826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255" name="F41F45A0-5FC7-4E19-338C-1D2C8A0AFE99"/>
          <p:cNvPicPr>
            <a:picLocks noChangeAspect="1"/>
          </p:cNvPicPr>
          <p:nvPr/>
        </p:nvPicPr>
        <p:blipFill>
          <a:blip r:embed="rId4" cstate="print">
            <a:extLst>
              <a:ext uri="{9A4713AD-37DC-4BAB-92DF-A8A91B93001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56" name="VectorPath 256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57" name="TextBox257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58" name="TextBox258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28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59" name="1DDC4A0B-9D9C-4DB5-A817-DA776A3D0CC6"/>
          <p:cNvPicPr>
            <a:picLocks noChangeAspect="1"/>
          </p:cNvPicPr>
          <p:nvPr/>
        </p:nvPicPr>
        <p:blipFill>
          <a:blip r:embed="rId5" cstate="print">
            <a:extLst>
              <a:ext uri="{16DE88DE-D4AC-4874-CF3E-787798512BC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F775DC0-33D1-4947-730A-F26097EA5DBC}"/>
    </p:extLst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VectorPath 26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61" name="B3ACCBED-A0F0-4A14-0DD6-A21129020388"/>
          <p:cNvPicPr>
            <a:picLocks noChangeAspect="1"/>
          </p:cNvPicPr>
          <p:nvPr/>
        </p:nvPicPr>
        <p:blipFill>
          <a:blip r:embed="rId2" cstate="print">
            <a:extLst>
              <a:ext uri="{C5113FD4-38F5-4BE4-C0B5-17E875B56BB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62" name="VectorPath 262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263" name="24EC75AD-818C-4A13-11D4-802A014A44D1"/>
          <p:cNvPicPr>
            <a:picLocks noChangeAspect="1"/>
          </p:cNvPicPr>
          <p:nvPr/>
        </p:nvPicPr>
        <p:blipFill>
          <a:blip r:embed="rId3" cstate="print">
            <a:extLst>
              <a:ext uri="{E9A1000F-F83E-4FCA-69F7-8F40648F16B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264" name="8D73A1E9-45D7-4390-9700-923C9B8FE05D"/>
          <p:cNvPicPr>
            <a:picLocks noChangeAspect="1"/>
          </p:cNvPicPr>
          <p:nvPr/>
        </p:nvPicPr>
        <p:blipFill>
          <a:blip r:embed="rId4" cstate="print">
            <a:extLst>
              <a:ext uri="{B21D7D19-FB31-44F4-9B28-2198C9C45C2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65" name="VectorPath 265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66" name="TextBox266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67" name="TextBox267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29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68" name="510426D5-066F-4CCC-B804-B0653FC888E6"/>
          <p:cNvPicPr>
            <a:picLocks noChangeAspect="1"/>
          </p:cNvPicPr>
          <p:nvPr/>
        </p:nvPicPr>
        <p:blipFill>
          <a:blip r:embed="rId5" cstate="print">
            <a:extLst>
              <a:ext uri="{107D6240-3E47-457E-EDA3-216B2FFD8644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7133CDF-D515-4F45-E4AE-77EFE6068F82}"/>
    </p:extLst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VectorPath 26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70" name="D85CAFC5-0C6A-4C8D-7404-6F37C4998F8D"/>
          <p:cNvPicPr>
            <a:picLocks noChangeAspect="1"/>
          </p:cNvPicPr>
          <p:nvPr/>
        </p:nvPicPr>
        <p:blipFill>
          <a:blip r:embed="rId2" cstate="print">
            <a:extLst>
              <a:ext uri="{D60F2B34-9E92-420F-A790-18619999E985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71" name="VectorPath 271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272" name="5AA9E6CB-A518-4282-5656-3682D5787854"/>
          <p:cNvPicPr>
            <a:picLocks noChangeAspect="1"/>
          </p:cNvPicPr>
          <p:nvPr/>
        </p:nvPicPr>
        <p:blipFill>
          <a:blip r:embed="rId3" cstate="print">
            <a:extLst>
              <a:ext uri="{C531A947-4BB6-48E8-549D-A6FA1A24044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273" name="FD37B5AE-7B12-4BE1-086F-6D42BB6F05ED"/>
          <p:cNvPicPr>
            <a:picLocks noChangeAspect="1"/>
          </p:cNvPicPr>
          <p:nvPr/>
        </p:nvPicPr>
        <p:blipFill>
          <a:blip r:embed="rId4" cstate="print">
            <a:extLst>
              <a:ext uri="{ED9EBA62-9584-424C-1EFA-D1B7B9E5939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74" name="VectorPath 274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75" name="TextBox275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76" name="TextBox276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77" name="7AB15E00-6ED0-46EB-EF26-98A845FE49C3"/>
          <p:cNvPicPr>
            <a:picLocks noChangeAspect="1"/>
          </p:cNvPicPr>
          <p:nvPr/>
        </p:nvPicPr>
        <p:blipFill>
          <a:blip r:embed="rId5" cstate="print">
            <a:extLst>
              <a:ext uri="{7BB9413C-1B22-4493-4551-2F48ECD8A9EE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47C8EA03-58B7-44B5-8421-DCB12E9A562C}"/>
    </p:extLst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VectorPath 27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79" name="EC896BE0-EC2A-4CEB-32D6-D50E42E3A525"/>
          <p:cNvPicPr>
            <a:picLocks noChangeAspect="1"/>
          </p:cNvPicPr>
          <p:nvPr/>
        </p:nvPicPr>
        <p:blipFill>
          <a:blip r:embed="rId2" cstate="print">
            <a:extLst>
              <a:ext uri="{1BFFA6D2-F6DC-4441-27E6-36BEF27AD390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80" name="VectorPath 280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281" name="01C00A5D-96A7-4148-E0F5-205D7D4C787E"/>
          <p:cNvPicPr>
            <a:picLocks noChangeAspect="1"/>
          </p:cNvPicPr>
          <p:nvPr/>
        </p:nvPicPr>
        <p:blipFill>
          <a:blip r:embed="rId3" cstate="print">
            <a:extLst>
              <a:ext uri="{C1B34DDF-FBD2-492D-BFC4-27FB34F9280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282" name="2CA151E4-BD8A-40FC-2C2A-1B6BF9B51AA6"/>
          <p:cNvPicPr>
            <a:picLocks noChangeAspect="1"/>
          </p:cNvPicPr>
          <p:nvPr/>
        </p:nvPicPr>
        <p:blipFill>
          <a:blip r:embed="rId4" cstate="print">
            <a:extLst>
              <a:ext uri="{77CB6D84-CB34-43E8-3DA0-63AC2747662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83" name="VectorPath 283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84" name="TextBox284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85" name="TextBox285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86" name="EF0FE77B-159F-41E7-4BE6-F7EB6F5F52B5"/>
          <p:cNvPicPr>
            <a:picLocks noChangeAspect="1"/>
          </p:cNvPicPr>
          <p:nvPr/>
        </p:nvPicPr>
        <p:blipFill>
          <a:blip r:embed="rId5" cstate="print">
            <a:extLst>
              <a:ext uri="{9F01D45E-97DB-4C2E-009D-2C5F23F6334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ED1E5E7D-31A4-4C18-8AAE-804D13657CE1}"/>
    </p:extLst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VectorPath 28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88" name="33037F0B-BAE9-4DF4-CE7E-C3E5362BAA81"/>
          <p:cNvPicPr>
            <a:picLocks noChangeAspect="1"/>
          </p:cNvPicPr>
          <p:nvPr/>
        </p:nvPicPr>
        <p:blipFill>
          <a:blip r:embed="rId2" cstate="print">
            <a:extLst>
              <a:ext uri="{16D4A74E-F0B0-4810-DCE1-65D78C7F67A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89" name="VectorPath 289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290" name="AA569EE7-45FA-4226-BFC7-96FF3514C2B5"/>
          <p:cNvPicPr>
            <a:picLocks noChangeAspect="1"/>
          </p:cNvPicPr>
          <p:nvPr/>
        </p:nvPicPr>
        <p:blipFill>
          <a:blip r:embed="rId3" cstate="print">
            <a:extLst>
              <a:ext uri="{F1A5A601-33F1-4083-23A7-C01070A654A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291" name="F294E74F-D3DA-43BC-591E-A2E42FEB8132"/>
          <p:cNvPicPr>
            <a:picLocks noChangeAspect="1"/>
          </p:cNvPicPr>
          <p:nvPr/>
        </p:nvPicPr>
        <p:blipFill>
          <a:blip r:embed="rId4" cstate="print">
            <a:extLst>
              <a:ext uri="{D1838370-A1B4-49A4-D75E-1FC16912A24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92" name="VectorPath 292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93" name="TextBox293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94" name="TextBox294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95" name="61CDA4C5-AED5-428E-4F04-BD1A5789FB6F"/>
          <p:cNvPicPr>
            <a:picLocks noChangeAspect="1"/>
          </p:cNvPicPr>
          <p:nvPr/>
        </p:nvPicPr>
        <p:blipFill>
          <a:blip r:embed="rId5" cstate="print">
            <a:extLst>
              <a:ext uri="{094733CC-CE9F-4830-1754-63984BA0E7C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A7D3C99E-F7CC-4A20-C6F1-291AE636F807}"/>
    </p:extLst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VectorPath 29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97" name="41EAB0D6-3BB5-4971-9A2C-DCF16D234229"/>
          <p:cNvPicPr>
            <a:picLocks noChangeAspect="1"/>
          </p:cNvPicPr>
          <p:nvPr/>
        </p:nvPicPr>
        <p:blipFill>
          <a:blip r:embed="rId2" cstate="print">
            <a:extLst>
              <a:ext uri="{BA3A28B0-7E07-4890-E7B7-B812247371F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98" name="VectorPath 298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299" name="BB7B2DAC-D698-4664-A2B8-996D1B6D5D7A"/>
          <p:cNvPicPr>
            <a:picLocks noChangeAspect="1"/>
          </p:cNvPicPr>
          <p:nvPr/>
        </p:nvPicPr>
        <p:blipFill>
          <a:blip r:embed="rId3" cstate="print">
            <a:extLst>
              <a:ext uri="{62888872-7B5B-4558-51D8-97504FA462C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00" name="C311369D-FFED-4C6A-0A11-2F3BDAFCF293"/>
          <p:cNvPicPr>
            <a:picLocks noChangeAspect="1"/>
          </p:cNvPicPr>
          <p:nvPr/>
        </p:nvPicPr>
        <p:blipFill>
          <a:blip r:embed="rId4" cstate="print">
            <a:extLst>
              <a:ext uri="{D504B4A8-FEC3-44CC-AD09-E1E76AF1418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01" name="VectorPath 301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02" name="TextBox302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03" name="TextBox303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04" name="40D75CA1-4D9A-4C23-6E00-559E69A7C8E3"/>
          <p:cNvPicPr>
            <a:picLocks noChangeAspect="1"/>
          </p:cNvPicPr>
          <p:nvPr/>
        </p:nvPicPr>
        <p:blipFill>
          <a:blip r:embed="rId5" cstate="print">
            <a:extLst>
              <a:ext uri="{C87D2EAD-12F2-41FB-FBAC-8880011EB6A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E60A91F-4313-4CB1-88BE-3258830F96E2}"/>
    </p:extLst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VectorPath 30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06" name="3DCB901D-F52F-43C5-F5B3-D3862BA0C39C"/>
          <p:cNvPicPr>
            <a:picLocks noChangeAspect="1"/>
          </p:cNvPicPr>
          <p:nvPr/>
        </p:nvPicPr>
        <p:blipFill>
          <a:blip r:embed="rId2" cstate="print">
            <a:extLst>
              <a:ext uri="{D756E950-7922-4D3D-DCA9-1D88717813CE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07" name="VectorPath 307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08" name="7B207E24-0189-4CF1-8121-FFA6A1542D6B"/>
          <p:cNvPicPr>
            <a:picLocks noChangeAspect="1"/>
          </p:cNvPicPr>
          <p:nvPr/>
        </p:nvPicPr>
        <p:blipFill>
          <a:blip r:embed="rId3" cstate="print">
            <a:extLst>
              <a:ext uri="{DAB011CE-0630-42FB-E405-6413FB32CF9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09" name="75024706-95CE-4ACC-AF21-A91F846D1595"/>
          <p:cNvPicPr>
            <a:picLocks noChangeAspect="1"/>
          </p:cNvPicPr>
          <p:nvPr/>
        </p:nvPicPr>
        <p:blipFill>
          <a:blip r:embed="rId4" cstate="print">
            <a:extLst>
              <a:ext uri="{91D7F910-6B24-45A8-D8D1-780F4D60F44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10" name="VectorPath 310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11" name="TextBox311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12" name="TextBox312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13" name="C0469189-4D1F-49DB-26E2-F11CCBE1EB6D"/>
          <p:cNvPicPr>
            <a:picLocks noChangeAspect="1"/>
          </p:cNvPicPr>
          <p:nvPr/>
        </p:nvPicPr>
        <p:blipFill>
          <a:blip r:embed="rId5" cstate="print">
            <a:extLst>
              <a:ext uri="{CE026B3A-377A-4B52-6E0F-F2245A635AC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8696C2C-5A03-4B10-DB7A-6C293ED35D30}"/>
    </p:extLst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VectorPath 31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15" name="7B824FDD-71DD-4923-A689-E512F7E4F64B"/>
          <p:cNvPicPr>
            <a:picLocks noChangeAspect="1"/>
          </p:cNvPicPr>
          <p:nvPr/>
        </p:nvPicPr>
        <p:blipFill>
          <a:blip r:embed="rId2" cstate="print">
            <a:extLst>
              <a:ext uri="{AF7D2BA4-9735-4A13-ECEB-E9B66C8409B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16" name="VectorPath 316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17" name="2BD32BE7-51CF-4E45-BA5C-F47C80A1FC86"/>
          <p:cNvPicPr>
            <a:picLocks noChangeAspect="1"/>
          </p:cNvPicPr>
          <p:nvPr/>
        </p:nvPicPr>
        <p:blipFill>
          <a:blip r:embed="rId3" cstate="print">
            <a:extLst>
              <a:ext uri="{1E9FA572-C431-4093-E9B5-B7569225E43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18" name="87AF231F-2AEA-482F-AA66-DD4D18972F7D"/>
          <p:cNvPicPr>
            <a:picLocks noChangeAspect="1"/>
          </p:cNvPicPr>
          <p:nvPr/>
        </p:nvPicPr>
        <p:blipFill>
          <a:blip r:embed="rId4" cstate="print">
            <a:extLst>
              <a:ext uri="{F2CAC85D-15C8-42CD-AE65-4F34C96C49D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19" name="VectorPath 319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20" name="TextBox320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21" name="TextBox321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22" name="06E5921E-6154-41E6-468E-31894A291425"/>
          <p:cNvPicPr>
            <a:picLocks noChangeAspect="1"/>
          </p:cNvPicPr>
          <p:nvPr/>
        </p:nvPicPr>
        <p:blipFill>
          <a:blip r:embed="rId5" cstate="print">
            <a:extLst>
              <a:ext uri="{72DF081D-4127-4191-0C52-EF98EE66126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42DF0734-7C41-43B0-DA0A-D3572FEFC5D4}"/>
    </p:extLst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VectorPath 32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24" name="9C229160-490D-4ABB-517C-24D11C7F1F03"/>
          <p:cNvPicPr>
            <a:picLocks noChangeAspect="1"/>
          </p:cNvPicPr>
          <p:nvPr/>
        </p:nvPicPr>
        <p:blipFill>
          <a:blip r:embed="rId2" cstate="print">
            <a:extLst>
              <a:ext uri="{6A2A8406-29F8-409E-AA7D-7A5A5FFE51D0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25" name="VectorPath 325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26" name="FA275EC6-781B-4EB3-A451-1B920A575B5B"/>
          <p:cNvPicPr>
            <a:picLocks noChangeAspect="1"/>
          </p:cNvPicPr>
          <p:nvPr/>
        </p:nvPicPr>
        <p:blipFill>
          <a:blip r:embed="rId3" cstate="print">
            <a:extLst>
              <a:ext uri="{747D8763-0725-43D1-2DC4-C85AF33D12E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27" name="1B6687CD-C595-41ED-7737-4E96D91D09C4"/>
          <p:cNvPicPr>
            <a:picLocks noChangeAspect="1"/>
          </p:cNvPicPr>
          <p:nvPr/>
        </p:nvPicPr>
        <p:blipFill>
          <a:blip r:embed="rId4" cstate="print">
            <a:extLst>
              <a:ext uri="{9B17A145-CF35-4B3C-8F96-164EC1DA620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28" name="VectorPath 328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29" name="TextBox329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30" name="TextBox330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31" name="0525C5D6-5769-4877-186E-6B3BC0FD1347"/>
          <p:cNvPicPr>
            <a:picLocks noChangeAspect="1"/>
          </p:cNvPicPr>
          <p:nvPr/>
        </p:nvPicPr>
        <p:blipFill>
          <a:blip r:embed="rId5" cstate="print">
            <a:extLst>
              <a:ext uri="{42197D83-CBE0-4579-0CDE-C7388231531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8FFF43BC-CC60-468E-4E1F-0D87DAEAD259}"/>
    </p:extLst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VectorPath 33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33" name="015EBC65-84B8-48A6-F1F0-99CACFF12503"/>
          <p:cNvPicPr>
            <a:picLocks noChangeAspect="1"/>
          </p:cNvPicPr>
          <p:nvPr/>
        </p:nvPicPr>
        <p:blipFill>
          <a:blip r:embed="rId2" cstate="print">
            <a:extLst>
              <a:ext uri="{0E72704A-869E-4E10-56C9-64C5B9FCE3A5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34" name="VectorPath 334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35" name="3C774C9C-A6E4-42F1-26AE-3BD35CC958D6"/>
          <p:cNvPicPr>
            <a:picLocks noChangeAspect="1"/>
          </p:cNvPicPr>
          <p:nvPr/>
        </p:nvPicPr>
        <p:blipFill>
          <a:blip r:embed="rId3" cstate="print">
            <a:extLst>
              <a:ext uri="{A5D67923-8C06-4572-77AB-5BA15D11563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36" name="9B44AEFF-C051-40B0-4E13-CF56BFA2582B"/>
          <p:cNvPicPr>
            <a:picLocks noChangeAspect="1"/>
          </p:cNvPicPr>
          <p:nvPr/>
        </p:nvPicPr>
        <p:blipFill>
          <a:blip r:embed="rId4" cstate="print">
            <a:extLst>
              <a:ext uri="{20F8D2E9-F773-493B-5CF6-5030C1B9A71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37" name="VectorPath 337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38" name="TextBox338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39" name="TextBox339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40" name="B1B68CDF-0DC3-4295-FD28-104F894C6DE1"/>
          <p:cNvPicPr>
            <a:picLocks noChangeAspect="1"/>
          </p:cNvPicPr>
          <p:nvPr/>
        </p:nvPicPr>
        <p:blipFill>
          <a:blip r:embed="rId5" cstate="print">
            <a:extLst>
              <a:ext uri="{FAE7E3CB-6103-459D-0F64-60166BC7BDD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D59E5FC-97C0-4CB9-A89D-595E2ADA6696}"/>
    </p:extLst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VectorPath 34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42" name="9AE1DD5E-D9D5-4E27-939F-B7AB255CBDBF"/>
          <p:cNvPicPr>
            <a:picLocks noChangeAspect="1"/>
          </p:cNvPicPr>
          <p:nvPr/>
        </p:nvPicPr>
        <p:blipFill>
          <a:blip r:embed="rId2" cstate="print">
            <a:extLst>
              <a:ext uri="{4B00EE2F-2AFB-491C-64DC-C6EFB1300859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43" name="VectorPath 343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44" name="A0C2FD59-11FF-4D82-B558-C014496CEB1E"/>
          <p:cNvPicPr>
            <a:picLocks noChangeAspect="1"/>
          </p:cNvPicPr>
          <p:nvPr/>
        </p:nvPicPr>
        <p:blipFill>
          <a:blip r:embed="rId3" cstate="print">
            <a:extLst>
              <a:ext uri="{692C2350-D32D-46FD-5DAD-D98E9F8EFEF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45" name="8CDE6EAB-A035-4839-7B40-50443D2231AA"/>
          <p:cNvPicPr>
            <a:picLocks noChangeAspect="1"/>
          </p:cNvPicPr>
          <p:nvPr/>
        </p:nvPicPr>
        <p:blipFill>
          <a:blip r:embed="rId4" cstate="print">
            <a:extLst>
              <a:ext uri="{D30F4CA1-E947-48F6-3108-621E0EE0076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46" name="VectorPath 346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47" name="TextBox347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48" name="TextBox348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38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49" name="BF890848-FA19-4889-C681-911B072E45C1"/>
          <p:cNvPicPr>
            <a:picLocks noChangeAspect="1"/>
          </p:cNvPicPr>
          <p:nvPr/>
        </p:nvPicPr>
        <p:blipFill>
          <a:blip r:embed="rId5" cstate="print">
            <a:extLst>
              <a:ext uri="{6C2000EB-2D8C-452C-5CF7-50173E2912EE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6904EB5-DFCE-4A45-92D8-1CCD4A4084F4}"/>
    </p:extLst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VectorPath 35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51" name="26480E95-3033-446E-348C-178E8BCD94D2"/>
          <p:cNvPicPr>
            <a:picLocks noChangeAspect="1"/>
          </p:cNvPicPr>
          <p:nvPr/>
        </p:nvPicPr>
        <p:blipFill>
          <a:blip r:embed="rId2" cstate="print">
            <a:extLst>
              <a:ext uri="{A2AB457B-EE83-4B0D-70B6-71DE82B29645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52" name="VectorPath 352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53" name="8E65049A-EEDA-4E95-6CE6-157CCF5BAC91"/>
          <p:cNvPicPr>
            <a:picLocks noChangeAspect="1"/>
          </p:cNvPicPr>
          <p:nvPr/>
        </p:nvPicPr>
        <p:blipFill>
          <a:blip r:embed="rId3" cstate="print">
            <a:extLst>
              <a:ext uri="{7773DB83-1C03-4E8A-7F5C-54D0C557DAA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54" name="2EB29CD0-DD44-4A03-CB12-5FEFFBED7280"/>
          <p:cNvPicPr>
            <a:picLocks noChangeAspect="1"/>
          </p:cNvPicPr>
          <p:nvPr/>
        </p:nvPicPr>
        <p:blipFill>
          <a:blip r:embed="rId4" cstate="print">
            <a:extLst>
              <a:ext uri="{285B32D7-7505-4584-83DB-A5F371E0679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55" name="VectorPath 355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56" name="TextBox356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57" name="TextBox357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39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58" name="14F8A93E-E50D-4F41-4179-02C749C2CEF9"/>
          <p:cNvPicPr>
            <a:picLocks noChangeAspect="1"/>
          </p:cNvPicPr>
          <p:nvPr/>
        </p:nvPicPr>
        <p:blipFill>
          <a:blip r:embed="rId5" cstate="print">
            <a:extLst>
              <a:ext uri="{4D332893-0B31-45DA-C866-AFEBA5DEDBF4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0A117D3-239D-4CAB-BE2B-12F6B0FBDB9D}"/>
    </p:extLst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VectorPath 35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60" name="FBA19E0E-08A8-4D64-0DE6-A09E2B642C36"/>
          <p:cNvPicPr>
            <a:picLocks noChangeAspect="1"/>
          </p:cNvPicPr>
          <p:nvPr/>
        </p:nvPicPr>
        <p:blipFill>
          <a:blip r:embed="rId2" cstate="print">
            <a:extLst>
              <a:ext uri="{26A907DD-9CBD-4C55-9FA4-33BC71F7040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61" name="VectorPath 361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62" name="DD141B02-28D8-48E1-21B2-B9FC7BBFF66C"/>
          <p:cNvPicPr>
            <a:picLocks noChangeAspect="1"/>
          </p:cNvPicPr>
          <p:nvPr/>
        </p:nvPicPr>
        <p:blipFill>
          <a:blip r:embed="rId3" cstate="print">
            <a:extLst>
              <a:ext uri="{C3AC3047-EAF4-452B-937D-2526A083A46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63" name="47014E2B-08B0-4828-9ACC-1580C552B936"/>
          <p:cNvPicPr>
            <a:picLocks noChangeAspect="1"/>
          </p:cNvPicPr>
          <p:nvPr/>
        </p:nvPicPr>
        <p:blipFill>
          <a:blip r:embed="rId4" cstate="print">
            <a:extLst>
              <a:ext uri="{7CC3D60E-1CDE-4374-96EA-035C362145B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64" name="VectorPath 364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65" name="TextBox365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66" name="TextBox366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67" name="3543D0F6-81AB-4D1F-901D-D03DF342810A"/>
          <p:cNvPicPr>
            <a:picLocks noChangeAspect="1"/>
          </p:cNvPicPr>
          <p:nvPr/>
        </p:nvPicPr>
        <p:blipFill>
          <a:blip r:embed="rId5" cstate="print">
            <a:extLst>
              <a:ext uri="{781FC071-C4AE-48FD-9693-4AC72CDE512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061CF68B-7B7B-4B88-1620-4B90A9646D85}"/>
    </p:extLst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VectorPath 36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69" name="7210118E-0707-477B-FB5C-BA2BDAAF4536"/>
          <p:cNvPicPr>
            <a:picLocks noChangeAspect="1"/>
          </p:cNvPicPr>
          <p:nvPr/>
        </p:nvPicPr>
        <p:blipFill>
          <a:blip r:embed="rId2" cstate="print">
            <a:extLst>
              <a:ext uri="{78F30771-C02E-4298-513A-CA031571BAF0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70" name="VectorPath 370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71" name="6FD5CE10-71EF-44E9-3316-4B476BEF2F28"/>
          <p:cNvPicPr>
            <a:picLocks noChangeAspect="1"/>
          </p:cNvPicPr>
          <p:nvPr/>
        </p:nvPicPr>
        <p:blipFill>
          <a:blip r:embed="rId3" cstate="print">
            <a:extLst>
              <a:ext uri="{D3704261-A1F2-41B4-B616-DFA03A53056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72" name="FB9D3832-A06E-47B8-1900-0DA7CC24865A"/>
          <p:cNvPicPr>
            <a:picLocks noChangeAspect="1"/>
          </p:cNvPicPr>
          <p:nvPr/>
        </p:nvPicPr>
        <p:blipFill>
          <a:blip r:embed="rId4" cstate="print">
            <a:extLst>
              <a:ext uri="{B8329A32-730A-4C91-7DC9-502DC59678F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73" name="VectorPath 373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74" name="TextBox374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75" name="TextBox375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41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76" name="4BF47510-E98E-49AB-E292-61629D4D8AF8"/>
          <p:cNvPicPr>
            <a:picLocks noChangeAspect="1"/>
          </p:cNvPicPr>
          <p:nvPr/>
        </p:nvPicPr>
        <p:blipFill>
          <a:blip r:embed="rId5" cstate="print">
            <a:extLst>
              <a:ext uri="{EC2B6C1F-FA7D-4B85-1117-5FDBBB6C2AE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EF37658B-311D-4351-3DDF-F6E9E2D16E17}"/>
    </p:extLst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VectorPath 37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78" name="2EF28E01-6C8C-4A5B-EB38-6E0A6FC30468"/>
          <p:cNvPicPr>
            <a:picLocks noChangeAspect="1"/>
          </p:cNvPicPr>
          <p:nvPr/>
        </p:nvPicPr>
        <p:blipFill>
          <a:blip r:embed="rId2" cstate="print">
            <a:extLst>
              <a:ext uri="{57019DA1-F8D6-4E49-812F-BDF4CE522A09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79" name="VectorPath 379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80" name="7B67C1A0-B321-421C-54FE-4629E966AD86"/>
          <p:cNvPicPr>
            <a:picLocks noChangeAspect="1"/>
          </p:cNvPicPr>
          <p:nvPr/>
        </p:nvPicPr>
        <p:blipFill>
          <a:blip r:embed="rId3" cstate="print">
            <a:extLst>
              <a:ext uri="{4F241DD9-C012-4A39-659A-7C8792BC92D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81" name="BCEA9EDE-3F20-4D53-EFD3-1032BCB70881"/>
          <p:cNvPicPr>
            <a:picLocks noChangeAspect="1"/>
          </p:cNvPicPr>
          <p:nvPr/>
        </p:nvPicPr>
        <p:blipFill>
          <a:blip r:embed="rId4" cstate="print">
            <a:extLst>
              <a:ext uri="{2F1B2F32-1104-44EE-BE54-2D58C073C54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82" name="VectorPath 382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83" name="TextBox383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84" name="TextBox384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85" name="20F14B4F-B5E9-476A-2E6D-8CDAEF531E86"/>
          <p:cNvPicPr>
            <a:picLocks noChangeAspect="1"/>
          </p:cNvPicPr>
          <p:nvPr/>
        </p:nvPicPr>
        <p:blipFill>
          <a:blip r:embed="rId5" cstate="print">
            <a:extLst>
              <a:ext uri="{01553913-6CB8-49ED-0937-633F93B6C884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92E240E4-7B7C-4AB9-B55D-5461158246DB}"/>
    </p:extLst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VectorPath 38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87" name="B4F2950C-86F1-4B50-6AC0-67909BA36816"/>
          <p:cNvPicPr>
            <a:picLocks noChangeAspect="1"/>
          </p:cNvPicPr>
          <p:nvPr/>
        </p:nvPicPr>
        <p:blipFill>
          <a:blip r:embed="rId2" cstate="print">
            <a:extLst>
              <a:ext uri="{DC9DE6D7-6BB0-4329-1882-89315AAE24CE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88" name="VectorPath 388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89" name="C0F96E89-5814-437D-F352-0A9A0631E4CA"/>
          <p:cNvPicPr>
            <a:picLocks noChangeAspect="1"/>
          </p:cNvPicPr>
          <p:nvPr/>
        </p:nvPicPr>
        <p:blipFill>
          <a:blip r:embed="rId3" cstate="print">
            <a:extLst>
              <a:ext uri="{589F95D1-1D15-4D36-CD34-800E8BDD184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90" name="7AFDA785-8923-4342-36F2-F839646B7C54"/>
          <p:cNvPicPr>
            <a:picLocks noChangeAspect="1"/>
          </p:cNvPicPr>
          <p:nvPr/>
        </p:nvPicPr>
        <p:blipFill>
          <a:blip r:embed="rId4" cstate="print">
            <a:extLst>
              <a:ext uri="{D68968A7-A88C-45CA-78DF-000EC09CB8E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91" name="VectorPath 391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92" name="TextBox392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93" name="TextBox393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94" name="C909D43C-D6E7-4898-DC56-847F2BEA48BB"/>
          <p:cNvPicPr>
            <a:picLocks noChangeAspect="1"/>
          </p:cNvPicPr>
          <p:nvPr/>
        </p:nvPicPr>
        <p:blipFill>
          <a:blip r:embed="rId5" cstate="print">
            <a:extLst>
              <a:ext uri="{8601B27E-0F96-40D0-91AE-580ADD4441F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6F2E9256-7D89-4641-F4EE-6785F318F88F}"/>
    </p:extLst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VectorPath 39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96" name="4FA9234C-5421-4214-EBE7-E581C24A4A53"/>
          <p:cNvPicPr>
            <a:picLocks noChangeAspect="1"/>
          </p:cNvPicPr>
          <p:nvPr/>
        </p:nvPicPr>
        <p:blipFill>
          <a:blip r:embed="rId2" cstate="print">
            <a:extLst>
              <a:ext uri="{0A76CB30-4261-4729-5699-3D55963C63B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97" name="VectorPath 397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98" name="467EC425-0D20-4D7B-4BAE-49C91ED93524"/>
          <p:cNvPicPr>
            <a:picLocks noChangeAspect="1"/>
          </p:cNvPicPr>
          <p:nvPr/>
        </p:nvPicPr>
        <p:blipFill>
          <a:blip r:embed="rId3" cstate="print">
            <a:extLst>
              <a:ext uri="{B19C5275-37BB-42C8-7396-40826406CEE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99" name="AA5357D5-EE19-4DB7-34FB-54759B231D7E"/>
          <p:cNvPicPr>
            <a:picLocks noChangeAspect="1"/>
          </p:cNvPicPr>
          <p:nvPr/>
        </p:nvPicPr>
        <p:blipFill>
          <a:blip r:embed="rId4" cstate="print">
            <a:extLst>
              <a:ext uri="{1B4522E9-260F-4DEA-E0A0-E44269A6C79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00" name="VectorPath 400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01" name="TextBox401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02" name="TextBox402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03" name="89F0F5D2-2771-436A-73FC-4EA56A86E067"/>
          <p:cNvPicPr>
            <a:picLocks noChangeAspect="1"/>
          </p:cNvPicPr>
          <p:nvPr/>
        </p:nvPicPr>
        <p:blipFill>
          <a:blip r:embed="rId5" cstate="print">
            <a:extLst>
              <a:ext uri="{38B35340-9DE2-492F-E499-157FF68C753E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F80E9B6-0DF1-4A26-EEC0-B78A1CAD6D9A}"/>
    </p:extLst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VectorPath 40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05" name="A2308059-0BD0-4BFB-DB09-48592458D20C"/>
          <p:cNvPicPr>
            <a:picLocks noChangeAspect="1"/>
          </p:cNvPicPr>
          <p:nvPr/>
        </p:nvPicPr>
        <p:blipFill>
          <a:blip r:embed="rId2" cstate="print">
            <a:extLst>
              <a:ext uri="{095C448A-C076-47B0-28A3-CF4899FA4F1C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06" name="VectorPath 406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407" name="4EEF5F97-7525-469A-8550-D1E6259FA383"/>
          <p:cNvPicPr>
            <a:picLocks noChangeAspect="1"/>
          </p:cNvPicPr>
          <p:nvPr/>
        </p:nvPicPr>
        <p:blipFill>
          <a:blip r:embed="rId3" cstate="print">
            <a:extLst>
              <a:ext uri="{7DEBDA44-5C06-4250-F52B-2613817E280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408" name="8C40C979-EE3B-4D67-FC97-F522B1F25EED"/>
          <p:cNvPicPr>
            <a:picLocks noChangeAspect="1"/>
          </p:cNvPicPr>
          <p:nvPr/>
        </p:nvPicPr>
        <p:blipFill>
          <a:blip r:embed="rId4" cstate="print">
            <a:extLst>
              <a:ext uri="{D7B8040D-73BC-4D1A-D7EB-83ABB96B946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09" name="VectorPath 409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10" name="TextBox410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11" name="TextBox411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12" name="84D6D321-F1F7-4922-BD85-52A79F4AFF0C"/>
          <p:cNvPicPr>
            <a:picLocks noChangeAspect="1"/>
          </p:cNvPicPr>
          <p:nvPr/>
        </p:nvPicPr>
        <p:blipFill>
          <a:blip r:embed="rId5" cstate="print">
            <a:extLst>
              <a:ext uri="{1A229FBF-1C2A-4DC8-EB0B-FD3940FC0A44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620A105-C87D-4A26-6F89-4D6974A0ED0C}"/>
    </p:extLst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VectorPath 41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14" name="BC421E0B-A0CA-4C59-52C4-737E2B9FDC61"/>
          <p:cNvPicPr>
            <a:picLocks noChangeAspect="1"/>
          </p:cNvPicPr>
          <p:nvPr/>
        </p:nvPicPr>
        <p:blipFill>
          <a:blip r:embed="rId2" cstate="print">
            <a:extLst>
              <a:ext uri="{0C488B43-4E0E-4E9D-7C72-1EF23AD695A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15" name="VectorPath 415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416" name="07F13F99-B04C-4B90-F468-B528FA5DB087"/>
          <p:cNvPicPr>
            <a:picLocks noChangeAspect="1"/>
          </p:cNvPicPr>
          <p:nvPr/>
        </p:nvPicPr>
        <p:blipFill>
          <a:blip r:embed="rId3" cstate="print">
            <a:extLst>
              <a:ext uri="{181D1D0E-417A-4245-F21C-DE5B6C8FE1F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417" name="B83B41BB-27F1-4852-F556-EBB784A4C242"/>
          <p:cNvPicPr>
            <a:picLocks noChangeAspect="1"/>
          </p:cNvPicPr>
          <p:nvPr/>
        </p:nvPicPr>
        <p:blipFill>
          <a:blip r:embed="rId4" cstate="print">
            <a:extLst>
              <a:ext uri="{C93213B1-6BA0-46B2-97C5-B02D845D442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18" name="VectorPath 418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19" name="TextBox419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20" name="TextBox420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21" name="28714E59-F61B-408D-B3AA-FCF8A25EC514"/>
          <p:cNvPicPr>
            <a:picLocks noChangeAspect="1"/>
          </p:cNvPicPr>
          <p:nvPr/>
        </p:nvPicPr>
        <p:blipFill>
          <a:blip r:embed="rId5" cstate="print">
            <a:extLst>
              <a:ext uri="{916F63C7-1B57-49F5-894E-844E3378234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BEA18EA-9199-46CC-F078-058278977B9E}"/>
    </p:extLst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VectorPath 42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23" name="C37F9252-83F9-41CE-19B8-27B61FFB20F6"/>
          <p:cNvPicPr>
            <a:picLocks noChangeAspect="1"/>
          </p:cNvPicPr>
          <p:nvPr/>
        </p:nvPicPr>
        <p:blipFill>
          <a:blip r:embed="rId2" cstate="print">
            <a:extLst>
              <a:ext uri="{49A31D50-AED2-4A3C-5B9B-2152E130AED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24" name="VectorPath 424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425" name="F05EE13A-760C-42EE-4CC2-80AB1076106E"/>
          <p:cNvPicPr>
            <a:picLocks noChangeAspect="1"/>
          </p:cNvPicPr>
          <p:nvPr/>
        </p:nvPicPr>
        <p:blipFill>
          <a:blip r:embed="rId3" cstate="print">
            <a:extLst>
              <a:ext uri="{A0A2FAB8-C5AD-4D12-72AC-A44005E8BD6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426" name="D8E20BF2-A7A3-493B-07D6-B04D41B6ABE2"/>
          <p:cNvPicPr>
            <a:picLocks noChangeAspect="1"/>
          </p:cNvPicPr>
          <p:nvPr/>
        </p:nvPicPr>
        <p:blipFill>
          <a:blip r:embed="rId4" cstate="print">
            <a:extLst>
              <a:ext uri="{D735E013-8753-49D3-F53A-F84692D2815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27" name="VectorPath 427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28" name="TextBox428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29" name="TextBox429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30" name="DF7FC068-8DE2-47CF-BAF3-15897A86C19D"/>
          <p:cNvPicPr>
            <a:picLocks noChangeAspect="1"/>
          </p:cNvPicPr>
          <p:nvPr/>
        </p:nvPicPr>
        <p:blipFill>
          <a:blip r:embed="rId5" cstate="print">
            <a:extLst>
              <a:ext uri="{B927EA7C-1B2B-4EE0-F789-B307E406F2BE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D6F479A-EBC3-4116-F55A-AAE460DD886D}"/>
    </p:extLst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VectorPath 43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32" name="543391F1-84D9-42F3-578A-739D6E6B9391"/>
          <p:cNvPicPr>
            <a:picLocks noChangeAspect="1"/>
          </p:cNvPicPr>
          <p:nvPr/>
        </p:nvPicPr>
        <p:blipFill>
          <a:blip r:embed="rId2" cstate="print">
            <a:extLst>
              <a:ext uri="{FA025ED6-5145-4D8A-84E9-AD7C69BD2997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433" name="88EB1CE0-4D6A-4C3A-E733-68BFA05B8BAE"/>
          <p:cNvPicPr>
            <a:picLocks noChangeAspect="1"/>
          </p:cNvPicPr>
          <p:nvPr/>
        </p:nvPicPr>
        <p:blipFill>
          <a:blip r:embed="rId3" cstate="print">
            <a:extLst>
              <a:ext uri="{9276A164-1680-4EBE-5178-A2247E8EF3C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434" name="VectorPath 434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435" name="BB60A4F5-18C0-4BEA-6C1B-21A17316626A"/>
          <p:cNvPicPr>
            <a:picLocks noChangeAspect="1"/>
          </p:cNvPicPr>
          <p:nvPr/>
        </p:nvPicPr>
        <p:blipFill>
          <a:blip r:embed="rId4" cstate="print">
            <a:extLst>
              <a:ext uri="{CEFB9EC1-02A1-4970-FC42-8A5E93A6273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436" name="AC2A709F-992C-476E-761A-7130D40DFE5E"/>
          <p:cNvPicPr>
            <a:picLocks noChangeAspect="1"/>
          </p:cNvPicPr>
          <p:nvPr/>
        </p:nvPicPr>
        <p:blipFill>
          <a:blip r:embed="rId5" cstate="print">
            <a:extLst>
              <a:ext uri="{E2DF8E61-0FC9-4DBF-71EC-914682D4AB3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437" name="Combination 437"/>
          <p:cNvGrpSpPr/>
          <p:nvPr/>
        </p:nvGrpSpPr>
        <p:grpSpPr>
          <a:xfrm>
            <a:off x="1724025" y="2371726"/>
            <a:ext cx="495300" cy="3267075"/>
            <a:chOff x="1724025" y="2371726"/>
            <a:chExt cx="495300" cy="3267075"/>
          </a:xfrm>
        </p:grpSpPr>
        <p:sp>
          <p:nvSpPr>
            <p:cNvPr id="438" name="VectorPath 438"/>
            <p:cNvSpPr/>
            <p:nvPr/>
          </p:nvSpPr>
          <p:spPr>
            <a:xfrm>
              <a:off x="1724025" y="2371726"/>
              <a:ext cx="495300" cy="495300"/>
            </a:xfrm>
            <a:custGeom>
              <a:rect l="l" t="t" r="r" b="b"/>
              <a:pathLst>
                <a:path w="495300" h="495300">
                  <a:moveTo>
                    <a:pt x="472337" y="362"/>
                  </a:moveTo>
                  <a:cubicBezTo>
                    <a:pt x="474123" y="906"/>
                    <a:pt x="475910" y="1450"/>
                    <a:pt x="477660" y="2175"/>
                  </a:cubicBezTo>
                  <a:lnTo>
                    <a:pt x="477730" y="2204"/>
                  </a:lnTo>
                  <a:cubicBezTo>
                    <a:pt x="481202" y="3653"/>
                    <a:pt x="484269" y="5708"/>
                    <a:pt x="486984" y="8423"/>
                  </a:cubicBezTo>
                  <a:lnTo>
                    <a:pt x="490642" y="12594"/>
                  </a:lnTo>
                  <a:cubicBezTo>
                    <a:pt x="491520" y="14240"/>
                    <a:pt x="492397" y="15884"/>
                    <a:pt x="493125" y="17640"/>
                  </a:cubicBezTo>
                  <a:lnTo>
                    <a:pt x="493154" y="17710"/>
                  </a:lnTo>
                  <a:cubicBezTo>
                    <a:pt x="494573" y="21158"/>
                    <a:pt x="495289" y="24754"/>
                    <a:pt x="495300" y="28499"/>
                  </a:cubicBezTo>
                  <a:lnTo>
                    <a:pt x="495300" y="466801"/>
                  </a:lnTo>
                  <a:lnTo>
                    <a:pt x="494937" y="472337"/>
                  </a:lnTo>
                  <a:cubicBezTo>
                    <a:pt x="494394" y="474123"/>
                    <a:pt x="493850" y="475910"/>
                    <a:pt x="493125" y="477660"/>
                  </a:cubicBezTo>
                  <a:lnTo>
                    <a:pt x="493096" y="477730"/>
                  </a:lnTo>
                  <a:cubicBezTo>
                    <a:pt x="491647" y="481202"/>
                    <a:pt x="489592" y="484269"/>
                    <a:pt x="486931" y="486930"/>
                  </a:cubicBezTo>
                  <a:lnTo>
                    <a:pt x="486877" y="486984"/>
                  </a:lnTo>
                  <a:cubicBezTo>
                    <a:pt x="484210" y="489638"/>
                    <a:pt x="481138" y="491684"/>
                    <a:pt x="477660" y="493125"/>
                  </a:cubicBezTo>
                  <a:lnTo>
                    <a:pt x="477590" y="493154"/>
                  </a:lnTo>
                  <a:cubicBezTo>
                    <a:pt x="474134" y="494575"/>
                    <a:pt x="470538" y="495290"/>
                    <a:pt x="466801" y="495300"/>
                  </a:cubicBezTo>
                  <a:lnTo>
                    <a:pt x="28499" y="495300"/>
                  </a:lnTo>
                  <a:lnTo>
                    <a:pt x="22963" y="494937"/>
                  </a:lnTo>
                  <a:cubicBezTo>
                    <a:pt x="21179" y="494394"/>
                    <a:pt x="19396" y="493851"/>
                    <a:pt x="17640" y="493125"/>
                  </a:cubicBezTo>
                  <a:lnTo>
                    <a:pt x="17570" y="493096"/>
                  </a:lnTo>
                  <a:cubicBezTo>
                    <a:pt x="14102" y="491650"/>
                    <a:pt x="11033" y="489594"/>
                    <a:pt x="8316" y="486877"/>
                  </a:cubicBezTo>
                  <a:lnTo>
                    <a:pt x="4657" y="482706"/>
                  </a:lnTo>
                  <a:cubicBezTo>
                    <a:pt x="3779" y="481058"/>
                    <a:pt x="2900" y="479410"/>
                    <a:pt x="2175" y="477660"/>
                  </a:cubicBezTo>
                  <a:lnTo>
                    <a:pt x="2146" y="477590"/>
                  </a:lnTo>
                  <a:cubicBezTo>
                    <a:pt x="725" y="474134"/>
                    <a:pt x="10" y="470538"/>
                    <a:pt x="0" y="466801"/>
                  </a:cubicBezTo>
                  <a:lnTo>
                    <a:pt x="0" y="28499"/>
                  </a:lnTo>
                  <a:lnTo>
                    <a:pt x="363" y="22963"/>
                  </a:lnTo>
                  <a:cubicBezTo>
                    <a:pt x="906" y="21180"/>
                    <a:pt x="1448" y="19396"/>
                    <a:pt x="2175" y="17640"/>
                  </a:cubicBezTo>
                  <a:lnTo>
                    <a:pt x="2204" y="17570"/>
                  </a:lnTo>
                  <a:cubicBezTo>
                    <a:pt x="3649" y="14105"/>
                    <a:pt x="5703" y="11038"/>
                    <a:pt x="8369" y="8369"/>
                  </a:cubicBezTo>
                  <a:lnTo>
                    <a:pt x="8423" y="8316"/>
                  </a:lnTo>
                  <a:cubicBezTo>
                    <a:pt x="11084" y="5667"/>
                    <a:pt x="14155" y="3620"/>
                    <a:pt x="17640" y="2175"/>
                  </a:cubicBezTo>
                  <a:lnTo>
                    <a:pt x="17710" y="2146"/>
                  </a:lnTo>
                  <a:cubicBezTo>
                    <a:pt x="21158" y="727"/>
                    <a:pt x="24754" y="11"/>
                    <a:pt x="28499" y="0"/>
                  </a:cubicBezTo>
                  <a:lnTo>
                    <a:pt x="466801" y="0"/>
                  </a:ln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439" name="VectorPath 439"/>
            <p:cNvSpPr/>
            <p:nvPr/>
          </p:nvSpPr>
          <p:spPr>
            <a:xfrm>
              <a:off x="1724025" y="2924176"/>
              <a:ext cx="495300" cy="504825"/>
            </a:xfrm>
            <a:custGeom>
              <a:rect l="l" t="t" r="r" b="b"/>
              <a:pathLst>
                <a:path w="495300" h="504825">
                  <a:moveTo>
                    <a:pt x="472337" y="362"/>
                  </a:moveTo>
                  <a:cubicBezTo>
                    <a:pt x="474123" y="906"/>
                    <a:pt x="475910" y="1450"/>
                    <a:pt x="477660" y="2175"/>
                  </a:cubicBezTo>
                  <a:lnTo>
                    <a:pt x="477730" y="2204"/>
                  </a:lnTo>
                  <a:cubicBezTo>
                    <a:pt x="481202" y="3653"/>
                    <a:pt x="484269" y="5708"/>
                    <a:pt x="486984" y="8423"/>
                  </a:cubicBezTo>
                  <a:lnTo>
                    <a:pt x="490642" y="12594"/>
                  </a:lnTo>
                  <a:cubicBezTo>
                    <a:pt x="491520" y="14240"/>
                    <a:pt x="492397" y="15884"/>
                    <a:pt x="493125" y="17640"/>
                  </a:cubicBezTo>
                  <a:lnTo>
                    <a:pt x="493154" y="17710"/>
                  </a:lnTo>
                  <a:cubicBezTo>
                    <a:pt x="494573" y="21158"/>
                    <a:pt x="495289" y="24754"/>
                    <a:pt x="495300" y="28499"/>
                  </a:cubicBezTo>
                  <a:lnTo>
                    <a:pt x="495300" y="476326"/>
                  </a:lnTo>
                  <a:lnTo>
                    <a:pt x="494937" y="481862"/>
                  </a:lnTo>
                  <a:cubicBezTo>
                    <a:pt x="494394" y="483648"/>
                    <a:pt x="493850" y="485435"/>
                    <a:pt x="493125" y="487185"/>
                  </a:cubicBezTo>
                  <a:lnTo>
                    <a:pt x="493096" y="487255"/>
                  </a:lnTo>
                  <a:cubicBezTo>
                    <a:pt x="491651" y="490720"/>
                    <a:pt x="489597" y="493787"/>
                    <a:pt x="486931" y="496455"/>
                  </a:cubicBezTo>
                  <a:lnTo>
                    <a:pt x="486877" y="496509"/>
                  </a:lnTo>
                  <a:cubicBezTo>
                    <a:pt x="484210" y="499163"/>
                    <a:pt x="481138" y="501209"/>
                    <a:pt x="477660" y="502650"/>
                  </a:cubicBezTo>
                  <a:lnTo>
                    <a:pt x="477590" y="502679"/>
                  </a:lnTo>
                  <a:cubicBezTo>
                    <a:pt x="474134" y="504100"/>
                    <a:pt x="470538" y="504815"/>
                    <a:pt x="466801" y="504825"/>
                  </a:cubicBezTo>
                  <a:lnTo>
                    <a:pt x="28499" y="504825"/>
                  </a:lnTo>
                  <a:lnTo>
                    <a:pt x="22963" y="504462"/>
                  </a:lnTo>
                  <a:cubicBezTo>
                    <a:pt x="21181" y="503920"/>
                    <a:pt x="19397" y="503377"/>
                    <a:pt x="17640" y="502650"/>
                  </a:cubicBezTo>
                  <a:lnTo>
                    <a:pt x="17570" y="502621"/>
                  </a:lnTo>
                  <a:cubicBezTo>
                    <a:pt x="14098" y="501172"/>
                    <a:pt x="11031" y="499117"/>
                    <a:pt x="8316" y="496402"/>
                  </a:cubicBezTo>
                  <a:lnTo>
                    <a:pt x="4657" y="492231"/>
                  </a:lnTo>
                  <a:cubicBezTo>
                    <a:pt x="3781" y="490586"/>
                    <a:pt x="2903" y="488941"/>
                    <a:pt x="2175" y="487185"/>
                  </a:cubicBezTo>
                  <a:lnTo>
                    <a:pt x="2146" y="487115"/>
                  </a:lnTo>
                  <a:cubicBezTo>
                    <a:pt x="725" y="483659"/>
                    <a:pt x="10" y="480063"/>
                    <a:pt x="0" y="476326"/>
                  </a:cubicBezTo>
                  <a:lnTo>
                    <a:pt x="0" y="28499"/>
                  </a:lnTo>
                  <a:lnTo>
                    <a:pt x="363" y="22963"/>
                  </a:lnTo>
                  <a:cubicBezTo>
                    <a:pt x="906" y="21180"/>
                    <a:pt x="1448" y="19396"/>
                    <a:pt x="2175" y="17640"/>
                  </a:cubicBezTo>
                  <a:lnTo>
                    <a:pt x="2204" y="17570"/>
                  </a:lnTo>
                  <a:cubicBezTo>
                    <a:pt x="3649" y="14105"/>
                    <a:pt x="5703" y="11038"/>
                    <a:pt x="8369" y="8369"/>
                  </a:cubicBezTo>
                  <a:lnTo>
                    <a:pt x="8423" y="8316"/>
                  </a:lnTo>
                  <a:cubicBezTo>
                    <a:pt x="11084" y="5667"/>
                    <a:pt x="14155" y="3620"/>
                    <a:pt x="17640" y="2175"/>
                  </a:cubicBezTo>
                  <a:lnTo>
                    <a:pt x="17710" y="2146"/>
                  </a:lnTo>
                  <a:cubicBezTo>
                    <a:pt x="21158" y="727"/>
                    <a:pt x="24754" y="11"/>
                    <a:pt x="28499" y="0"/>
                  </a:cubicBezTo>
                  <a:lnTo>
                    <a:pt x="466801" y="0"/>
                  </a:ln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440" name="VectorPath 440"/>
            <p:cNvSpPr/>
            <p:nvPr/>
          </p:nvSpPr>
          <p:spPr>
            <a:xfrm>
              <a:off x="1724025" y="3476626"/>
              <a:ext cx="495300" cy="504825"/>
            </a:xfrm>
            <a:custGeom>
              <a:rect l="l" t="t" r="r" b="b"/>
              <a:pathLst>
                <a:path w="495300" h="504825">
                  <a:moveTo>
                    <a:pt x="472337" y="362"/>
                  </a:moveTo>
                  <a:cubicBezTo>
                    <a:pt x="474123" y="906"/>
                    <a:pt x="475910" y="1450"/>
                    <a:pt x="477660" y="2175"/>
                  </a:cubicBezTo>
                  <a:lnTo>
                    <a:pt x="477730" y="2204"/>
                  </a:lnTo>
                  <a:cubicBezTo>
                    <a:pt x="481202" y="3653"/>
                    <a:pt x="484269" y="5708"/>
                    <a:pt x="486984" y="8423"/>
                  </a:cubicBezTo>
                  <a:lnTo>
                    <a:pt x="490642" y="12594"/>
                  </a:lnTo>
                  <a:cubicBezTo>
                    <a:pt x="491520" y="14240"/>
                    <a:pt x="492397" y="15884"/>
                    <a:pt x="493125" y="17640"/>
                  </a:cubicBezTo>
                  <a:lnTo>
                    <a:pt x="493154" y="17710"/>
                  </a:lnTo>
                  <a:cubicBezTo>
                    <a:pt x="494573" y="21158"/>
                    <a:pt x="495289" y="24754"/>
                    <a:pt x="495300" y="28499"/>
                  </a:cubicBezTo>
                  <a:lnTo>
                    <a:pt x="495300" y="476326"/>
                  </a:lnTo>
                  <a:lnTo>
                    <a:pt x="494937" y="481862"/>
                  </a:lnTo>
                  <a:cubicBezTo>
                    <a:pt x="494394" y="483648"/>
                    <a:pt x="493850" y="485435"/>
                    <a:pt x="493125" y="487185"/>
                  </a:cubicBezTo>
                  <a:lnTo>
                    <a:pt x="493096" y="487255"/>
                  </a:lnTo>
                  <a:cubicBezTo>
                    <a:pt x="491651" y="490720"/>
                    <a:pt x="489597" y="493787"/>
                    <a:pt x="486931" y="496455"/>
                  </a:cubicBezTo>
                  <a:lnTo>
                    <a:pt x="486877" y="496509"/>
                  </a:lnTo>
                  <a:cubicBezTo>
                    <a:pt x="484210" y="499163"/>
                    <a:pt x="481138" y="501209"/>
                    <a:pt x="477660" y="502650"/>
                  </a:cubicBezTo>
                  <a:lnTo>
                    <a:pt x="477590" y="502679"/>
                  </a:lnTo>
                  <a:cubicBezTo>
                    <a:pt x="474134" y="504100"/>
                    <a:pt x="470538" y="504815"/>
                    <a:pt x="466801" y="504825"/>
                  </a:cubicBezTo>
                  <a:lnTo>
                    <a:pt x="28499" y="504825"/>
                  </a:lnTo>
                  <a:lnTo>
                    <a:pt x="22963" y="504462"/>
                  </a:lnTo>
                  <a:cubicBezTo>
                    <a:pt x="21181" y="503920"/>
                    <a:pt x="19397" y="503377"/>
                    <a:pt x="17640" y="502650"/>
                  </a:cubicBezTo>
                  <a:lnTo>
                    <a:pt x="17570" y="502621"/>
                  </a:lnTo>
                  <a:cubicBezTo>
                    <a:pt x="14098" y="501172"/>
                    <a:pt x="11031" y="499117"/>
                    <a:pt x="8316" y="496402"/>
                  </a:cubicBezTo>
                  <a:lnTo>
                    <a:pt x="4657" y="492231"/>
                  </a:lnTo>
                  <a:cubicBezTo>
                    <a:pt x="3781" y="490586"/>
                    <a:pt x="2903" y="488941"/>
                    <a:pt x="2175" y="487185"/>
                  </a:cubicBezTo>
                  <a:lnTo>
                    <a:pt x="2146" y="487115"/>
                  </a:lnTo>
                  <a:cubicBezTo>
                    <a:pt x="725" y="483659"/>
                    <a:pt x="10" y="480063"/>
                    <a:pt x="0" y="476326"/>
                  </a:cubicBezTo>
                  <a:lnTo>
                    <a:pt x="0" y="28499"/>
                  </a:lnTo>
                  <a:lnTo>
                    <a:pt x="363" y="22963"/>
                  </a:lnTo>
                  <a:cubicBezTo>
                    <a:pt x="906" y="21180"/>
                    <a:pt x="1448" y="19396"/>
                    <a:pt x="2175" y="17640"/>
                  </a:cubicBezTo>
                  <a:lnTo>
                    <a:pt x="2204" y="17570"/>
                  </a:lnTo>
                  <a:cubicBezTo>
                    <a:pt x="3649" y="14105"/>
                    <a:pt x="5703" y="11038"/>
                    <a:pt x="8369" y="8369"/>
                  </a:cubicBezTo>
                  <a:lnTo>
                    <a:pt x="8423" y="8316"/>
                  </a:lnTo>
                  <a:cubicBezTo>
                    <a:pt x="11084" y="5667"/>
                    <a:pt x="14155" y="3620"/>
                    <a:pt x="17640" y="2175"/>
                  </a:cubicBezTo>
                  <a:lnTo>
                    <a:pt x="17710" y="2146"/>
                  </a:lnTo>
                  <a:cubicBezTo>
                    <a:pt x="21158" y="727"/>
                    <a:pt x="24754" y="11"/>
                    <a:pt x="28499" y="0"/>
                  </a:cubicBezTo>
                  <a:lnTo>
                    <a:pt x="466801" y="0"/>
                  </a:ln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441" name="VectorPath 441"/>
            <p:cNvSpPr/>
            <p:nvPr/>
          </p:nvSpPr>
          <p:spPr>
            <a:xfrm>
              <a:off x="1724025" y="4029076"/>
              <a:ext cx="495300" cy="504825"/>
            </a:xfrm>
            <a:custGeom>
              <a:rect l="l" t="t" r="r" b="b"/>
              <a:pathLst>
                <a:path w="495300" h="504825">
                  <a:moveTo>
                    <a:pt x="472337" y="362"/>
                  </a:moveTo>
                  <a:cubicBezTo>
                    <a:pt x="474123" y="906"/>
                    <a:pt x="475910" y="1450"/>
                    <a:pt x="477660" y="2175"/>
                  </a:cubicBezTo>
                  <a:lnTo>
                    <a:pt x="477730" y="2204"/>
                  </a:lnTo>
                  <a:cubicBezTo>
                    <a:pt x="481202" y="3653"/>
                    <a:pt x="484269" y="5708"/>
                    <a:pt x="486984" y="8423"/>
                  </a:cubicBezTo>
                  <a:lnTo>
                    <a:pt x="490642" y="12594"/>
                  </a:lnTo>
                  <a:cubicBezTo>
                    <a:pt x="491520" y="14240"/>
                    <a:pt x="492397" y="15884"/>
                    <a:pt x="493125" y="17640"/>
                  </a:cubicBezTo>
                  <a:lnTo>
                    <a:pt x="493154" y="17710"/>
                  </a:lnTo>
                  <a:cubicBezTo>
                    <a:pt x="494573" y="21158"/>
                    <a:pt x="495289" y="24754"/>
                    <a:pt x="495300" y="28499"/>
                  </a:cubicBezTo>
                  <a:lnTo>
                    <a:pt x="495300" y="476326"/>
                  </a:lnTo>
                  <a:lnTo>
                    <a:pt x="494937" y="481862"/>
                  </a:lnTo>
                  <a:cubicBezTo>
                    <a:pt x="494394" y="483648"/>
                    <a:pt x="493850" y="485435"/>
                    <a:pt x="493125" y="487185"/>
                  </a:cubicBezTo>
                  <a:lnTo>
                    <a:pt x="493096" y="487255"/>
                  </a:lnTo>
                  <a:cubicBezTo>
                    <a:pt x="491651" y="490720"/>
                    <a:pt x="489597" y="493787"/>
                    <a:pt x="486931" y="496456"/>
                  </a:cubicBezTo>
                  <a:lnTo>
                    <a:pt x="486877" y="496509"/>
                  </a:lnTo>
                  <a:cubicBezTo>
                    <a:pt x="484210" y="499163"/>
                    <a:pt x="481138" y="501209"/>
                    <a:pt x="477660" y="502650"/>
                  </a:cubicBezTo>
                  <a:lnTo>
                    <a:pt x="477590" y="502679"/>
                  </a:lnTo>
                  <a:cubicBezTo>
                    <a:pt x="474134" y="504100"/>
                    <a:pt x="470538" y="504815"/>
                    <a:pt x="466801" y="504825"/>
                  </a:cubicBezTo>
                  <a:lnTo>
                    <a:pt x="28499" y="504825"/>
                  </a:lnTo>
                  <a:lnTo>
                    <a:pt x="22963" y="504462"/>
                  </a:lnTo>
                  <a:cubicBezTo>
                    <a:pt x="21181" y="503920"/>
                    <a:pt x="19397" y="503377"/>
                    <a:pt x="17640" y="502650"/>
                  </a:cubicBezTo>
                  <a:lnTo>
                    <a:pt x="17570" y="502621"/>
                  </a:lnTo>
                  <a:cubicBezTo>
                    <a:pt x="14098" y="501172"/>
                    <a:pt x="11031" y="499117"/>
                    <a:pt x="8316" y="496402"/>
                  </a:cubicBezTo>
                  <a:lnTo>
                    <a:pt x="4657" y="492231"/>
                  </a:lnTo>
                  <a:cubicBezTo>
                    <a:pt x="3781" y="490586"/>
                    <a:pt x="2903" y="488941"/>
                    <a:pt x="2175" y="487185"/>
                  </a:cubicBezTo>
                  <a:lnTo>
                    <a:pt x="2146" y="487115"/>
                  </a:lnTo>
                  <a:cubicBezTo>
                    <a:pt x="725" y="483659"/>
                    <a:pt x="10" y="480063"/>
                    <a:pt x="0" y="476326"/>
                  </a:cubicBezTo>
                  <a:lnTo>
                    <a:pt x="0" y="28499"/>
                  </a:lnTo>
                  <a:lnTo>
                    <a:pt x="363" y="22963"/>
                  </a:lnTo>
                  <a:cubicBezTo>
                    <a:pt x="906" y="21180"/>
                    <a:pt x="1448" y="19396"/>
                    <a:pt x="2175" y="17640"/>
                  </a:cubicBezTo>
                  <a:lnTo>
                    <a:pt x="2204" y="17570"/>
                  </a:lnTo>
                  <a:cubicBezTo>
                    <a:pt x="3649" y="14105"/>
                    <a:pt x="5703" y="11038"/>
                    <a:pt x="8369" y="8369"/>
                  </a:cubicBezTo>
                  <a:lnTo>
                    <a:pt x="8423" y="8316"/>
                  </a:lnTo>
                  <a:cubicBezTo>
                    <a:pt x="11084" y="5667"/>
                    <a:pt x="14155" y="3620"/>
                    <a:pt x="17640" y="2175"/>
                  </a:cubicBezTo>
                  <a:lnTo>
                    <a:pt x="17710" y="2146"/>
                  </a:lnTo>
                  <a:cubicBezTo>
                    <a:pt x="21158" y="727"/>
                    <a:pt x="24754" y="11"/>
                    <a:pt x="28499" y="0"/>
                  </a:cubicBezTo>
                  <a:lnTo>
                    <a:pt x="466801" y="0"/>
                  </a:ln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442" name="VectorPath 442"/>
            <p:cNvSpPr/>
            <p:nvPr/>
          </p:nvSpPr>
          <p:spPr>
            <a:xfrm>
              <a:off x="1724025" y="4591051"/>
              <a:ext cx="495300" cy="495300"/>
            </a:xfrm>
            <a:custGeom>
              <a:rect l="l" t="t" r="r" b="b"/>
              <a:pathLst>
                <a:path w="495300" h="495300">
                  <a:moveTo>
                    <a:pt x="472337" y="363"/>
                  </a:moveTo>
                  <a:cubicBezTo>
                    <a:pt x="474123" y="906"/>
                    <a:pt x="475910" y="1450"/>
                    <a:pt x="477660" y="2175"/>
                  </a:cubicBezTo>
                  <a:lnTo>
                    <a:pt x="477730" y="2204"/>
                  </a:lnTo>
                  <a:cubicBezTo>
                    <a:pt x="481202" y="3653"/>
                    <a:pt x="484269" y="5708"/>
                    <a:pt x="486984" y="8423"/>
                  </a:cubicBezTo>
                  <a:lnTo>
                    <a:pt x="490642" y="12594"/>
                  </a:lnTo>
                  <a:cubicBezTo>
                    <a:pt x="491520" y="14240"/>
                    <a:pt x="492397" y="15884"/>
                    <a:pt x="493125" y="17640"/>
                  </a:cubicBezTo>
                  <a:lnTo>
                    <a:pt x="493154" y="17710"/>
                  </a:lnTo>
                  <a:cubicBezTo>
                    <a:pt x="494573" y="21158"/>
                    <a:pt x="495289" y="24754"/>
                    <a:pt x="495300" y="28499"/>
                  </a:cubicBezTo>
                  <a:lnTo>
                    <a:pt x="495300" y="466801"/>
                  </a:lnTo>
                  <a:lnTo>
                    <a:pt x="494937" y="472337"/>
                  </a:lnTo>
                  <a:cubicBezTo>
                    <a:pt x="494394" y="474123"/>
                    <a:pt x="493850" y="475910"/>
                    <a:pt x="493125" y="477660"/>
                  </a:cubicBezTo>
                  <a:lnTo>
                    <a:pt x="493096" y="477730"/>
                  </a:lnTo>
                  <a:cubicBezTo>
                    <a:pt x="491647" y="481202"/>
                    <a:pt x="489592" y="484269"/>
                    <a:pt x="486931" y="486931"/>
                  </a:cubicBezTo>
                  <a:lnTo>
                    <a:pt x="486877" y="486984"/>
                  </a:lnTo>
                  <a:cubicBezTo>
                    <a:pt x="484210" y="489637"/>
                    <a:pt x="481138" y="491684"/>
                    <a:pt x="477660" y="493125"/>
                  </a:cubicBezTo>
                  <a:lnTo>
                    <a:pt x="477590" y="493154"/>
                  </a:lnTo>
                  <a:cubicBezTo>
                    <a:pt x="474134" y="494575"/>
                    <a:pt x="470538" y="495290"/>
                    <a:pt x="466801" y="495300"/>
                  </a:cubicBezTo>
                  <a:lnTo>
                    <a:pt x="28499" y="495300"/>
                  </a:lnTo>
                  <a:lnTo>
                    <a:pt x="22963" y="494937"/>
                  </a:lnTo>
                  <a:cubicBezTo>
                    <a:pt x="21179" y="494394"/>
                    <a:pt x="19396" y="493851"/>
                    <a:pt x="17640" y="493125"/>
                  </a:cubicBezTo>
                  <a:lnTo>
                    <a:pt x="17570" y="493096"/>
                  </a:lnTo>
                  <a:cubicBezTo>
                    <a:pt x="14102" y="491650"/>
                    <a:pt x="11033" y="489594"/>
                    <a:pt x="8316" y="486877"/>
                  </a:cubicBezTo>
                  <a:lnTo>
                    <a:pt x="4657" y="482706"/>
                  </a:lnTo>
                  <a:cubicBezTo>
                    <a:pt x="3779" y="481058"/>
                    <a:pt x="2900" y="479410"/>
                    <a:pt x="2175" y="477660"/>
                  </a:cubicBezTo>
                  <a:lnTo>
                    <a:pt x="2146" y="477590"/>
                  </a:lnTo>
                  <a:cubicBezTo>
                    <a:pt x="725" y="474134"/>
                    <a:pt x="10" y="470538"/>
                    <a:pt x="0" y="466801"/>
                  </a:cubicBezTo>
                  <a:lnTo>
                    <a:pt x="0" y="28499"/>
                  </a:lnTo>
                  <a:lnTo>
                    <a:pt x="363" y="22963"/>
                  </a:lnTo>
                  <a:cubicBezTo>
                    <a:pt x="906" y="21180"/>
                    <a:pt x="1448" y="19396"/>
                    <a:pt x="2175" y="17640"/>
                  </a:cubicBezTo>
                  <a:lnTo>
                    <a:pt x="2204" y="17570"/>
                  </a:lnTo>
                  <a:cubicBezTo>
                    <a:pt x="3649" y="14105"/>
                    <a:pt x="5703" y="11038"/>
                    <a:pt x="8369" y="8369"/>
                  </a:cubicBezTo>
                  <a:lnTo>
                    <a:pt x="8423" y="8316"/>
                  </a:lnTo>
                  <a:cubicBezTo>
                    <a:pt x="11084" y="5667"/>
                    <a:pt x="14155" y="3620"/>
                    <a:pt x="17640" y="2175"/>
                  </a:cubicBezTo>
                  <a:lnTo>
                    <a:pt x="17710" y="2146"/>
                  </a:lnTo>
                  <a:cubicBezTo>
                    <a:pt x="21158" y="727"/>
                    <a:pt x="24754" y="11"/>
                    <a:pt x="28499" y="0"/>
                  </a:cubicBezTo>
                  <a:lnTo>
                    <a:pt x="466801" y="0"/>
                  </a:ln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443" name="VectorPath 443"/>
            <p:cNvSpPr/>
            <p:nvPr/>
          </p:nvSpPr>
          <p:spPr>
            <a:xfrm>
              <a:off x="1724025" y="5143501"/>
              <a:ext cx="495300" cy="495300"/>
            </a:xfrm>
            <a:custGeom>
              <a:rect l="l" t="t" r="r" b="b"/>
              <a:pathLst>
                <a:path w="495300" h="495300">
                  <a:moveTo>
                    <a:pt x="472337" y="363"/>
                  </a:moveTo>
                  <a:cubicBezTo>
                    <a:pt x="474123" y="906"/>
                    <a:pt x="475910" y="1450"/>
                    <a:pt x="477660" y="2175"/>
                  </a:cubicBezTo>
                  <a:lnTo>
                    <a:pt x="477730" y="2204"/>
                  </a:lnTo>
                  <a:cubicBezTo>
                    <a:pt x="481202" y="3653"/>
                    <a:pt x="484269" y="5708"/>
                    <a:pt x="486984" y="8423"/>
                  </a:cubicBezTo>
                  <a:lnTo>
                    <a:pt x="490642" y="12594"/>
                  </a:lnTo>
                  <a:cubicBezTo>
                    <a:pt x="491520" y="14240"/>
                    <a:pt x="492397" y="15884"/>
                    <a:pt x="493125" y="17640"/>
                  </a:cubicBezTo>
                  <a:lnTo>
                    <a:pt x="493154" y="17710"/>
                  </a:lnTo>
                  <a:cubicBezTo>
                    <a:pt x="494573" y="21158"/>
                    <a:pt x="495289" y="24754"/>
                    <a:pt x="495300" y="28499"/>
                  </a:cubicBezTo>
                  <a:lnTo>
                    <a:pt x="495300" y="466801"/>
                  </a:lnTo>
                  <a:lnTo>
                    <a:pt x="494937" y="472337"/>
                  </a:lnTo>
                  <a:cubicBezTo>
                    <a:pt x="494394" y="474123"/>
                    <a:pt x="493850" y="475910"/>
                    <a:pt x="493125" y="477660"/>
                  </a:cubicBezTo>
                  <a:lnTo>
                    <a:pt x="493096" y="477730"/>
                  </a:lnTo>
                  <a:cubicBezTo>
                    <a:pt x="491647" y="481202"/>
                    <a:pt x="489592" y="484269"/>
                    <a:pt x="486931" y="486931"/>
                  </a:cubicBezTo>
                  <a:lnTo>
                    <a:pt x="486877" y="486984"/>
                  </a:lnTo>
                  <a:cubicBezTo>
                    <a:pt x="484210" y="489637"/>
                    <a:pt x="481138" y="491684"/>
                    <a:pt x="477660" y="493125"/>
                  </a:cubicBezTo>
                  <a:lnTo>
                    <a:pt x="477590" y="493154"/>
                  </a:lnTo>
                  <a:cubicBezTo>
                    <a:pt x="474134" y="494575"/>
                    <a:pt x="470538" y="495290"/>
                    <a:pt x="466801" y="495300"/>
                  </a:cubicBezTo>
                  <a:lnTo>
                    <a:pt x="28499" y="495300"/>
                  </a:lnTo>
                  <a:lnTo>
                    <a:pt x="22963" y="494937"/>
                  </a:lnTo>
                  <a:cubicBezTo>
                    <a:pt x="21179" y="494394"/>
                    <a:pt x="19396" y="493851"/>
                    <a:pt x="17640" y="493125"/>
                  </a:cubicBezTo>
                  <a:lnTo>
                    <a:pt x="17570" y="493096"/>
                  </a:lnTo>
                  <a:cubicBezTo>
                    <a:pt x="14102" y="491650"/>
                    <a:pt x="11033" y="489594"/>
                    <a:pt x="8316" y="486877"/>
                  </a:cubicBezTo>
                  <a:lnTo>
                    <a:pt x="4657" y="482706"/>
                  </a:lnTo>
                  <a:cubicBezTo>
                    <a:pt x="3779" y="481058"/>
                    <a:pt x="2900" y="479410"/>
                    <a:pt x="2175" y="477660"/>
                  </a:cubicBezTo>
                  <a:lnTo>
                    <a:pt x="2146" y="477590"/>
                  </a:lnTo>
                  <a:cubicBezTo>
                    <a:pt x="725" y="474134"/>
                    <a:pt x="10" y="470538"/>
                    <a:pt x="0" y="466801"/>
                  </a:cubicBezTo>
                  <a:lnTo>
                    <a:pt x="0" y="28499"/>
                  </a:lnTo>
                  <a:lnTo>
                    <a:pt x="363" y="22963"/>
                  </a:lnTo>
                  <a:cubicBezTo>
                    <a:pt x="906" y="21180"/>
                    <a:pt x="1448" y="19396"/>
                    <a:pt x="2175" y="17640"/>
                  </a:cubicBezTo>
                  <a:lnTo>
                    <a:pt x="2204" y="17570"/>
                  </a:lnTo>
                  <a:cubicBezTo>
                    <a:pt x="3649" y="14105"/>
                    <a:pt x="5703" y="11038"/>
                    <a:pt x="8369" y="8369"/>
                  </a:cubicBezTo>
                  <a:lnTo>
                    <a:pt x="8423" y="8316"/>
                  </a:lnTo>
                  <a:cubicBezTo>
                    <a:pt x="11084" y="5667"/>
                    <a:pt x="14155" y="3620"/>
                    <a:pt x="17640" y="2175"/>
                  </a:cubicBezTo>
                  <a:lnTo>
                    <a:pt x="17710" y="2146"/>
                  </a:lnTo>
                  <a:cubicBezTo>
                    <a:pt x="21158" y="727"/>
                    <a:pt x="24754" y="11"/>
                    <a:pt x="28499" y="0"/>
                  </a:cubicBezTo>
                  <a:lnTo>
                    <a:pt x="466801" y="0"/>
                  </a:ln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</p:grpSp>
      <p:sp>
        <p:nvSpPr>
          <p:cNvPr id="444" name="TextBox444"/>
          <p:cNvSpPr txBox="1"/>
          <p:nvPr/>
        </p:nvSpPr>
        <p:spPr>
          <a:xfrm>
            <a:off x="1840706" y="2395316"/>
            <a:ext cx="259884" cy="31887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99702"/>
              </a:lnSpc>
              <a:spcAft>
                <a:spcPts val="991"/>
              </a:spcAft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9971" marR="0" indent="0" eaLnBrk="0">
              <a:lnSpc>
                <a:spcPct val="99702"/>
              </a:lnSpc>
              <a:spcAft>
                <a:spcPts val="991"/>
              </a:spcAft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99702"/>
              </a:lnSpc>
              <a:spcAft>
                <a:spcPts val="991"/>
              </a:spcAft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99702"/>
              </a:lnSpc>
              <a:spcAft>
                <a:spcPts val="991"/>
              </a:spcAft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  <a:p>
            <a:pPr marL="9971" marR="0" indent="0" eaLnBrk="0">
              <a:lnSpc>
                <a:spcPct val="99702"/>
              </a:lnSpc>
              <a:spcAft>
                <a:spcPts val="991"/>
              </a:spcAft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</a:p>
          <a:p>
            <a:pPr marL="19943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</a:t>
            </a:r>
          </a:p>
        </p:txBody>
      </p:sp>
      <p:sp>
        <p:nvSpPr>
          <p:cNvPr id="445" name="VectorPath 445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46" name="TextBox446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47" name="TextBox447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48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6AB4C3FD-EB7D-4702-BC78-D3345EB655BD}"/>
    </p:extLst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VectorPath 44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49" name="8E6AF03D-CE7F-4B35-2612-E5B346FD165F"/>
          <p:cNvPicPr>
            <a:picLocks noChangeAspect="1"/>
          </p:cNvPicPr>
          <p:nvPr/>
        </p:nvPicPr>
        <p:blipFill>
          <a:blip r:embed="rId2" cstate="print">
            <a:extLst>
              <a:ext uri="{EB691BA0-136A-460A-8C0E-53906A283EB9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450" name="DEF67F69-8395-4C56-362C-D3B13F4F17AE"/>
          <p:cNvPicPr>
            <a:picLocks noChangeAspect="1"/>
          </p:cNvPicPr>
          <p:nvPr/>
        </p:nvPicPr>
        <p:blipFill>
          <a:blip r:embed="rId3" cstate="print">
            <a:extLst>
              <a:ext uri="{2A1E1C65-79BC-466B-A016-2961237F2EE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451" name="VectorPath 451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452" name="3B36F426-2193-4469-ABE8-2A7423400B04"/>
          <p:cNvPicPr>
            <a:picLocks noChangeAspect="1"/>
          </p:cNvPicPr>
          <p:nvPr/>
        </p:nvPicPr>
        <p:blipFill>
          <a:blip r:embed="rId4" cstate="print">
            <a:extLst>
              <a:ext uri="{4476ADEF-3BBF-401A-A443-C38374EB824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453" name="E2E670D2-F7F4-49E8-5001-9860802F292D"/>
          <p:cNvPicPr>
            <a:picLocks noChangeAspect="1"/>
          </p:cNvPicPr>
          <p:nvPr/>
        </p:nvPicPr>
        <p:blipFill>
          <a:blip r:embed="rId5" cstate="print">
            <a:extLst>
              <a:ext uri="{FDB85B56-2104-489B-317A-D83E986C0E4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454" name="Combination 454"/>
          <p:cNvGrpSpPr/>
          <p:nvPr/>
        </p:nvGrpSpPr>
        <p:grpSpPr>
          <a:xfrm>
            <a:off x="1581150" y="2371726"/>
            <a:ext cx="495300" cy="3267075"/>
            <a:chOff x="1581150" y="2371726"/>
            <a:chExt cx="495300" cy="3267075"/>
          </a:xfrm>
        </p:grpSpPr>
        <p:sp>
          <p:nvSpPr>
            <p:cNvPr id="455" name="VectorPath 455"/>
            <p:cNvSpPr/>
            <p:nvPr/>
          </p:nvSpPr>
          <p:spPr>
            <a:xfrm>
              <a:off x="1581150" y="2371726"/>
              <a:ext cx="495300" cy="495300"/>
            </a:xfrm>
            <a:custGeom>
              <a:rect l="l" t="t" r="r" b="b"/>
              <a:pathLst>
                <a:path w="495300" h="495300">
                  <a:moveTo>
                    <a:pt x="472337" y="362"/>
                  </a:moveTo>
                  <a:cubicBezTo>
                    <a:pt x="474123" y="906"/>
                    <a:pt x="475910" y="1450"/>
                    <a:pt x="477660" y="2175"/>
                  </a:cubicBezTo>
                  <a:lnTo>
                    <a:pt x="477730" y="2204"/>
                  </a:lnTo>
                  <a:cubicBezTo>
                    <a:pt x="481202" y="3653"/>
                    <a:pt x="484269" y="5708"/>
                    <a:pt x="486984" y="8423"/>
                  </a:cubicBezTo>
                  <a:lnTo>
                    <a:pt x="490642" y="12594"/>
                  </a:lnTo>
                  <a:cubicBezTo>
                    <a:pt x="491520" y="14240"/>
                    <a:pt x="492397" y="15884"/>
                    <a:pt x="493125" y="17640"/>
                  </a:cubicBezTo>
                  <a:lnTo>
                    <a:pt x="493154" y="17710"/>
                  </a:lnTo>
                  <a:cubicBezTo>
                    <a:pt x="494573" y="21158"/>
                    <a:pt x="495289" y="24754"/>
                    <a:pt x="495300" y="28499"/>
                  </a:cubicBezTo>
                  <a:lnTo>
                    <a:pt x="495300" y="466801"/>
                  </a:lnTo>
                  <a:lnTo>
                    <a:pt x="494937" y="472337"/>
                  </a:lnTo>
                  <a:cubicBezTo>
                    <a:pt x="494394" y="474123"/>
                    <a:pt x="493850" y="475910"/>
                    <a:pt x="493125" y="477660"/>
                  </a:cubicBezTo>
                  <a:lnTo>
                    <a:pt x="493096" y="477730"/>
                  </a:lnTo>
                  <a:cubicBezTo>
                    <a:pt x="491647" y="481202"/>
                    <a:pt x="489592" y="484269"/>
                    <a:pt x="486931" y="486930"/>
                  </a:cubicBezTo>
                  <a:lnTo>
                    <a:pt x="486877" y="486984"/>
                  </a:lnTo>
                  <a:cubicBezTo>
                    <a:pt x="484210" y="489638"/>
                    <a:pt x="481138" y="491684"/>
                    <a:pt x="477660" y="493125"/>
                  </a:cubicBezTo>
                  <a:lnTo>
                    <a:pt x="477590" y="493154"/>
                  </a:lnTo>
                  <a:cubicBezTo>
                    <a:pt x="474134" y="494575"/>
                    <a:pt x="470538" y="495290"/>
                    <a:pt x="466801" y="495300"/>
                  </a:cubicBezTo>
                  <a:lnTo>
                    <a:pt x="28499" y="495300"/>
                  </a:lnTo>
                  <a:lnTo>
                    <a:pt x="22963" y="494937"/>
                  </a:lnTo>
                  <a:cubicBezTo>
                    <a:pt x="21179" y="494394"/>
                    <a:pt x="19396" y="493851"/>
                    <a:pt x="17640" y="493125"/>
                  </a:cubicBezTo>
                  <a:lnTo>
                    <a:pt x="17570" y="493096"/>
                  </a:lnTo>
                  <a:cubicBezTo>
                    <a:pt x="14102" y="491650"/>
                    <a:pt x="11033" y="489594"/>
                    <a:pt x="8316" y="486877"/>
                  </a:cubicBezTo>
                  <a:lnTo>
                    <a:pt x="4658" y="482706"/>
                  </a:lnTo>
                  <a:cubicBezTo>
                    <a:pt x="3779" y="481058"/>
                    <a:pt x="2900" y="479410"/>
                    <a:pt x="2175" y="477660"/>
                  </a:cubicBezTo>
                  <a:lnTo>
                    <a:pt x="2146" y="477590"/>
                  </a:lnTo>
                  <a:cubicBezTo>
                    <a:pt x="725" y="474134"/>
                    <a:pt x="10" y="470538"/>
                    <a:pt x="0" y="466801"/>
                  </a:cubicBezTo>
                  <a:lnTo>
                    <a:pt x="0" y="28499"/>
                  </a:lnTo>
                  <a:lnTo>
                    <a:pt x="362" y="22963"/>
                  </a:lnTo>
                  <a:cubicBezTo>
                    <a:pt x="906" y="21180"/>
                    <a:pt x="1448" y="19396"/>
                    <a:pt x="2175" y="17640"/>
                  </a:cubicBezTo>
                  <a:lnTo>
                    <a:pt x="2204" y="17570"/>
                  </a:lnTo>
                  <a:cubicBezTo>
                    <a:pt x="3649" y="14105"/>
                    <a:pt x="5703" y="11038"/>
                    <a:pt x="8369" y="8369"/>
                  </a:cubicBezTo>
                  <a:lnTo>
                    <a:pt x="8423" y="8316"/>
                  </a:lnTo>
                  <a:cubicBezTo>
                    <a:pt x="11084" y="5667"/>
                    <a:pt x="14155" y="3620"/>
                    <a:pt x="17640" y="2175"/>
                  </a:cubicBezTo>
                  <a:lnTo>
                    <a:pt x="17710" y="2146"/>
                  </a:lnTo>
                  <a:cubicBezTo>
                    <a:pt x="21158" y="727"/>
                    <a:pt x="24754" y="11"/>
                    <a:pt x="28499" y="0"/>
                  </a:cubicBezTo>
                  <a:lnTo>
                    <a:pt x="466801" y="0"/>
                  </a:ln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456" name="VectorPath 456"/>
            <p:cNvSpPr/>
            <p:nvPr/>
          </p:nvSpPr>
          <p:spPr>
            <a:xfrm>
              <a:off x="1581150" y="2924176"/>
              <a:ext cx="495300" cy="504825"/>
            </a:xfrm>
            <a:custGeom>
              <a:rect l="l" t="t" r="r" b="b"/>
              <a:pathLst>
                <a:path w="495300" h="504825">
                  <a:moveTo>
                    <a:pt x="472337" y="362"/>
                  </a:moveTo>
                  <a:cubicBezTo>
                    <a:pt x="474123" y="906"/>
                    <a:pt x="475910" y="1450"/>
                    <a:pt x="477660" y="2175"/>
                  </a:cubicBezTo>
                  <a:lnTo>
                    <a:pt x="477730" y="2204"/>
                  </a:lnTo>
                  <a:cubicBezTo>
                    <a:pt x="481202" y="3653"/>
                    <a:pt x="484269" y="5708"/>
                    <a:pt x="486984" y="8423"/>
                  </a:cubicBezTo>
                  <a:lnTo>
                    <a:pt x="490642" y="12594"/>
                  </a:lnTo>
                  <a:cubicBezTo>
                    <a:pt x="491520" y="14240"/>
                    <a:pt x="492397" y="15884"/>
                    <a:pt x="493125" y="17640"/>
                  </a:cubicBezTo>
                  <a:lnTo>
                    <a:pt x="493154" y="17710"/>
                  </a:lnTo>
                  <a:cubicBezTo>
                    <a:pt x="494573" y="21158"/>
                    <a:pt x="495289" y="24754"/>
                    <a:pt x="495300" y="28499"/>
                  </a:cubicBezTo>
                  <a:lnTo>
                    <a:pt x="495300" y="476326"/>
                  </a:lnTo>
                  <a:lnTo>
                    <a:pt x="494937" y="481862"/>
                  </a:lnTo>
                  <a:cubicBezTo>
                    <a:pt x="494394" y="483648"/>
                    <a:pt x="493850" y="485435"/>
                    <a:pt x="493125" y="487185"/>
                  </a:cubicBezTo>
                  <a:lnTo>
                    <a:pt x="493096" y="487255"/>
                  </a:lnTo>
                  <a:cubicBezTo>
                    <a:pt x="491651" y="490720"/>
                    <a:pt x="489597" y="493787"/>
                    <a:pt x="486931" y="496455"/>
                  </a:cubicBezTo>
                  <a:lnTo>
                    <a:pt x="486877" y="496509"/>
                  </a:lnTo>
                  <a:cubicBezTo>
                    <a:pt x="484210" y="499163"/>
                    <a:pt x="481138" y="501209"/>
                    <a:pt x="477660" y="502650"/>
                  </a:cubicBezTo>
                  <a:lnTo>
                    <a:pt x="477590" y="502679"/>
                  </a:lnTo>
                  <a:cubicBezTo>
                    <a:pt x="474134" y="504100"/>
                    <a:pt x="470538" y="504815"/>
                    <a:pt x="466801" y="504825"/>
                  </a:cubicBezTo>
                  <a:lnTo>
                    <a:pt x="28499" y="504825"/>
                  </a:lnTo>
                  <a:lnTo>
                    <a:pt x="22963" y="504462"/>
                  </a:lnTo>
                  <a:cubicBezTo>
                    <a:pt x="21181" y="503920"/>
                    <a:pt x="19397" y="503377"/>
                    <a:pt x="17640" y="502650"/>
                  </a:cubicBezTo>
                  <a:lnTo>
                    <a:pt x="17570" y="502621"/>
                  </a:lnTo>
                  <a:cubicBezTo>
                    <a:pt x="14098" y="501172"/>
                    <a:pt x="11031" y="499117"/>
                    <a:pt x="8316" y="496402"/>
                  </a:cubicBezTo>
                  <a:lnTo>
                    <a:pt x="4658" y="492231"/>
                  </a:lnTo>
                  <a:cubicBezTo>
                    <a:pt x="3781" y="490586"/>
                    <a:pt x="2903" y="488941"/>
                    <a:pt x="2175" y="487185"/>
                  </a:cubicBezTo>
                  <a:lnTo>
                    <a:pt x="2146" y="487115"/>
                  </a:lnTo>
                  <a:cubicBezTo>
                    <a:pt x="725" y="483659"/>
                    <a:pt x="10" y="480063"/>
                    <a:pt x="0" y="476326"/>
                  </a:cubicBezTo>
                  <a:lnTo>
                    <a:pt x="0" y="28499"/>
                  </a:lnTo>
                  <a:lnTo>
                    <a:pt x="362" y="22963"/>
                  </a:lnTo>
                  <a:cubicBezTo>
                    <a:pt x="906" y="21180"/>
                    <a:pt x="1448" y="19396"/>
                    <a:pt x="2175" y="17640"/>
                  </a:cubicBezTo>
                  <a:lnTo>
                    <a:pt x="2204" y="17570"/>
                  </a:lnTo>
                  <a:cubicBezTo>
                    <a:pt x="3649" y="14105"/>
                    <a:pt x="5703" y="11038"/>
                    <a:pt x="8369" y="8369"/>
                  </a:cubicBezTo>
                  <a:lnTo>
                    <a:pt x="8423" y="8316"/>
                  </a:lnTo>
                  <a:cubicBezTo>
                    <a:pt x="11084" y="5667"/>
                    <a:pt x="14155" y="3620"/>
                    <a:pt x="17640" y="2175"/>
                  </a:cubicBezTo>
                  <a:lnTo>
                    <a:pt x="17710" y="2146"/>
                  </a:lnTo>
                  <a:cubicBezTo>
                    <a:pt x="21158" y="727"/>
                    <a:pt x="24754" y="11"/>
                    <a:pt x="28499" y="0"/>
                  </a:cubicBezTo>
                  <a:lnTo>
                    <a:pt x="466801" y="0"/>
                  </a:ln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457" name="VectorPath 457"/>
            <p:cNvSpPr/>
            <p:nvPr/>
          </p:nvSpPr>
          <p:spPr>
            <a:xfrm>
              <a:off x="1581150" y="3476626"/>
              <a:ext cx="495300" cy="504825"/>
            </a:xfrm>
            <a:custGeom>
              <a:rect l="l" t="t" r="r" b="b"/>
              <a:pathLst>
                <a:path w="495300" h="504825">
                  <a:moveTo>
                    <a:pt x="472337" y="362"/>
                  </a:moveTo>
                  <a:cubicBezTo>
                    <a:pt x="474123" y="906"/>
                    <a:pt x="475910" y="1450"/>
                    <a:pt x="477660" y="2175"/>
                  </a:cubicBezTo>
                  <a:lnTo>
                    <a:pt x="477730" y="2204"/>
                  </a:lnTo>
                  <a:cubicBezTo>
                    <a:pt x="481202" y="3653"/>
                    <a:pt x="484269" y="5708"/>
                    <a:pt x="486984" y="8423"/>
                  </a:cubicBezTo>
                  <a:lnTo>
                    <a:pt x="490642" y="12594"/>
                  </a:lnTo>
                  <a:cubicBezTo>
                    <a:pt x="491520" y="14240"/>
                    <a:pt x="492397" y="15884"/>
                    <a:pt x="493125" y="17640"/>
                  </a:cubicBezTo>
                  <a:lnTo>
                    <a:pt x="493154" y="17710"/>
                  </a:lnTo>
                  <a:cubicBezTo>
                    <a:pt x="494573" y="21158"/>
                    <a:pt x="495289" y="24754"/>
                    <a:pt x="495300" y="28499"/>
                  </a:cubicBezTo>
                  <a:lnTo>
                    <a:pt x="495300" y="476326"/>
                  </a:lnTo>
                  <a:lnTo>
                    <a:pt x="494937" y="481862"/>
                  </a:lnTo>
                  <a:cubicBezTo>
                    <a:pt x="494394" y="483648"/>
                    <a:pt x="493850" y="485435"/>
                    <a:pt x="493125" y="487185"/>
                  </a:cubicBezTo>
                  <a:lnTo>
                    <a:pt x="493096" y="487255"/>
                  </a:lnTo>
                  <a:cubicBezTo>
                    <a:pt x="491651" y="490720"/>
                    <a:pt x="489597" y="493787"/>
                    <a:pt x="486931" y="496455"/>
                  </a:cubicBezTo>
                  <a:lnTo>
                    <a:pt x="486877" y="496509"/>
                  </a:lnTo>
                  <a:cubicBezTo>
                    <a:pt x="484210" y="499163"/>
                    <a:pt x="481138" y="501209"/>
                    <a:pt x="477660" y="502650"/>
                  </a:cubicBezTo>
                  <a:lnTo>
                    <a:pt x="477590" y="502679"/>
                  </a:lnTo>
                  <a:cubicBezTo>
                    <a:pt x="474134" y="504100"/>
                    <a:pt x="470538" y="504815"/>
                    <a:pt x="466801" y="504825"/>
                  </a:cubicBezTo>
                  <a:lnTo>
                    <a:pt x="28499" y="504825"/>
                  </a:lnTo>
                  <a:lnTo>
                    <a:pt x="22963" y="504462"/>
                  </a:lnTo>
                  <a:cubicBezTo>
                    <a:pt x="21181" y="503920"/>
                    <a:pt x="19397" y="503377"/>
                    <a:pt x="17640" y="502650"/>
                  </a:cubicBezTo>
                  <a:lnTo>
                    <a:pt x="17570" y="502621"/>
                  </a:lnTo>
                  <a:cubicBezTo>
                    <a:pt x="14098" y="501172"/>
                    <a:pt x="11031" y="499117"/>
                    <a:pt x="8316" y="496402"/>
                  </a:cubicBezTo>
                  <a:lnTo>
                    <a:pt x="4658" y="492231"/>
                  </a:lnTo>
                  <a:cubicBezTo>
                    <a:pt x="3781" y="490586"/>
                    <a:pt x="2903" y="488941"/>
                    <a:pt x="2175" y="487185"/>
                  </a:cubicBezTo>
                  <a:lnTo>
                    <a:pt x="2146" y="487115"/>
                  </a:lnTo>
                  <a:cubicBezTo>
                    <a:pt x="725" y="483659"/>
                    <a:pt x="10" y="480063"/>
                    <a:pt x="0" y="476326"/>
                  </a:cubicBezTo>
                  <a:lnTo>
                    <a:pt x="0" y="28499"/>
                  </a:lnTo>
                  <a:lnTo>
                    <a:pt x="362" y="22963"/>
                  </a:lnTo>
                  <a:cubicBezTo>
                    <a:pt x="906" y="21180"/>
                    <a:pt x="1448" y="19396"/>
                    <a:pt x="2175" y="17640"/>
                  </a:cubicBezTo>
                  <a:lnTo>
                    <a:pt x="2204" y="17570"/>
                  </a:lnTo>
                  <a:cubicBezTo>
                    <a:pt x="3649" y="14105"/>
                    <a:pt x="5703" y="11038"/>
                    <a:pt x="8369" y="8369"/>
                  </a:cubicBezTo>
                  <a:lnTo>
                    <a:pt x="8423" y="8316"/>
                  </a:lnTo>
                  <a:cubicBezTo>
                    <a:pt x="11084" y="5667"/>
                    <a:pt x="14155" y="3620"/>
                    <a:pt x="17640" y="2175"/>
                  </a:cubicBezTo>
                  <a:lnTo>
                    <a:pt x="17710" y="2146"/>
                  </a:lnTo>
                  <a:cubicBezTo>
                    <a:pt x="21158" y="727"/>
                    <a:pt x="24754" y="11"/>
                    <a:pt x="28499" y="0"/>
                  </a:cubicBezTo>
                  <a:lnTo>
                    <a:pt x="466801" y="0"/>
                  </a:ln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458" name="VectorPath 458"/>
            <p:cNvSpPr/>
            <p:nvPr/>
          </p:nvSpPr>
          <p:spPr>
            <a:xfrm>
              <a:off x="1581150" y="4029076"/>
              <a:ext cx="495300" cy="504825"/>
            </a:xfrm>
            <a:custGeom>
              <a:rect l="l" t="t" r="r" b="b"/>
              <a:pathLst>
                <a:path w="495300" h="504825">
                  <a:moveTo>
                    <a:pt x="472337" y="362"/>
                  </a:moveTo>
                  <a:cubicBezTo>
                    <a:pt x="474123" y="906"/>
                    <a:pt x="475910" y="1450"/>
                    <a:pt x="477660" y="2175"/>
                  </a:cubicBezTo>
                  <a:lnTo>
                    <a:pt x="477730" y="2204"/>
                  </a:lnTo>
                  <a:cubicBezTo>
                    <a:pt x="481202" y="3653"/>
                    <a:pt x="484269" y="5708"/>
                    <a:pt x="486984" y="8423"/>
                  </a:cubicBezTo>
                  <a:lnTo>
                    <a:pt x="490642" y="12594"/>
                  </a:lnTo>
                  <a:cubicBezTo>
                    <a:pt x="491520" y="14240"/>
                    <a:pt x="492397" y="15884"/>
                    <a:pt x="493125" y="17640"/>
                  </a:cubicBezTo>
                  <a:lnTo>
                    <a:pt x="493154" y="17710"/>
                  </a:lnTo>
                  <a:cubicBezTo>
                    <a:pt x="494573" y="21158"/>
                    <a:pt x="495289" y="24754"/>
                    <a:pt x="495300" y="28499"/>
                  </a:cubicBezTo>
                  <a:lnTo>
                    <a:pt x="495300" y="476326"/>
                  </a:lnTo>
                  <a:lnTo>
                    <a:pt x="494937" y="481862"/>
                  </a:lnTo>
                  <a:cubicBezTo>
                    <a:pt x="494394" y="483648"/>
                    <a:pt x="493850" y="485435"/>
                    <a:pt x="493125" y="487185"/>
                  </a:cubicBezTo>
                  <a:lnTo>
                    <a:pt x="493096" y="487255"/>
                  </a:lnTo>
                  <a:cubicBezTo>
                    <a:pt x="491651" y="490720"/>
                    <a:pt x="489597" y="493787"/>
                    <a:pt x="486931" y="496456"/>
                  </a:cubicBezTo>
                  <a:lnTo>
                    <a:pt x="486877" y="496509"/>
                  </a:lnTo>
                  <a:cubicBezTo>
                    <a:pt x="484210" y="499163"/>
                    <a:pt x="481138" y="501209"/>
                    <a:pt x="477660" y="502650"/>
                  </a:cubicBezTo>
                  <a:lnTo>
                    <a:pt x="477590" y="502679"/>
                  </a:lnTo>
                  <a:cubicBezTo>
                    <a:pt x="474134" y="504100"/>
                    <a:pt x="470538" y="504815"/>
                    <a:pt x="466801" y="504825"/>
                  </a:cubicBezTo>
                  <a:lnTo>
                    <a:pt x="28499" y="504825"/>
                  </a:lnTo>
                  <a:lnTo>
                    <a:pt x="22963" y="504462"/>
                  </a:lnTo>
                  <a:cubicBezTo>
                    <a:pt x="21181" y="503920"/>
                    <a:pt x="19397" y="503377"/>
                    <a:pt x="17640" y="502650"/>
                  </a:cubicBezTo>
                  <a:lnTo>
                    <a:pt x="17570" y="502621"/>
                  </a:lnTo>
                  <a:cubicBezTo>
                    <a:pt x="14098" y="501172"/>
                    <a:pt x="11031" y="499117"/>
                    <a:pt x="8316" y="496402"/>
                  </a:cubicBezTo>
                  <a:lnTo>
                    <a:pt x="4658" y="492231"/>
                  </a:lnTo>
                  <a:cubicBezTo>
                    <a:pt x="3781" y="490586"/>
                    <a:pt x="2903" y="488941"/>
                    <a:pt x="2175" y="487185"/>
                  </a:cubicBezTo>
                  <a:lnTo>
                    <a:pt x="2146" y="487115"/>
                  </a:lnTo>
                  <a:cubicBezTo>
                    <a:pt x="725" y="483659"/>
                    <a:pt x="10" y="480063"/>
                    <a:pt x="0" y="476326"/>
                  </a:cubicBezTo>
                  <a:lnTo>
                    <a:pt x="0" y="28499"/>
                  </a:lnTo>
                  <a:lnTo>
                    <a:pt x="362" y="22963"/>
                  </a:lnTo>
                  <a:cubicBezTo>
                    <a:pt x="906" y="21180"/>
                    <a:pt x="1448" y="19396"/>
                    <a:pt x="2175" y="17640"/>
                  </a:cubicBezTo>
                  <a:lnTo>
                    <a:pt x="2204" y="17570"/>
                  </a:lnTo>
                  <a:cubicBezTo>
                    <a:pt x="3649" y="14105"/>
                    <a:pt x="5703" y="11038"/>
                    <a:pt x="8369" y="8369"/>
                  </a:cubicBezTo>
                  <a:lnTo>
                    <a:pt x="8423" y="8316"/>
                  </a:lnTo>
                  <a:cubicBezTo>
                    <a:pt x="11084" y="5667"/>
                    <a:pt x="14155" y="3620"/>
                    <a:pt x="17640" y="2175"/>
                  </a:cubicBezTo>
                  <a:lnTo>
                    <a:pt x="17710" y="2146"/>
                  </a:lnTo>
                  <a:cubicBezTo>
                    <a:pt x="21158" y="727"/>
                    <a:pt x="24754" y="11"/>
                    <a:pt x="28499" y="0"/>
                  </a:cubicBezTo>
                  <a:lnTo>
                    <a:pt x="466801" y="0"/>
                  </a:ln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459" name="VectorPath 459"/>
            <p:cNvSpPr/>
            <p:nvPr/>
          </p:nvSpPr>
          <p:spPr>
            <a:xfrm>
              <a:off x="1581150" y="4591051"/>
              <a:ext cx="495300" cy="495300"/>
            </a:xfrm>
            <a:custGeom>
              <a:rect l="l" t="t" r="r" b="b"/>
              <a:pathLst>
                <a:path w="495300" h="495300">
                  <a:moveTo>
                    <a:pt x="472337" y="363"/>
                  </a:moveTo>
                  <a:cubicBezTo>
                    <a:pt x="474123" y="906"/>
                    <a:pt x="475910" y="1450"/>
                    <a:pt x="477660" y="2175"/>
                  </a:cubicBezTo>
                  <a:lnTo>
                    <a:pt x="477730" y="2204"/>
                  </a:lnTo>
                  <a:cubicBezTo>
                    <a:pt x="481202" y="3653"/>
                    <a:pt x="484269" y="5708"/>
                    <a:pt x="486984" y="8423"/>
                  </a:cubicBezTo>
                  <a:lnTo>
                    <a:pt x="490642" y="12594"/>
                  </a:lnTo>
                  <a:cubicBezTo>
                    <a:pt x="491520" y="14240"/>
                    <a:pt x="492397" y="15884"/>
                    <a:pt x="493125" y="17640"/>
                  </a:cubicBezTo>
                  <a:lnTo>
                    <a:pt x="493154" y="17710"/>
                  </a:lnTo>
                  <a:cubicBezTo>
                    <a:pt x="494573" y="21158"/>
                    <a:pt x="495289" y="24754"/>
                    <a:pt x="495300" y="28499"/>
                  </a:cubicBezTo>
                  <a:lnTo>
                    <a:pt x="495300" y="466801"/>
                  </a:lnTo>
                  <a:lnTo>
                    <a:pt x="494937" y="472337"/>
                  </a:lnTo>
                  <a:cubicBezTo>
                    <a:pt x="494394" y="474123"/>
                    <a:pt x="493850" y="475910"/>
                    <a:pt x="493125" y="477660"/>
                  </a:cubicBezTo>
                  <a:lnTo>
                    <a:pt x="493096" y="477730"/>
                  </a:lnTo>
                  <a:cubicBezTo>
                    <a:pt x="491647" y="481202"/>
                    <a:pt x="489592" y="484269"/>
                    <a:pt x="486931" y="486931"/>
                  </a:cubicBezTo>
                  <a:lnTo>
                    <a:pt x="486877" y="486984"/>
                  </a:lnTo>
                  <a:cubicBezTo>
                    <a:pt x="484210" y="489637"/>
                    <a:pt x="481138" y="491684"/>
                    <a:pt x="477660" y="493125"/>
                  </a:cubicBezTo>
                  <a:lnTo>
                    <a:pt x="477590" y="493154"/>
                  </a:lnTo>
                  <a:cubicBezTo>
                    <a:pt x="474134" y="494575"/>
                    <a:pt x="470538" y="495290"/>
                    <a:pt x="466801" y="495300"/>
                  </a:cubicBezTo>
                  <a:lnTo>
                    <a:pt x="28499" y="495300"/>
                  </a:lnTo>
                  <a:lnTo>
                    <a:pt x="22963" y="494937"/>
                  </a:lnTo>
                  <a:cubicBezTo>
                    <a:pt x="21179" y="494394"/>
                    <a:pt x="19396" y="493851"/>
                    <a:pt x="17640" y="493125"/>
                  </a:cubicBezTo>
                  <a:lnTo>
                    <a:pt x="17570" y="493096"/>
                  </a:lnTo>
                  <a:cubicBezTo>
                    <a:pt x="14102" y="491650"/>
                    <a:pt x="11033" y="489594"/>
                    <a:pt x="8316" y="486877"/>
                  </a:cubicBezTo>
                  <a:lnTo>
                    <a:pt x="4658" y="482706"/>
                  </a:lnTo>
                  <a:cubicBezTo>
                    <a:pt x="3779" y="481058"/>
                    <a:pt x="2900" y="479410"/>
                    <a:pt x="2175" y="477660"/>
                  </a:cubicBezTo>
                  <a:lnTo>
                    <a:pt x="2146" y="477590"/>
                  </a:lnTo>
                  <a:cubicBezTo>
                    <a:pt x="725" y="474134"/>
                    <a:pt x="10" y="470538"/>
                    <a:pt x="0" y="466801"/>
                  </a:cubicBezTo>
                  <a:lnTo>
                    <a:pt x="0" y="28499"/>
                  </a:lnTo>
                  <a:lnTo>
                    <a:pt x="362" y="22963"/>
                  </a:lnTo>
                  <a:cubicBezTo>
                    <a:pt x="906" y="21180"/>
                    <a:pt x="1448" y="19396"/>
                    <a:pt x="2175" y="17640"/>
                  </a:cubicBezTo>
                  <a:lnTo>
                    <a:pt x="2204" y="17570"/>
                  </a:lnTo>
                  <a:cubicBezTo>
                    <a:pt x="3649" y="14105"/>
                    <a:pt x="5703" y="11038"/>
                    <a:pt x="8369" y="8369"/>
                  </a:cubicBezTo>
                  <a:lnTo>
                    <a:pt x="8423" y="8316"/>
                  </a:lnTo>
                  <a:cubicBezTo>
                    <a:pt x="11084" y="5667"/>
                    <a:pt x="14155" y="3620"/>
                    <a:pt x="17640" y="2175"/>
                  </a:cubicBezTo>
                  <a:lnTo>
                    <a:pt x="17710" y="2146"/>
                  </a:lnTo>
                  <a:cubicBezTo>
                    <a:pt x="21158" y="727"/>
                    <a:pt x="24754" y="11"/>
                    <a:pt x="28499" y="0"/>
                  </a:cubicBezTo>
                  <a:lnTo>
                    <a:pt x="466801" y="0"/>
                  </a:ln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460" name="VectorPath 460"/>
            <p:cNvSpPr/>
            <p:nvPr/>
          </p:nvSpPr>
          <p:spPr>
            <a:xfrm>
              <a:off x="1581150" y="5143501"/>
              <a:ext cx="495300" cy="495300"/>
            </a:xfrm>
            <a:custGeom>
              <a:rect l="l" t="t" r="r" b="b"/>
              <a:pathLst>
                <a:path w="495300" h="495300">
                  <a:moveTo>
                    <a:pt x="472337" y="363"/>
                  </a:moveTo>
                  <a:cubicBezTo>
                    <a:pt x="474123" y="906"/>
                    <a:pt x="475910" y="1450"/>
                    <a:pt x="477660" y="2175"/>
                  </a:cubicBezTo>
                  <a:lnTo>
                    <a:pt x="477730" y="2204"/>
                  </a:lnTo>
                  <a:cubicBezTo>
                    <a:pt x="481202" y="3653"/>
                    <a:pt x="484269" y="5708"/>
                    <a:pt x="486984" y="8423"/>
                  </a:cubicBezTo>
                  <a:lnTo>
                    <a:pt x="490642" y="12594"/>
                  </a:lnTo>
                  <a:cubicBezTo>
                    <a:pt x="491520" y="14240"/>
                    <a:pt x="492397" y="15884"/>
                    <a:pt x="493125" y="17640"/>
                  </a:cubicBezTo>
                  <a:lnTo>
                    <a:pt x="493154" y="17710"/>
                  </a:lnTo>
                  <a:cubicBezTo>
                    <a:pt x="494573" y="21158"/>
                    <a:pt x="495289" y="24754"/>
                    <a:pt x="495300" y="28499"/>
                  </a:cubicBezTo>
                  <a:lnTo>
                    <a:pt x="495300" y="466801"/>
                  </a:lnTo>
                  <a:lnTo>
                    <a:pt x="494937" y="472337"/>
                  </a:lnTo>
                  <a:cubicBezTo>
                    <a:pt x="494394" y="474123"/>
                    <a:pt x="493850" y="475910"/>
                    <a:pt x="493125" y="477660"/>
                  </a:cubicBezTo>
                  <a:lnTo>
                    <a:pt x="493096" y="477730"/>
                  </a:lnTo>
                  <a:cubicBezTo>
                    <a:pt x="491647" y="481202"/>
                    <a:pt x="489592" y="484269"/>
                    <a:pt x="486931" y="486931"/>
                  </a:cubicBezTo>
                  <a:lnTo>
                    <a:pt x="486877" y="486984"/>
                  </a:lnTo>
                  <a:cubicBezTo>
                    <a:pt x="484210" y="489637"/>
                    <a:pt x="481138" y="491684"/>
                    <a:pt x="477660" y="493125"/>
                  </a:cubicBezTo>
                  <a:lnTo>
                    <a:pt x="477590" y="493154"/>
                  </a:lnTo>
                  <a:cubicBezTo>
                    <a:pt x="474134" y="494575"/>
                    <a:pt x="470538" y="495290"/>
                    <a:pt x="466801" y="495300"/>
                  </a:cubicBezTo>
                  <a:lnTo>
                    <a:pt x="28499" y="495300"/>
                  </a:lnTo>
                  <a:lnTo>
                    <a:pt x="22963" y="494937"/>
                  </a:lnTo>
                  <a:cubicBezTo>
                    <a:pt x="21179" y="494394"/>
                    <a:pt x="19396" y="493851"/>
                    <a:pt x="17640" y="493125"/>
                  </a:cubicBezTo>
                  <a:lnTo>
                    <a:pt x="17570" y="493096"/>
                  </a:lnTo>
                  <a:cubicBezTo>
                    <a:pt x="14102" y="491650"/>
                    <a:pt x="11033" y="489594"/>
                    <a:pt x="8316" y="486877"/>
                  </a:cubicBezTo>
                  <a:lnTo>
                    <a:pt x="4658" y="482706"/>
                  </a:lnTo>
                  <a:cubicBezTo>
                    <a:pt x="3779" y="481058"/>
                    <a:pt x="2900" y="479410"/>
                    <a:pt x="2175" y="477660"/>
                  </a:cubicBezTo>
                  <a:lnTo>
                    <a:pt x="2146" y="477590"/>
                  </a:lnTo>
                  <a:cubicBezTo>
                    <a:pt x="725" y="474134"/>
                    <a:pt x="10" y="470538"/>
                    <a:pt x="0" y="466801"/>
                  </a:cubicBezTo>
                  <a:lnTo>
                    <a:pt x="0" y="28499"/>
                  </a:lnTo>
                  <a:lnTo>
                    <a:pt x="362" y="22963"/>
                  </a:lnTo>
                  <a:cubicBezTo>
                    <a:pt x="906" y="21180"/>
                    <a:pt x="1448" y="19396"/>
                    <a:pt x="2175" y="17640"/>
                  </a:cubicBezTo>
                  <a:lnTo>
                    <a:pt x="2204" y="17570"/>
                  </a:lnTo>
                  <a:cubicBezTo>
                    <a:pt x="3649" y="14105"/>
                    <a:pt x="5703" y="11038"/>
                    <a:pt x="8369" y="8369"/>
                  </a:cubicBezTo>
                  <a:lnTo>
                    <a:pt x="8423" y="8316"/>
                  </a:lnTo>
                  <a:cubicBezTo>
                    <a:pt x="11084" y="5667"/>
                    <a:pt x="14155" y="3620"/>
                    <a:pt x="17640" y="2175"/>
                  </a:cubicBezTo>
                  <a:lnTo>
                    <a:pt x="17710" y="2146"/>
                  </a:lnTo>
                  <a:cubicBezTo>
                    <a:pt x="21158" y="727"/>
                    <a:pt x="24754" y="11"/>
                    <a:pt x="28499" y="0"/>
                  </a:cubicBezTo>
                  <a:lnTo>
                    <a:pt x="466801" y="0"/>
                  </a:ln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461" name="TextBox461"/>
          <p:cNvSpPr txBox="1"/>
          <p:nvPr/>
        </p:nvSpPr>
        <p:spPr>
          <a:xfrm>
            <a:off x="1701254" y="2395316"/>
            <a:ext cx="259884" cy="31887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99702"/>
              </a:lnSpc>
              <a:spcAft>
                <a:spcPts val="991"/>
              </a:spcAft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9971" marR="0" indent="0" eaLnBrk="0">
              <a:lnSpc>
                <a:spcPct val="99702"/>
              </a:lnSpc>
              <a:spcAft>
                <a:spcPts val="991"/>
              </a:spcAft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99702"/>
              </a:lnSpc>
              <a:spcAft>
                <a:spcPts val="991"/>
              </a:spcAft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99702"/>
              </a:lnSpc>
              <a:spcAft>
                <a:spcPts val="991"/>
              </a:spcAft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  <a:p>
            <a:pPr marL="9971" marR="0" indent="0" eaLnBrk="0">
              <a:lnSpc>
                <a:spcPct val="99702"/>
              </a:lnSpc>
              <a:spcAft>
                <a:spcPts val="991"/>
              </a:spcAft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</a:p>
          <a:p>
            <a:pPr marL="19943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</a:t>
            </a:r>
          </a:p>
        </p:txBody>
      </p:sp>
      <p:sp>
        <p:nvSpPr>
          <p:cNvPr id="462" name="VectorPath 462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63" name="TextBox463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64" name="TextBox464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49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1DA8B438-0181-494D-FE66-09439747D3C1}"/>
    </p:extLst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VectorPath 46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66" name="C505A0FE-3AB1-4B57-0BE2-63F36A76AD25"/>
          <p:cNvPicPr>
            <a:picLocks noChangeAspect="1"/>
          </p:cNvPicPr>
          <p:nvPr/>
        </p:nvPicPr>
        <p:blipFill>
          <a:blip r:embed="rId2" cstate="print">
            <a:extLst>
              <a:ext uri="{4682DCD9-90F9-4337-5E00-72080F81CF1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67" name="VectorPath 467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468" name="BCBD5E3E-A092-40AE-578D-D8DFF7769351"/>
          <p:cNvPicPr>
            <a:picLocks noChangeAspect="1"/>
          </p:cNvPicPr>
          <p:nvPr/>
        </p:nvPicPr>
        <p:blipFill>
          <a:blip r:embed="rId3" cstate="print">
            <a:extLst>
              <a:ext uri="{3091A786-4CCE-4A06-A653-08515CFA038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469" name="7F6772CD-0452-4CED-BB6E-0E9ABF47369C"/>
          <p:cNvPicPr>
            <a:picLocks noChangeAspect="1"/>
          </p:cNvPicPr>
          <p:nvPr/>
        </p:nvPicPr>
        <p:blipFill>
          <a:blip r:embed="rId4" cstate="print">
            <a:extLst>
              <a:ext uri="{82B3575B-1820-4EC7-D6B1-D19AD3DB599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70" name="VectorPath 470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71" name="TextBox471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72" name="TextBox472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73" name="05004CD9-1BF7-4D06-FEE3-2746612A449D"/>
          <p:cNvPicPr>
            <a:picLocks noChangeAspect="1"/>
          </p:cNvPicPr>
          <p:nvPr/>
        </p:nvPicPr>
        <p:blipFill>
          <a:blip r:embed="rId5" cstate="print">
            <a:extLst>
              <a:ext uri="{032D5AAA-FBB9-4FB3-08DF-F2EC2EBF8C8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21A4F084-C632-4B6D-C681-BE30DA37C0EC}"/>
    </p:extLst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VectorPath 47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75" name="6956E439-0586-4C3E-9048-EAFF657F6C5D"/>
          <p:cNvPicPr>
            <a:picLocks noChangeAspect="1"/>
          </p:cNvPicPr>
          <p:nvPr/>
        </p:nvPicPr>
        <p:blipFill>
          <a:blip r:embed="rId2" cstate="print">
            <a:extLst>
              <a:ext uri="{C31EB5EE-8FDC-4D16-7C83-3FDFB5AFF5E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476" name="444694DB-219B-45AB-1EDE-2D6F6C63E525"/>
          <p:cNvPicPr>
            <a:picLocks noChangeAspect="1"/>
          </p:cNvPicPr>
          <p:nvPr/>
        </p:nvPicPr>
        <p:blipFill>
          <a:blip r:embed="rId3" cstate="print">
            <a:extLst>
              <a:ext uri="{B0FACAC2-F661-42CC-E2B7-B13D789B54D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477" name="VectorPath 477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478" name="95695542-66FD-4126-649E-3A784B458538"/>
          <p:cNvPicPr>
            <a:picLocks noChangeAspect="1"/>
          </p:cNvPicPr>
          <p:nvPr/>
        </p:nvPicPr>
        <p:blipFill>
          <a:blip r:embed="rId4" cstate="print">
            <a:extLst>
              <a:ext uri="{ACD11033-A276-4FD5-021D-5FEA4CF5C29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479" name="2726D67E-85E7-4A50-F68D-FA3D3B6C5565"/>
          <p:cNvPicPr>
            <a:picLocks noChangeAspect="1"/>
          </p:cNvPicPr>
          <p:nvPr/>
        </p:nvPicPr>
        <p:blipFill>
          <a:blip r:embed="rId5" cstate="print">
            <a:extLst>
              <a:ext uri="{561F2C7A-3088-4E25-A058-1FD4A66FEFD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480" name="Combination 480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481" name="VectorPath 481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482" name="VectorPath 482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483" name="VectorPath 483"/>
            <p:cNvSpPr/>
            <p:nvPr/>
          </p:nvSpPr>
          <p:spPr>
            <a:xfrm>
              <a:off x="2000250" y="4733926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484" name="VectorPath 484"/>
            <p:cNvSpPr/>
            <p:nvPr/>
          </p:nvSpPr>
          <p:spPr>
            <a:xfrm>
              <a:off x="2000250" y="556260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485" name="TextBox485"/>
          <p:cNvSpPr txBox="1"/>
          <p:nvPr/>
        </p:nvSpPr>
        <p:spPr>
          <a:xfrm>
            <a:off x="2118568" y="3100166"/>
            <a:ext cx="259884" cy="291251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486" name="VectorPath 486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87" name="TextBox487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88" name="TextBox488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51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EAD8BF0A-AE98-40CF-A893-C5946D571401}"/>
    </p:extLst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VectorPath 48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90" name="B4E0C27D-3595-40B0-B80A-2574E0F91EE2"/>
          <p:cNvPicPr>
            <a:picLocks noChangeAspect="1"/>
          </p:cNvPicPr>
          <p:nvPr/>
        </p:nvPicPr>
        <p:blipFill>
          <a:blip r:embed="rId2" cstate="print">
            <a:extLst>
              <a:ext uri="{D5A15706-3E64-454B-FF3C-081B46C5A67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491" name="8CFF2C80-83F6-44DE-43FF-827C48BF6EE0"/>
          <p:cNvPicPr>
            <a:picLocks noChangeAspect="1"/>
          </p:cNvPicPr>
          <p:nvPr/>
        </p:nvPicPr>
        <p:blipFill>
          <a:blip r:embed="rId3" cstate="print">
            <a:extLst>
              <a:ext uri="{A7CF7792-FF94-49F5-6709-86D38FBF13E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492" name="VectorPath 492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493" name="774CA085-033D-448F-72AF-67A9265ACC9A"/>
          <p:cNvPicPr>
            <a:picLocks noChangeAspect="1"/>
          </p:cNvPicPr>
          <p:nvPr/>
        </p:nvPicPr>
        <p:blipFill>
          <a:blip r:embed="rId4" cstate="print">
            <a:extLst>
              <a:ext uri="{0A09C237-EE04-482C-38FA-A4E4B8E79B1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494" name="1412ED35-06E7-4D75-10F1-1DC04515A9E8"/>
          <p:cNvPicPr>
            <a:picLocks noChangeAspect="1"/>
          </p:cNvPicPr>
          <p:nvPr/>
        </p:nvPicPr>
        <p:blipFill>
          <a:blip r:embed="rId5" cstate="print">
            <a:extLst>
              <a:ext uri="{786C71F3-4F54-40AF-319F-AD4DB657504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495" name="Combination 495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496" name="VectorPath 496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497" name="VectorPath 497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498" name="VectorPath 498"/>
            <p:cNvSpPr/>
            <p:nvPr/>
          </p:nvSpPr>
          <p:spPr>
            <a:xfrm>
              <a:off x="2000250" y="4733926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499" name="VectorPath 499"/>
            <p:cNvSpPr/>
            <p:nvPr/>
          </p:nvSpPr>
          <p:spPr>
            <a:xfrm>
              <a:off x="2000250" y="556260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500" name="TextBox500"/>
          <p:cNvSpPr txBox="1"/>
          <p:nvPr/>
        </p:nvSpPr>
        <p:spPr>
          <a:xfrm>
            <a:off x="2118568" y="3100166"/>
            <a:ext cx="259884" cy="291251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501" name="VectorPath 501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02" name="TextBox502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503" name="TextBox503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28754FF9-C5BE-424C-A63E-09DF26C5AECD}"/>
    </p:extLst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VectorPath 50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505" name="EDE365BB-A1BD-4C9B-1355-83A1286B7DB7"/>
          <p:cNvPicPr>
            <a:picLocks noChangeAspect="1"/>
          </p:cNvPicPr>
          <p:nvPr/>
        </p:nvPicPr>
        <p:blipFill>
          <a:blip r:embed="rId2" cstate="print">
            <a:extLst>
              <a:ext uri="{19695E1F-CC0A-4325-987B-1FDB3F71350E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506" name="VectorPath 506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507" name="90DD389C-4B51-4219-84DF-06BF99B60B6C"/>
          <p:cNvPicPr>
            <a:picLocks noChangeAspect="1"/>
          </p:cNvPicPr>
          <p:nvPr/>
        </p:nvPicPr>
        <p:blipFill>
          <a:blip r:embed="rId3" cstate="print">
            <a:extLst>
              <a:ext uri="{35DFC7D4-E7FC-4E59-A87C-D7224C784E4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508" name="4218E04A-AE18-467C-6F90-BCEA10C6E8D4"/>
          <p:cNvPicPr>
            <a:picLocks noChangeAspect="1"/>
          </p:cNvPicPr>
          <p:nvPr/>
        </p:nvPicPr>
        <p:blipFill>
          <a:blip r:embed="rId4" cstate="print">
            <a:extLst>
              <a:ext uri="{AEE4D588-46F4-4ED9-FD56-A6B578C228A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509" name="VectorPath 509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10" name="TextBox510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511" name="TextBox511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512" name="73DFF1A1-02D9-49EF-604A-A80BEB0DE3EF"/>
          <p:cNvPicPr>
            <a:picLocks noChangeAspect="1"/>
          </p:cNvPicPr>
          <p:nvPr/>
        </p:nvPicPr>
        <p:blipFill>
          <a:blip r:embed="rId5" cstate="print">
            <a:extLst>
              <a:ext uri="{CAD07C8C-805E-441B-5F47-C4721A06007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C34B56C-D319-471B-091E-868141795B86}"/>
    </p:extLst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VectorPath 51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514" name="38477A3D-04C7-45A1-DA2D-17C9973E48E2"/>
          <p:cNvPicPr>
            <a:picLocks noChangeAspect="1"/>
          </p:cNvPicPr>
          <p:nvPr/>
        </p:nvPicPr>
        <p:blipFill>
          <a:blip r:embed="rId2" cstate="print">
            <a:extLst>
              <a:ext uri="{0FD70F73-FE01-4E12-ABE8-77F0A11F890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515" name="VectorPath 515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516" name="8D494277-1399-4F25-8396-724AD747F279"/>
          <p:cNvPicPr>
            <a:picLocks noChangeAspect="1"/>
          </p:cNvPicPr>
          <p:nvPr/>
        </p:nvPicPr>
        <p:blipFill>
          <a:blip r:embed="rId3" cstate="print">
            <a:extLst>
              <a:ext uri="{367F0432-2AFD-4E49-50BE-A918EA5FB97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517" name="0F2BCB71-93BF-4A9B-7E05-38796AC9C804"/>
          <p:cNvPicPr>
            <a:picLocks noChangeAspect="1"/>
          </p:cNvPicPr>
          <p:nvPr/>
        </p:nvPicPr>
        <p:blipFill>
          <a:blip r:embed="rId4" cstate="print">
            <a:extLst>
              <a:ext uri="{19CE291A-DEA7-4189-8867-F4386D71EFD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518" name="VectorPath 518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19" name="TextBox519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520" name="TextBox520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521" name="509E3B22-0996-45D2-59FA-48AC3E0DFC0F"/>
          <p:cNvPicPr>
            <a:picLocks noChangeAspect="1"/>
          </p:cNvPicPr>
          <p:nvPr/>
        </p:nvPicPr>
        <p:blipFill>
          <a:blip r:embed="rId5" cstate="print">
            <a:extLst>
              <a:ext uri="{2231E70A-BDF3-4013-4205-C33EE33C1B1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95F08056-9A3B-4E68-83A9-45A332FDAA2C}"/>
    </p:extLst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VectorPath 52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523" name="742EF68E-EA02-4CF5-487F-DEE03D7FD4C4"/>
          <p:cNvPicPr>
            <a:picLocks noChangeAspect="1"/>
          </p:cNvPicPr>
          <p:nvPr/>
        </p:nvPicPr>
        <p:blipFill>
          <a:blip r:embed="rId2" cstate="print">
            <a:extLst>
              <a:ext uri="{56C123CD-0F37-46AE-6984-DED7590686FB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524" name="VectorPath 524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525" name="74FAB684-267B-4555-C29A-0B8FE856A595"/>
          <p:cNvPicPr>
            <a:picLocks noChangeAspect="1"/>
          </p:cNvPicPr>
          <p:nvPr/>
        </p:nvPicPr>
        <p:blipFill>
          <a:blip r:embed="rId3" cstate="print">
            <a:extLst>
              <a:ext uri="{04FE74B9-9385-49A8-BE32-0D301DF0294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526" name="357CE09E-C527-4E26-34AF-C97690D997B9"/>
          <p:cNvPicPr>
            <a:picLocks noChangeAspect="1"/>
          </p:cNvPicPr>
          <p:nvPr/>
        </p:nvPicPr>
        <p:blipFill>
          <a:blip r:embed="rId4" cstate="print">
            <a:extLst>
              <a:ext uri="{76FCAABB-E26F-4430-58E5-5449262F9A8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527" name="VectorPath 527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28" name="TextBox528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529" name="TextBox529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530" name="D86F4D34-44FE-4B0E-47B4-0A8A42EFB5EC"/>
          <p:cNvPicPr>
            <a:picLocks noChangeAspect="1"/>
          </p:cNvPicPr>
          <p:nvPr/>
        </p:nvPicPr>
        <p:blipFill>
          <a:blip r:embed="rId5" cstate="print">
            <a:extLst>
              <a:ext uri="{B83A1AAF-C756-4ABD-DA50-CED5CE6834C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B3738ED-A389-49D5-62B7-CEFEA0DC52BA}"/>
    </p:extLst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VectorPath 53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532" name="BE7D9392-09C4-40EF-2395-B94860889DC9"/>
          <p:cNvPicPr>
            <a:picLocks noChangeAspect="1"/>
          </p:cNvPicPr>
          <p:nvPr/>
        </p:nvPicPr>
        <p:blipFill>
          <a:blip r:embed="rId2" cstate="print">
            <a:extLst>
              <a:ext uri="{7EE8B378-D908-460D-6589-D44056D4FBE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533" name="VectorPath 533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534" name="52E6B7E1-0FB5-4941-ECCB-016139F3143F"/>
          <p:cNvPicPr>
            <a:picLocks noChangeAspect="1"/>
          </p:cNvPicPr>
          <p:nvPr/>
        </p:nvPicPr>
        <p:blipFill>
          <a:blip r:embed="rId3" cstate="print">
            <a:extLst>
              <a:ext uri="{FE1B5189-0FBA-4F4D-11C6-1C3F9FD1B6B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535" name="0CA2E135-34A0-436E-735C-945AC422648D"/>
          <p:cNvPicPr>
            <a:picLocks noChangeAspect="1"/>
          </p:cNvPicPr>
          <p:nvPr/>
        </p:nvPicPr>
        <p:blipFill>
          <a:blip r:embed="rId4" cstate="print">
            <a:extLst>
              <a:ext uri="{64BF1727-EEFC-4394-54BE-0D856BD8F98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536" name="VectorPath 536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37" name="TextBox537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538" name="TextBox538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539" name="96F0E583-2215-4AEC-E8F5-56E6A723DD46"/>
          <p:cNvPicPr>
            <a:picLocks noChangeAspect="1"/>
          </p:cNvPicPr>
          <p:nvPr/>
        </p:nvPicPr>
        <p:blipFill>
          <a:blip r:embed="rId5" cstate="print">
            <a:extLst>
              <a:ext uri="{CBEF5940-C0E7-43F5-3933-0E4261C27B2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ECF78EC2-EB08-4326-CFF7-3CDCB893E8BD}"/>
    </p:extLst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VectorPath 54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541" name="FC0491D0-6710-4C76-A0B6-611F7E9A9530"/>
          <p:cNvPicPr>
            <a:picLocks noChangeAspect="1"/>
          </p:cNvPicPr>
          <p:nvPr/>
        </p:nvPicPr>
        <p:blipFill>
          <a:blip r:embed="rId2" cstate="print">
            <a:extLst>
              <a:ext uri="{28BAC6AA-AD63-4DFF-5CD7-FDBCB80A295B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542" name="VectorPath 542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543" name="8F5574D9-615D-4337-9442-59AE0311F68B"/>
          <p:cNvPicPr>
            <a:picLocks noChangeAspect="1"/>
          </p:cNvPicPr>
          <p:nvPr/>
        </p:nvPicPr>
        <p:blipFill>
          <a:blip r:embed="rId3" cstate="print">
            <a:extLst>
              <a:ext uri="{275B7D19-6FAF-4BB9-AA5E-AEE94D1D81C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544" name="050C7CB0-5300-4DD5-A98F-7DB8769B1231"/>
          <p:cNvPicPr>
            <a:picLocks noChangeAspect="1"/>
          </p:cNvPicPr>
          <p:nvPr/>
        </p:nvPicPr>
        <p:blipFill>
          <a:blip r:embed="rId4" cstate="print">
            <a:extLst>
              <a:ext uri="{AEBC59BA-AF90-4F2B-2D96-7EADFE20353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545" name="VectorPath 545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46" name="TextBox546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547" name="TextBox547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548" name="7280EB48-EC28-4721-B20A-9AEA3781F373"/>
          <p:cNvPicPr>
            <a:picLocks noChangeAspect="1"/>
          </p:cNvPicPr>
          <p:nvPr/>
        </p:nvPicPr>
        <p:blipFill>
          <a:blip r:embed="rId5" cstate="print">
            <a:extLst>
              <a:ext uri="{211410CB-2E8E-4589-B8C3-B3F36CAD3D3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F907B59-11AD-4745-F762-8063B6255394}"/>
    </p:extLst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VectorPath 54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550" name="B4F3E7AA-243F-42D1-2983-72ED57A90FDF"/>
          <p:cNvPicPr>
            <a:picLocks noChangeAspect="1"/>
          </p:cNvPicPr>
          <p:nvPr/>
        </p:nvPicPr>
        <p:blipFill>
          <a:blip r:embed="rId2" cstate="print">
            <a:extLst>
              <a:ext uri="{34ECC825-A6E2-4758-FF55-E9674C33A93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551" name="VectorPath 551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552" name="CE9E1FF4-FD5B-4B68-B1F0-3C03A6C63E5B"/>
          <p:cNvPicPr>
            <a:picLocks noChangeAspect="1"/>
          </p:cNvPicPr>
          <p:nvPr/>
        </p:nvPicPr>
        <p:blipFill>
          <a:blip r:embed="rId3" cstate="print">
            <a:extLst>
              <a:ext uri="{59271950-2673-4AFD-5465-B40FE56DB70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553" name="ECE2D419-4B1E-4B56-0DA8-F9FEF1A8AF5B"/>
          <p:cNvPicPr>
            <a:picLocks noChangeAspect="1"/>
          </p:cNvPicPr>
          <p:nvPr/>
        </p:nvPicPr>
        <p:blipFill>
          <a:blip r:embed="rId4" cstate="print">
            <a:extLst>
              <a:ext uri="{300F4DFA-524C-4EC4-6C58-140C6B325A9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554" name="VectorPath 554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55" name="TextBox555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556" name="TextBox556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58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557" name="48773295-9A3E-4C4E-9CD2-991972657BFC"/>
          <p:cNvPicPr>
            <a:picLocks noChangeAspect="1"/>
          </p:cNvPicPr>
          <p:nvPr/>
        </p:nvPicPr>
        <p:blipFill>
          <a:blip r:embed="rId5" cstate="print">
            <a:extLst>
              <a:ext uri="{AA155EF2-6FDC-422F-5352-36004CE53D6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8B054CA4-5584-4EE3-721F-52C5817977D8}"/>
    </p:extLst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VectorPath 55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559" name="F2BBBB24-6F08-4C52-C915-260802EC37D0"/>
          <p:cNvPicPr>
            <a:picLocks noChangeAspect="1"/>
          </p:cNvPicPr>
          <p:nvPr/>
        </p:nvPicPr>
        <p:blipFill>
          <a:blip r:embed="rId2" cstate="print">
            <a:extLst>
              <a:ext uri="{4E7ACFDA-3FA7-46FC-A7BB-BD42A533ABC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560" name="VectorPath 560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561" name="D8EFE1DA-46CB-4B59-964D-845CCB3E78C2"/>
          <p:cNvPicPr>
            <a:picLocks noChangeAspect="1"/>
          </p:cNvPicPr>
          <p:nvPr/>
        </p:nvPicPr>
        <p:blipFill>
          <a:blip r:embed="rId3" cstate="print">
            <a:extLst>
              <a:ext uri="{E64D9EB5-337C-4BBC-1086-AA5E103E52F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562" name="F1675F9E-A5F5-4E8A-20BD-21B1EEC94053"/>
          <p:cNvPicPr>
            <a:picLocks noChangeAspect="1"/>
          </p:cNvPicPr>
          <p:nvPr/>
        </p:nvPicPr>
        <p:blipFill>
          <a:blip r:embed="rId4" cstate="print">
            <a:extLst>
              <a:ext uri="{BB9D5359-0B52-4546-8565-8418A9FF444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563" name="VectorPath 563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64" name="TextBox564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565" name="TextBox565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59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566" name="B5031C58-EED0-448A-3318-8B35273CA47A"/>
          <p:cNvPicPr>
            <a:picLocks noChangeAspect="1"/>
          </p:cNvPicPr>
          <p:nvPr/>
        </p:nvPicPr>
        <p:blipFill>
          <a:blip r:embed="rId5" cstate="print">
            <a:extLst>
              <a:ext uri="{EB0B0BF2-623F-4009-A09F-31212D980DD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A9CC128-3666-4A4C-FBFA-53DE799F0F1B}"/>
    </p:extLst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VectorPath 56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568" name="6DEFDD52-214E-4237-234E-E8AAE4AC07B0"/>
          <p:cNvPicPr>
            <a:picLocks noChangeAspect="1"/>
          </p:cNvPicPr>
          <p:nvPr/>
        </p:nvPicPr>
        <p:blipFill>
          <a:blip r:embed="rId2" cstate="print">
            <a:extLst>
              <a:ext uri="{0563E1BE-1A53-4776-5C26-7E0F98E13F3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569" name="VectorPath 569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570" name="45BE4EF5-23A3-4D38-BB59-DA3C607E5547"/>
          <p:cNvPicPr>
            <a:picLocks noChangeAspect="1"/>
          </p:cNvPicPr>
          <p:nvPr/>
        </p:nvPicPr>
        <p:blipFill>
          <a:blip r:embed="rId3" cstate="print">
            <a:extLst>
              <a:ext uri="{54CEC08C-1ED6-4C2C-CA06-E1597A4609E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571" name="9A08B685-063F-44E9-1245-F2EDC29CB49A"/>
          <p:cNvPicPr>
            <a:picLocks noChangeAspect="1"/>
          </p:cNvPicPr>
          <p:nvPr/>
        </p:nvPicPr>
        <p:blipFill>
          <a:blip r:embed="rId4" cstate="print">
            <a:extLst>
              <a:ext uri="{1F8E250A-408C-4055-409B-56699FE66C1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572" name="VectorPath 572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73" name="TextBox573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574" name="TextBox574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575" name="0ADC9743-2FED-49D6-B478-35FC3BDB93E2"/>
          <p:cNvPicPr>
            <a:picLocks noChangeAspect="1"/>
          </p:cNvPicPr>
          <p:nvPr/>
        </p:nvPicPr>
        <p:blipFill>
          <a:blip r:embed="rId5" cstate="print">
            <a:extLst>
              <a:ext uri="{D5E3C8A3-6728-4E56-A601-C389022C4FA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15A2977-981D-4211-2E53-76EFAB6FB5C0}"/>
    </p:extLst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VectorPath 57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577" name="04C6FAA2-3D84-47E1-81FB-5ADAE5236473"/>
          <p:cNvPicPr>
            <a:picLocks noChangeAspect="1"/>
          </p:cNvPicPr>
          <p:nvPr/>
        </p:nvPicPr>
        <p:blipFill>
          <a:blip r:embed="rId2" cstate="print">
            <a:extLst>
              <a:ext uri="{ED421F60-3B3F-411C-9089-047F6B3A8FA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578" name="VectorPath 578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579" name="854DA2A2-F2C5-4D1D-B81A-03B50A4C48BD"/>
          <p:cNvPicPr>
            <a:picLocks noChangeAspect="1"/>
          </p:cNvPicPr>
          <p:nvPr/>
        </p:nvPicPr>
        <p:blipFill>
          <a:blip r:embed="rId3" cstate="print">
            <a:extLst>
              <a:ext uri="{6E89693A-EF24-43F4-4560-7D584112D63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580" name="1562C79E-6D5B-43F2-2F18-1104CA769547"/>
          <p:cNvPicPr>
            <a:picLocks noChangeAspect="1"/>
          </p:cNvPicPr>
          <p:nvPr/>
        </p:nvPicPr>
        <p:blipFill>
          <a:blip r:embed="rId4" cstate="print">
            <a:extLst>
              <a:ext uri="{EFB2F429-9200-42DC-3209-D36ED44F887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581" name="VectorPath 581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82" name="TextBox582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583" name="TextBox583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61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584" name="9D4B8121-1476-45D4-2CF6-A0BF77246381"/>
          <p:cNvPicPr>
            <a:picLocks noChangeAspect="1"/>
          </p:cNvPicPr>
          <p:nvPr/>
        </p:nvPicPr>
        <p:blipFill>
          <a:blip r:embed="rId5" cstate="print">
            <a:extLst>
              <a:ext uri="{962D79B9-A006-42FA-7B57-125BBA0FE39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0A739F3B-DA60-4F92-5355-8FBB78CB41CF}"/>
    </p:extLst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VectorPath 58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586" name="F34A6260-2EFF-4F76-7B93-EF40664A1C5D"/>
          <p:cNvPicPr>
            <a:picLocks noChangeAspect="1"/>
          </p:cNvPicPr>
          <p:nvPr/>
        </p:nvPicPr>
        <p:blipFill>
          <a:blip r:embed="rId2" cstate="print">
            <a:extLst>
              <a:ext uri="{DD4B719F-65DB-4502-A343-B813F0EAED75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587" name="VectorPath 587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588" name="2D7E2A7E-3276-455A-361F-06D119DB1E8E"/>
          <p:cNvPicPr>
            <a:picLocks noChangeAspect="1"/>
          </p:cNvPicPr>
          <p:nvPr/>
        </p:nvPicPr>
        <p:blipFill>
          <a:blip r:embed="rId3" cstate="print">
            <a:extLst>
              <a:ext uri="{33A75318-FDFD-4747-2FFA-7A90C2B77AB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589" name="0E3AF25C-240D-4CE9-881E-E790098317A4"/>
          <p:cNvPicPr>
            <a:picLocks noChangeAspect="1"/>
          </p:cNvPicPr>
          <p:nvPr/>
        </p:nvPicPr>
        <p:blipFill>
          <a:blip r:embed="rId4" cstate="print">
            <a:extLst>
              <a:ext uri="{FA20FF6C-E1E3-4A90-6BF1-4E20EAC6D60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590" name="VectorPath 590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91" name="TextBox591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592" name="TextBox592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593" name="261A08B0-F9F2-459F-989F-7ECC4612DC52"/>
          <p:cNvPicPr>
            <a:picLocks noChangeAspect="1"/>
          </p:cNvPicPr>
          <p:nvPr/>
        </p:nvPicPr>
        <p:blipFill>
          <a:blip r:embed="rId5" cstate="print">
            <a:extLst>
              <a:ext uri="{7C0655BD-8105-47F4-27C8-B37145DC33C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0E21E2A4-DBB8-45E4-3A15-3330BEDDF323}"/>
    </p:extLst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VectorPath 59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595" name="4FB79F65-308E-499D-D2C9-5E9F899AFF63"/>
          <p:cNvPicPr>
            <a:picLocks noChangeAspect="1"/>
          </p:cNvPicPr>
          <p:nvPr/>
        </p:nvPicPr>
        <p:blipFill>
          <a:blip r:embed="rId2" cstate="print">
            <a:extLst>
              <a:ext uri="{14EFC4A0-2AFD-4F81-CAD7-A936AA458CE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596" name="VectorPath 596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597" name="729D8D8C-3BA3-4E83-F26E-526C1D088F47"/>
          <p:cNvPicPr>
            <a:picLocks noChangeAspect="1"/>
          </p:cNvPicPr>
          <p:nvPr/>
        </p:nvPicPr>
        <p:blipFill>
          <a:blip r:embed="rId3" cstate="print">
            <a:extLst>
              <a:ext uri="{B5D6AF4F-CB9C-4C7F-F4DA-5E05948FB03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598" name="C261B2EB-29C0-434D-1331-28F8286FA0F9"/>
          <p:cNvPicPr>
            <a:picLocks noChangeAspect="1"/>
          </p:cNvPicPr>
          <p:nvPr/>
        </p:nvPicPr>
        <p:blipFill>
          <a:blip r:embed="rId4" cstate="print">
            <a:extLst>
              <a:ext uri="{DF2B14BB-AFA1-4385-42C9-A137B887928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599" name="VectorPath 599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600" name="TextBox600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601" name="TextBox601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602" name="03554D9C-B078-4074-7003-F6FFF1537415"/>
          <p:cNvPicPr>
            <a:picLocks noChangeAspect="1"/>
          </p:cNvPicPr>
          <p:nvPr/>
        </p:nvPicPr>
        <p:blipFill>
          <a:blip r:embed="rId5" cstate="print">
            <a:extLst>
              <a:ext uri="{68B02EC0-E3F1-46EF-E987-36CB594FCC4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E0CE6D1-8A13-4E73-6E17-4EE08C0B4408}"/>
    </p:extLst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VectorPath 60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604" name="D7E632C6-5360-4824-A005-E9DADC9E3A90"/>
          <p:cNvPicPr>
            <a:picLocks noChangeAspect="1"/>
          </p:cNvPicPr>
          <p:nvPr/>
        </p:nvPicPr>
        <p:blipFill>
          <a:blip r:embed="rId2" cstate="print">
            <a:extLst>
              <a:ext uri="{BA8DD3D6-D8D2-4737-9421-EBE7A3F1D55C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605" name="VectorPath 605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606" name="45F8DEAB-5CA2-47A4-23F5-37DE7EDBF7E0"/>
          <p:cNvPicPr>
            <a:picLocks noChangeAspect="1"/>
          </p:cNvPicPr>
          <p:nvPr/>
        </p:nvPicPr>
        <p:blipFill>
          <a:blip r:embed="rId3" cstate="print">
            <a:extLst>
              <a:ext uri="{01267B63-6F23-445C-7292-B08459B9E1B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607" name="2FDA95FE-608A-4603-ED36-7F5F7A376297"/>
          <p:cNvPicPr>
            <a:picLocks noChangeAspect="1"/>
          </p:cNvPicPr>
          <p:nvPr/>
        </p:nvPicPr>
        <p:blipFill>
          <a:blip r:embed="rId4" cstate="print">
            <a:extLst>
              <a:ext uri="{FDC0A417-2F09-4DA0-076A-98F0BE9CD95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608" name="VectorPath 608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609" name="TextBox609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610" name="TextBox610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611" name="4B0CD270-4355-47CC-0970-735760CFE1C0"/>
          <p:cNvPicPr>
            <a:picLocks noChangeAspect="1"/>
          </p:cNvPicPr>
          <p:nvPr/>
        </p:nvPicPr>
        <p:blipFill>
          <a:blip r:embed="rId5" cstate="print">
            <a:extLst>
              <a:ext uri="{821F9D96-4AA5-4D0D-FD98-AC3257C9E13E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9BBA4B7E-1072-4755-3EEA-A42C0D5CC07C}"/>
    </p:extLst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VectorPath 61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613" name="AE3A27D2-AD4E-4AB8-08EE-284EC42CD405"/>
          <p:cNvPicPr>
            <a:picLocks noChangeAspect="1"/>
          </p:cNvPicPr>
          <p:nvPr/>
        </p:nvPicPr>
        <p:blipFill>
          <a:blip r:embed="rId2" cstate="print">
            <a:extLst>
              <a:ext uri="{723130AA-4745-4265-2987-E414E0E0D86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614" name="VectorPath 614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615" name="1BEC93E3-6C9F-4FE2-BC1F-AB78D8A7363E"/>
          <p:cNvPicPr>
            <a:picLocks noChangeAspect="1"/>
          </p:cNvPicPr>
          <p:nvPr/>
        </p:nvPicPr>
        <p:blipFill>
          <a:blip r:embed="rId3" cstate="print">
            <a:extLst>
              <a:ext uri="{8DB510A1-D6F4-4BFE-ACF3-8B2D19510E9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616" name="486FFCE7-823C-47C1-B2D8-1F6E94C362D5"/>
          <p:cNvPicPr>
            <a:picLocks noChangeAspect="1"/>
          </p:cNvPicPr>
          <p:nvPr/>
        </p:nvPicPr>
        <p:blipFill>
          <a:blip r:embed="rId4" cstate="print">
            <a:extLst>
              <a:ext uri="{7D4541F1-A032-4110-EFA4-FA54D6CCB9B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617" name="VectorPath 617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618" name="TextBox618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619" name="TextBox619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620" name="CEE9CA98-3ACC-4912-6839-E7AB56F49E65"/>
          <p:cNvPicPr>
            <a:picLocks noChangeAspect="1"/>
          </p:cNvPicPr>
          <p:nvPr/>
        </p:nvPicPr>
        <p:blipFill>
          <a:blip r:embed="rId5" cstate="print">
            <a:extLst>
              <a:ext uri="{AADD6A9F-A3AB-4F99-98D4-9E7796D7B2D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76CF315-C796-4784-DF1D-9428CD429C80}"/>
    </p:extLst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VectorPath 62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622" name="DA0655B4-59B4-4956-560C-1BE0BF7B2D2A"/>
          <p:cNvPicPr>
            <a:picLocks noChangeAspect="1"/>
          </p:cNvPicPr>
          <p:nvPr/>
        </p:nvPicPr>
        <p:blipFill>
          <a:blip r:embed="rId2" cstate="print">
            <a:extLst>
              <a:ext uri="{4114EB7A-9A28-4B10-AB41-323BBA49E6C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623" name="VectorPath 623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624" name="80F5FF2A-586F-4BFC-5AA0-5F6ADDFCD749"/>
          <p:cNvPicPr>
            <a:picLocks noChangeAspect="1"/>
          </p:cNvPicPr>
          <p:nvPr/>
        </p:nvPicPr>
        <p:blipFill>
          <a:blip r:embed="rId3" cstate="print">
            <a:extLst>
              <a:ext uri="{D461C6FA-4C64-4FEA-5B86-FDF7C1535D1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625" name="87574074-3F68-4AFD-FAC3-84E3FCAE4733"/>
          <p:cNvPicPr>
            <a:picLocks noChangeAspect="1"/>
          </p:cNvPicPr>
          <p:nvPr/>
        </p:nvPicPr>
        <p:blipFill>
          <a:blip r:embed="rId4" cstate="print">
            <a:extLst>
              <a:ext uri="{3C814F09-E6AC-4783-EE58-B55176C9F8C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626" name="VectorPath 626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627" name="TextBox627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628" name="TextBox628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629" name="64A63ECB-D280-4A57-2BF9-2FB1D77FADCA"/>
          <p:cNvPicPr>
            <a:picLocks noChangeAspect="1"/>
          </p:cNvPicPr>
          <p:nvPr/>
        </p:nvPicPr>
        <p:blipFill>
          <a:blip r:embed="rId5" cstate="print">
            <a:extLst>
              <a:ext uri="{F87C10D2-2BFE-41A5-B85F-BC919FF3A8A3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4AEAB5DE-3339-4247-1279-FC1452B91FE3}"/>
    </p:extLst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VectorPath 63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631" name="CF881073-DBDD-44B1-1D46-C433AA785873"/>
          <p:cNvPicPr>
            <a:picLocks noChangeAspect="1"/>
          </p:cNvPicPr>
          <p:nvPr/>
        </p:nvPicPr>
        <p:blipFill>
          <a:blip r:embed="rId2" cstate="print">
            <a:extLst>
              <a:ext uri="{4BD0038B-C963-47BA-D776-8437B94F0C9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632" name="VectorPath 632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633" name="BA5B89DF-A531-4251-A401-7D94DE7591F9"/>
          <p:cNvPicPr>
            <a:picLocks noChangeAspect="1"/>
          </p:cNvPicPr>
          <p:nvPr/>
        </p:nvPicPr>
        <p:blipFill>
          <a:blip r:embed="rId3" cstate="print">
            <a:extLst>
              <a:ext uri="{6910CDD9-E832-4329-B61E-BC88E619278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634" name="7C201503-4A96-4B6F-8604-8AC9B72A326E"/>
          <p:cNvPicPr>
            <a:picLocks noChangeAspect="1"/>
          </p:cNvPicPr>
          <p:nvPr/>
        </p:nvPicPr>
        <p:blipFill>
          <a:blip r:embed="rId4" cstate="print">
            <a:extLst>
              <a:ext uri="{4D12A57E-CFE8-44DF-FF75-13C6FA369B3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635" name="VectorPath 635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636" name="TextBox636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637" name="TextBox637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638" name="AC7FB1C4-7333-4CBB-E6E2-3265CCD2ADC8"/>
          <p:cNvPicPr>
            <a:picLocks noChangeAspect="1"/>
          </p:cNvPicPr>
          <p:nvPr/>
        </p:nvPicPr>
        <p:blipFill>
          <a:blip r:embed="rId5" cstate="print">
            <a:extLst>
              <a:ext uri="{38A21D0A-E7AE-464A-D7E3-8EA6C4B4462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20C3BB7-915A-47C6-E2E7-E4490A9830BC}"/>
    </p:extLst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VectorPath 63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640" name="0A202A69-D65D-4BAC-EF00-1F8CC3AF3396"/>
          <p:cNvPicPr>
            <a:picLocks noChangeAspect="1"/>
          </p:cNvPicPr>
          <p:nvPr/>
        </p:nvPicPr>
        <p:blipFill>
          <a:blip r:embed="rId2" cstate="print">
            <a:extLst>
              <a:ext uri="{820EE66C-4CF2-4308-C268-45F1DAAAF29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641" name="VectorPath 641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642" name="427B1AF7-24B7-436C-3748-65982106C4AA"/>
          <p:cNvPicPr>
            <a:picLocks noChangeAspect="1"/>
          </p:cNvPicPr>
          <p:nvPr/>
        </p:nvPicPr>
        <p:blipFill>
          <a:blip r:embed="rId3" cstate="print">
            <a:extLst>
              <a:ext uri="{580CE961-1376-4655-F97A-2BD95361454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643" name="44FBF931-DC3F-43C0-19A4-15E4879A7998"/>
          <p:cNvPicPr>
            <a:picLocks noChangeAspect="1"/>
          </p:cNvPicPr>
          <p:nvPr/>
        </p:nvPicPr>
        <p:blipFill>
          <a:blip r:embed="rId4" cstate="print">
            <a:extLst>
              <a:ext uri="{6EE33527-3D6E-47AB-560D-35D068048F9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644" name="VectorPath 644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645" name="TextBox645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646" name="TextBox646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68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647" name="AD0B00D7-D0E9-4B98-9FBF-BF97865059A9"/>
          <p:cNvPicPr>
            <a:picLocks noChangeAspect="1"/>
          </p:cNvPicPr>
          <p:nvPr/>
        </p:nvPicPr>
        <p:blipFill>
          <a:blip r:embed="rId5" cstate="print">
            <a:extLst>
              <a:ext uri="{56AF3A33-418A-4BF2-F0A8-251BFE119A84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C60DF621-A088-41AE-A1C5-15F659ADFC97}"/>
    </p:extLst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VectorPath 64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649" name="CCCE1118-4E6C-4766-AD1B-0BAAAA4C321D"/>
          <p:cNvPicPr>
            <a:picLocks noChangeAspect="1"/>
          </p:cNvPicPr>
          <p:nvPr/>
        </p:nvPicPr>
        <p:blipFill>
          <a:blip r:embed="rId2" cstate="print">
            <a:extLst>
              <a:ext uri="{8EAC114C-8182-4AF2-0856-996B292E751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650" name="VectorPath 650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651" name="57F6CBF9-8211-4E3D-9622-E84FCD1FFB24"/>
          <p:cNvPicPr>
            <a:picLocks noChangeAspect="1"/>
          </p:cNvPicPr>
          <p:nvPr/>
        </p:nvPicPr>
        <p:blipFill>
          <a:blip r:embed="rId3" cstate="print">
            <a:extLst>
              <a:ext uri="{0D48B0C9-4759-4ED0-3590-BF2A7966734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652" name="06AC219E-C885-4E52-5CFF-9ED7058A5E79"/>
          <p:cNvPicPr>
            <a:picLocks noChangeAspect="1"/>
          </p:cNvPicPr>
          <p:nvPr/>
        </p:nvPicPr>
        <p:blipFill>
          <a:blip r:embed="rId4" cstate="print">
            <a:extLst>
              <a:ext uri="{E5B8499E-A146-420E-B93E-C674A320EFB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653" name="VectorPath 653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654" name="TextBox654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655" name="TextBox655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656" name="97EB6247-3E34-4F08-F13D-A7C92F574114"/>
          <p:cNvPicPr>
            <a:picLocks noChangeAspect="1"/>
          </p:cNvPicPr>
          <p:nvPr/>
        </p:nvPicPr>
        <p:blipFill>
          <a:blip r:embed="rId5" cstate="print">
            <a:extLst>
              <a:ext uri="{A62F5288-8DD1-4E74-CBD5-CBFD5917552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6B8C173A-4C03-4CC1-499B-37235B1F1BA1}"/>
    </p:extLst>
  </p:cSld>
  <p:clrMapOvr>
    <a:masterClrMapping/>
  </p:clrMapOvr>
</p:sld>
</file>

<file path=ppt/theme/theme1.xml><?xml version="1.0" encoding="utf-8"?>
<a:theme xmlns:a="http://schemas.openxmlformats.org/drawingml/2006/main" name="4F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  <a:font typeface="Sylfaen" script="Geor"/>
      </a:majorFont>
      <a:minorFont>
        <a:latin typeface="Calibri" panose="020F05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  <a:font typeface="Sylfaen" script="Geo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AD1C430-43ED-4A15-7DA1-4536279BB98D}"/>
  </a:extLst>
</a:theme>
</file>