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0691813" cy="7556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901D1022-903B-46F0-EF8C-5FD0DA8DE922}"/>
    <p:ext uri="{ECCBB34C-2FBC-4CFB-1FBA-456B8B7E3DA8}"/>
    <p:ext uri="{5DC528B6-238E-4968-3E91-1F456F243C26}"/>
  </p:extLst>
</p:presentationPr>
</file>

<file path=ppt/tableStyles.xml><?xml version="1.0" encoding="utf-8"?>
<a:tblStyleLst xmlns:a="http://schemas.openxmlformats.org/drawingml/2006/main" def="{1B087BB5-D748-4CAA-3E8D-A1C6921C5A5B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1" autoAdjust="0"/>
    <p:restoredTop sz="94660"/>
  </p:normalViewPr>
  <p:slideViewPr>
    <p:cSldViewPr snapToGrid="0">
      <p:cViewPr varScale="1">
        <p:scale>
          <a:sx n="87" d="100"/>
          <a:sy n="87" d="100"/>
        </p:scale>
        <p:origin x="11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AE95A-EE1E-4089-BB7A-1E2BE083FC67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D0FA-F258-44E9-5D4E-C2AE091E07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F5D5A9C4-5ABE-4DDE-7DBC-E80F530E42AF}"/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DDFCC-E8E2-46FA-58AB-9D172FC8DBBF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0AE42-805A-45DC-FA06-F9333927F4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0B32F5B1-B536-45A0-AF13-501BFAEA739A}"/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BC1C0-AB24-46F6-EECD-5FE5CF8ADBC4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14ED4-EEB9-4B57-8589-1CF9F20491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D5791ADC-5A78-41E1-3D37-8BD45DE3CDC6}"/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FB58F-C79C-4C97-6B2F-0F08431E3F16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A529B-99A2-4423-A6C9-9FA70DBA2A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E1D3CB36-CF17-41CC-82F6-022E6A24C7E7}"/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9DD1-4763-48CF-8C04-6547A5EF5CCE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48B58-D6B2-4B91-A9E9-19D81D5AB8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5D17C13-CCEF-4CEF-B95E-A4AA7278DD57}"/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CA462-9CE4-438D-7FC8-ED4664199D29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C7A56-1957-44C4-3355-FA717E9B68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200471DF-1CB5-4853-4320-0C8D5C0740A5}"/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12465-8E40-4841-3375-E3CF7D93CE31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90100-90E3-4C21-8208-74F1CB0FE5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AF6F2FB4-6781-408E-CC7E-F3FAD36BF1F5}"/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306AC-4EC7-4B09-6158-030EAC9E9231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98B83-D124-4545-555E-AF5EF575D7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060CA583-346F-4AB0-826E-822F21B7A6F4}"/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00C86-F52E-4CC8-40B9-317BA7097395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3EB46-B39C-419C-967D-550607F8BF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20ED6FA-0279-42D9-CEAE-DA0BE50CD439}"/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FA18F-5010-4B64-EA42-0BC4051B2354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7A4E9-8D06-455B-0DB6-110F5DF51A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2FCD5DA3-D27A-4081-DCEC-E2597A8CB56B}"/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4B835-18A1-420F-D843-64A02BC5FD65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900AB-8F11-4016-D514-91BEA097F5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40B8BE6E-D75F-4FA9-13A2-FBC08D181005}"/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0A122-1A07-48FE-3927-E3992767B501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31480-CB5D-4441-85A5-6A900CFB93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7F5AF193-4F3E-4027-0482-9B22DED55C48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ctorPath 2"/>
          <p:cNvSpPr/>
          <p:nvPr/>
        </p:nvSpPr>
        <p:spPr>
          <a:xfrm>
            <a:off x="0" y="1"/>
            <a:ext cx="10692384" cy="7555991"/>
          </a:xfrm>
          <a:custGeom>
            <a:avLst/>
            <a:gdLst/>
            <a:ahLst/>
            <a:cxnLst/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" name="A5EF93B9-B7C9-4CAD-E585-2E6D13E9AE83"/>
          <p:cNvPicPr>
            <a:picLocks noChangeAspect="1"/>
          </p:cNvPicPr>
          <p:nvPr/>
        </p:nvPicPr>
        <p:blipFill>
          <a:blip r:embed="rId2" cstate="print">
            <a:extLst>
              <a:ext uri="{92966C15-9CB0-4E57-1D73-0FF3D7859348}"/>
            </a:extLst>
          </a:blip>
          <a:srcRect t="90" r="39"/>
          <a:stretch/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  <p:pic>
        <p:nvPicPr>
          <p:cNvPr id="4" name="B96D569E-CA03-45CF-F0A9-861276E218D0"/>
          <p:cNvPicPr>
            <a:picLocks noChangeAspect="1"/>
          </p:cNvPicPr>
          <p:nvPr/>
        </p:nvPicPr>
        <p:blipFill>
          <a:blip r:embed="rId3" cstate="print">
            <a:extLst>
              <a:ext uri="{DE6D45A2-8A06-451A-72CA-E6942F04D47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5" name="VectorPath 5"/>
          <p:cNvSpPr/>
          <p:nvPr/>
        </p:nvSpPr>
        <p:spPr>
          <a:xfrm>
            <a:off x="914400" y="304801"/>
            <a:ext cx="8867776" cy="6657975"/>
          </a:xfrm>
          <a:custGeom>
            <a:avLst/>
            <a:gdLst/>
            <a:ahLst/>
            <a:cxnLst/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" name="VectorPath 6"/>
          <p:cNvSpPr/>
          <p:nvPr/>
        </p:nvSpPr>
        <p:spPr>
          <a:xfrm>
            <a:off x="923925" y="314326"/>
            <a:ext cx="8848726" cy="6638925"/>
          </a:xfrm>
          <a:custGeom>
            <a:avLst/>
            <a:gdLst/>
            <a:ahLst/>
            <a:cxnLst/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" name="71F4B5C7-191A-43CF-D451-E4611E68510E"/>
          <p:cNvPicPr>
            <a:picLocks noChangeAspect="1"/>
          </p:cNvPicPr>
          <p:nvPr/>
        </p:nvPicPr>
        <p:blipFill>
          <a:blip r:embed="rId4" cstate="print">
            <a:extLst>
              <a:ext uri="{C560FA2C-AE71-4948-E347-6EA38E8CF34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" name="VectorPath 8"/>
          <p:cNvSpPr/>
          <p:nvPr/>
        </p:nvSpPr>
        <p:spPr>
          <a:xfrm>
            <a:off x="914400" y="7124701"/>
            <a:ext cx="8867776" cy="9525"/>
          </a:xfrm>
          <a:custGeom>
            <a:avLst/>
            <a:gdLst/>
            <a:ahLst/>
            <a:cxnLst/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" name="TextBox9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4.2</a:t>
            </a:r>
            <a:r>
              <a:rPr lang="en-US" altLang="zh-CN" sz="1050" kern="0" spc="-140" baseline="0" noProof="0" dirty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的运算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" name="TextBox10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9948" marR="0" lvl="0" indent="-69948" eaLnBrk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000000000000000000" charset="0"/>
              <a:buChar char="-"/>
            </a:pPr>
            <a:r>
              <a:rPr lang="en-US" altLang="zh-CN" sz="900" kern="0" spc="-40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50" baseline="0" noProof="0" dirty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lang="en-US" altLang="zh-CN" sz="900" kern="0" spc="-190" baseline="0" noProof="0" dirty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E3712559-BA2D-4DCC-BC38-409909BA64A8}"/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ectorPath 11"/>
          <p:cNvSpPr/>
          <p:nvPr/>
        </p:nvSpPr>
        <p:spPr>
          <a:xfrm>
            <a:off x="0" y="1"/>
            <a:ext cx="10692384" cy="7555991"/>
          </a:xfrm>
          <a:custGeom>
            <a:avLst/>
            <a:gdLst/>
            <a:ahLst/>
            <a:cxnLst/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" name="0112ECB9-3D57-4204-6E8A-E94F798AC50A"/>
          <p:cNvPicPr>
            <a:picLocks noChangeAspect="1"/>
          </p:cNvPicPr>
          <p:nvPr/>
        </p:nvPicPr>
        <p:blipFill>
          <a:blip r:embed="rId2" cstate="print">
            <a:extLst>
              <a:ext uri="{DE13DDED-DC34-419F-1E0C-26062022E8B1}"/>
            </a:extLst>
          </a:blip>
          <a:srcRect t="91" r="39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" name="VectorPath 13"/>
          <p:cNvSpPr/>
          <p:nvPr/>
        </p:nvSpPr>
        <p:spPr>
          <a:xfrm>
            <a:off x="914400" y="304801"/>
            <a:ext cx="8867776" cy="6657975"/>
          </a:xfrm>
          <a:custGeom>
            <a:avLst/>
            <a:gdLst/>
            <a:ahLst/>
            <a:cxnLst/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" name="VectorPath 14"/>
          <p:cNvSpPr/>
          <p:nvPr/>
        </p:nvSpPr>
        <p:spPr>
          <a:xfrm>
            <a:off x="923925" y="314326"/>
            <a:ext cx="8848726" cy="6638925"/>
          </a:xfrm>
          <a:custGeom>
            <a:avLst/>
            <a:gdLst/>
            <a:ahLst/>
            <a:cxnLst/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" name="77761FFE-1ED5-4B96-5D8A-4B5904121F05"/>
          <p:cNvPicPr>
            <a:picLocks noChangeAspect="1"/>
          </p:cNvPicPr>
          <p:nvPr/>
        </p:nvPicPr>
        <p:blipFill>
          <a:blip r:embed="rId3" cstate="print">
            <a:extLst>
              <a:ext uri="{080628C9-1E9C-40B5-BD5E-F66DA9FA438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" name="VectorPath 16"/>
          <p:cNvSpPr/>
          <p:nvPr/>
        </p:nvSpPr>
        <p:spPr>
          <a:xfrm>
            <a:off x="914400" y="7124701"/>
            <a:ext cx="8867776" cy="9525"/>
          </a:xfrm>
          <a:custGeom>
            <a:avLst/>
            <a:gdLst/>
            <a:ahLst/>
            <a:cxnLst/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" name="TextBox17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4.2</a:t>
            </a:r>
            <a:r>
              <a:rPr lang="en-US" altLang="zh-CN" sz="1050" kern="0" spc="-140" baseline="0" noProof="0" dirty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的运算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" name="TextBox18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9948" marR="0" lvl="0" indent="-69948" eaLnBrk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000000000000000000" charset="0"/>
              <a:buChar char="-"/>
            </a:pPr>
            <a:r>
              <a:rPr lang="en-US" altLang="zh-CN" sz="900" kern="0" spc="-40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50" baseline="0" noProof="0" dirty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lang="en-US" altLang="zh-CN" sz="900" kern="0" spc="-190" baseline="0" noProof="0" dirty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" name="45D4B162-7D08-42E9-9552-DF721048478C"/>
          <p:cNvPicPr>
            <a:picLocks noChangeAspect="1"/>
          </p:cNvPicPr>
          <p:nvPr/>
        </p:nvPicPr>
        <p:blipFill>
          <a:blip r:embed="rId4" cstate="print">
            <a:extLst>
              <a:ext uri="{B018014C-B42A-4BDA-7F12-577F4A8D027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D5E7CBC-6E88-4E90-23CD-729A504D5669}"/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ectorPath 20"/>
          <p:cNvSpPr/>
          <p:nvPr/>
        </p:nvSpPr>
        <p:spPr>
          <a:xfrm>
            <a:off x="0" y="1"/>
            <a:ext cx="10692384" cy="7555991"/>
          </a:xfrm>
          <a:custGeom>
            <a:avLst/>
            <a:gdLst/>
            <a:ahLst/>
            <a:cxnLst/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" name="3C00FDD7-6091-4098-4F52-F9970993EE7C"/>
          <p:cNvPicPr>
            <a:picLocks noChangeAspect="1"/>
          </p:cNvPicPr>
          <p:nvPr/>
        </p:nvPicPr>
        <p:blipFill>
          <a:blip r:embed="rId2" cstate="print">
            <a:extLst>
              <a:ext uri="{0CD62937-636C-4224-3E70-BC24A6932473}"/>
            </a:extLst>
          </a:blip>
          <a:srcRect t="91" r="39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" name="VectorPath 22"/>
          <p:cNvSpPr/>
          <p:nvPr/>
        </p:nvSpPr>
        <p:spPr>
          <a:xfrm>
            <a:off x="914400" y="304801"/>
            <a:ext cx="8867776" cy="6657975"/>
          </a:xfrm>
          <a:custGeom>
            <a:avLst/>
            <a:gdLst/>
            <a:ahLst/>
            <a:cxnLst/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" name="VectorPath 23"/>
          <p:cNvSpPr/>
          <p:nvPr/>
        </p:nvSpPr>
        <p:spPr>
          <a:xfrm>
            <a:off x="923925" y="314326"/>
            <a:ext cx="8848726" cy="6638925"/>
          </a:xfrm>
          <a:custGeom>
            <a:avLst/>
            <a:gdLst/>
            <a:ahLst/>
            <a:cxnLst/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4" name="D6787902-321A-4A4A-9F2D-E65E265F4886"/>
          <p:cNvPicPr>
            <a:picLocks noChangeAspect="1"/>
          </p:cNvPicPr>
          <p:nvPr/>
        </p:nvPicPr>
        <p:blipFill>
          <a:blip r:embed="rId3" cstate="print">
            <a:extLst>
              <a:ext uri="{2B92FFC4-E87F-48E8-4A58-417B6559D45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" name="VectorPath 25"/>
          <p:cNvSpPr/>
          <p:nvPr/>
        </p:nvSpPr>
        <p:spPr>
          <a:xfrm>
            <a:off x="914400" y="7124701"/>
            <a:ext cx="8867776" cy="9525"/>
          </a:xfrm>
          <a:custGeom>
            <a:avLst/>
            <a:gdLst/>
            <a:ahLst/>
            <a:cxnLst/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6" name="TextBox26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4.2</a:t>
            </a:r>
            <a:r>
              <a:rPr lang="en-US" altLang="zh-CN" sz="1050" kern="0" spc="-140" baseline="0" noProof="0" dirty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的运算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7" name="TextBox27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9948" marR="0" lvl="0" indent="-69948" eaLnBrk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000000000000000000" charset="0"/>
              <a:buChar char="-"/>
            </a:pPr>
            <a:r>
              <a:rPr lang="en-US" altLang="zh-CN" sz="900" kern="0" spc="-40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50" baseline="0" noProof="0" dirty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lang="en-US" altLang="zh-CN" sz="900" kern="0" spc="-190" baseline="0" noProof="0" dirty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8" name="E1974BEE-A447-452B-37BB-94843816FFFC"/>
          <p:cNvPicPr>
            <a:picLocks noChangeAspect="1"/>
          </p:cNvPicPr>
          <p:nvPr/>
        </p:nvPicPr>
        <p:blipFill>
          <a:blip r:embed="rId4" cstate="print">
            <a:extLst>
              <a:ext uri="{456A4D0B-4263-4DA2-2690-3A59DCF7516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47079C04-CC30-4AA1-74D1-2B82D91D5098}"/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VectorPath 29"/>
          <p:cNvSpPr/>
          <p:nvPr/>
        </p:nvSpPr>
        <p:spPr>
          <a:xfrm>
            <a:off x="0" y="1"/>
            <a:ext cx="10692384" cy="7555991"/>
          </a:xfrm>
          <a:custGeom>
            <a:avLst/>
            <a:gdLst/>
            <a:ahLst/>
            <a:cxnLst/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0" name="88060D33-3AA9-4964-712F-E4AEDA1279BD"/>
          <p:cNvPicPr>
            <a:picLocks noChangeAspect="1"/>
          </p:cNvPicPr>
          <p:nvPr/>
        </p:nvPicPr>
        <p:blipFill>
          <a:blip r:embed="rId2" cstate="print">
            <a:extLst>
              <a:ext uri="{3264683D-D68C-4E7E-3470-F30F82BFCB72}"/>
            </a:extLst>
          </a:blip>
          <a:srcRect t="91" r="39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1" name="VectorPath 31"/>
          <p:cNvSpPr/>
          <p:nvPr/>
        </p:nvSpPr>
        <p:spPr>
          <a:xfrm>
            <a:off x="914400" y="304801"/>
            <a:ext cx="8867776" cy="6657975"/>
          </a:xfrm>
          <a:custGeom>
            <a:avLst/>
            <a:gdLst/>
            <a:ahLst/>
            <a:cxnLst/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32" name="VectorPath 32"/>
          <p:cNvSpPr/>
          <p:nvPr/>
        </p:nvSpPr>
        <p:spPr>
          <a:xfrm>
            <a:off x="923925" y="314326"/>
            <a:ext cx="8848726" cy="6638925"/>
          </a:xfrm>
          <a:custGeom>
            <a:avLst/>
            <a:gdLst/>
            <a:ahLst/>
            <a:cxnLst/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33" name="F7861439-8452-4D69-BFE9-AD60126F21E3"/>
          <p:cNvPicPr>
            <a:picLocks noChangeAspect="1"/>
          </p:cNvPicPr>
          <p:nvPr/>
        </p:nvPicPr>
        <p:blipFill>
          <a:blip r:embed="rId3" cstate="print">
            <a:extLst>
              <a:ext uri="{5508815C-DB18-441F-3BD1-6EE8F791A6F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4" name="VectorPath 34"/>
          <p:cNvSpPr/>
          <p:nvPr/>
        </p:nvSpPr>
        <p:spPr>
          <a:xfrm>
            <a:off x="914400" y="7124701"/>
            <a:ext cx="8867776" cy="9525"/>
          </a:xfrm>
          <a:custGeom>
            <a:avLst/>
            <a:gdLst/>
            <a:ahLst/>
            <a:cxnLst/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5" name="TextBox35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4.2</a:t>
            </a:r>
            <a:r>
              <a:rPr lang="en-US" altLang="zh-CN" sz="1050" kern="0" spc="-140" baseline="0" noProof="0" dirty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的运算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6" name="TextBox36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9948" marR="0" lvl="0" indent="-69948" eaLnBrk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000000000000000000" charset="0"/>
              <a:buChar char="-"/>
            </a:pPr>
            <a:r>
              <a:rPr lang="en-US" altLang="zh-CN" sz="900" kern="0" spc="-40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50" baseline="0" noProof="0" dirty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lang="en-US" altLang="zh-CN" sz="900" kern="0" spc="-190" baseline="0" noProof="0" dirty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7" name="2560B3D9-6F0F-4D4C-7471-870C0DF7C1D5"/>
          <p:cNvPicPr>
            <a:picLocks noChangeAspect="1"/>
          </p:cNvPicPr>
          <p:nvPr/>
        </p:nvPicPr>
        <p:blipFill>
          <a:blip r:embed="rId4" cstate="print">
            <a:extLst>
              <a:ext uri="{74645CD3-BC65-4FD8-D931-1D1EF09FDD0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78796CF7-C36F-4720-3A66-0900E200E70D}"/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VectorPath 53"/>
          <p:cNvSpPr/>
          <p:nvPr/>
        </p:nvSpPr>
        <p:spPr>
          <a:xfrm>
            <a:off x="0" y="1"/>
            <a:ext cx="10692384" cy="7555991"/>
          </a:xfrm>
          <a:custGeom>
            <a:avLst/>
            <a:gdLst/>
            <a:ahLst/>
            <a:cxnLst/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4" name="D3BDD59D-7B0E-4B0F-AF37-CB974212B471"/>
          <p:cNvPicPr>
            <a:picLocks noChangeAspect="1"/>
          </p:cNvPicPr>
          <p:nvPr/>
        </p:nvPicPr>
        <p:blipFill>
          <a:blip r:embed="rId2" cstate="print">
            <a:extLst>
              <a:ext uri="{9887B158-EDE5-4D47-9FA1-31CA201AA4D0}"/>
            </a:extLst>
          </a:blip>
          <a:srcRect t="91" r="39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5" name="VectorPath 55"/>
          <p:cNvSpPr/>
          <p:nvPr/>
        </p:nvSpPr>
        <p:spPr>
          <a:xfrm>
            <a:off x="914400" y="304801"/>
            <a:ext cx="8867776" cy="6657975"/>
          </a:xfrm>
          <a:custGeom>
            <a:avLst/>
            <a:gdLst/>
            <a:ahLst/>
            <a:cxnLst/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56" name="VectorPath 56"/>
          <p:cNvSpPr/>
          <p:nvPr/>
        </p:nvSpPr>
        <p:spPr>
          <a:xfrm>
            <a:off x="923925" y="314326"/>
            <a:ext cx="8848726" cy="6638925"/>
          </a:xfrm>
          <a:custGeom>
            <a:avLst/>
            <a:gdLst/>
            <a:ahLst/>
            <a:cxnLst/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57" name="4FED9AF1-E4C6-4DA4-4D1C-98F42AE221C3"/>
          <p:cNvPicPr>
            <a:picLocks noChangeAspect="1"/>
          </p:cNvPicPr>
          <p:nvPr/>
        </p:nvPicPr>
        <p:blipFill>
          <a:blip r:embed="rId3" cstate="print">
            <a:extLst>
              <a:ext uri="{E7CEEEBD-DFBD-4672-72D7-9CC32321EC8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8" name="VectorPath 58"/>
          <p:cNvSpPr/>
          <p:nvPr/>
        </p:nvSpPr>
        <p:spPr>
          <a:xfrm>
            <a:off x="914400" y="7124701"/>
            <a:ext cx="8867776" cy="9525"/>
          </a:xfrm>
          <a:custGeom>
            <a:avLst/>
            <a:gdLst/>
            <a:ahLst/>
            <a:cxnLst/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9" name="TextBox59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4.2</a:t>
            </a:r>
            <a:r>
              <a:rPr lang="en-US" altLang="zh-CN" sz="1050" kern="0" spc="-140" baseline="0" noProof="0" dirty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的运算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0" name="TextBox60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9948" marR="0" lvl="0" indent="-69948" eaLnBrk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000000000000000000" charset="0"/>
              <a:buChar char="-"/>
            </a:pPr>
            <a:r>
              <a:rPr lang="en-US" altLang="zh-CN" sz="900" kern="0" spc="-40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50" baseline="0" noProof="0" dirty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lang="en-US" altLang="zh-CN" sz="900" kern="0" spc="-190" baseline="0" noProof="0" dirty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61" name="41647DDA-15F6-4F3D-7B13-20838A510972"/>
          <p:cNvPicPr>
            <a:picLocks noChangeAspect="1"/>
          </p:cNvPicPr>
          <p:nvPr/>
        </p:nvPicPr>
        <p:blipFill>
          <a:blip r:embed="rId4" cstate="print">
            <a:extLst>
              <a:ext uri="{1ADE6B4C-9D8E-412B-AF01-F78B02963B5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4C721295-D2D0-4674-7CE5-F0B745BA5720}"/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VectorPath 62"/>
          <p:cNvSpPr/>
          <p:nvPr/>
        </p:nvSpPr>
        <p:spPr>
          <a:xfrm>
            <a:off x="0" y="1"/>
            <a:ext cx="10692384" cy="7555991"/>
          </a:xfrm>
          <a:custGeom>
            <a:avLst/>
            <a:gdLst/>
            <a:ahLst/>
            <a:cxnLst/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63" name="F8E635DB-DB4B-4253-ECB1-C6D4F84E70E7"/>
          <p:cNvPicPr>
            <a:picLocks noChangeAspect="1"/>
          </p:cNvPicPr>
          <p:nvPr/>
        </p:nvPicPr>
        <p:blipFill>
          <a:blip r:embed="rId2" cstate="print">
            <a:extLst>
              <a:ext uri="{19DF282C-BAF2-4F97-1B24-55AEAFBD9704}"/>
            </a:extLst>
          </a:blip>
          <a:srcRect t="91" r="39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64" name="VectorPath 64"/>
          <p:cNvSpPr/>
          <p:nvPr/>
        </p:nvSpPr>
        <p:spPr>
          <a:xfrm>
            <a:off x="914400" y="304801"/>
            <a:ext cx="8867776" cy="6657975"/>
          </a:xfrm>
          <a:custGeom>
            <a:avLst/>
            <a:gdLst/>
            <a:ahLst/>
            <a:cxnLst/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5" name="VectorPath 65"/>
          <p:cNvSpPr/>
          <p:nvPr/>
        </p:nvSpPr>
        <p:spPr>
          <a:xfrm>
            <a:off x="923925" y="314326"/>
            <a:ext cx="8848726" cy="6638925"/>
          </a:xfrm>
          <a:custGeom>
            <a:avLst/>
            <a:gdLst/>
            <a:ahLst/>
            <a:cxnLst/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66" name="5F059B8F-F060-4D6D-2EDB-0825DCBC1A50"/>
          <p:cNvPicPr>
            <a:picLocks noChangeAspect="1"/>
          </p:cNvPicPr>
          <p:nvPr/>
        </p:nvPicPr>
        <p:blipFill>
          <a:blip r:embed="rId3" cstate="print">
            <a:extLst>
              <a:ext uri="{1F53C7C1-C160-4E6F-C667-9EE700C5D74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67" name="VectorPath 67"/>
          <p:cNvSpPr/>
          <p:nvPr/>
        </p:nvSpPr>
        <p:spPr>
          <a:xfrm>
            <a:off x="914400" y="7124701"/>
            <a:ext cx="8867776" cy="9525"/>
          </a:xfrm>
          <a:custGeom>
            <a:avLst/>
            <a:gdLst/>
            <a:ahLst/>
            <a:cxnLst/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68" name="TextBox68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4.2</a:t>
            </a:r>
            <a:r>
              <a:rPr lang="en-US" altLang="zh-CN" sz="1050" kern="0" spc="-140" baseline="0" noProof="0" dirty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的运算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9" name="TextBox69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9948" marR="0" lvl="0" indent="-69948" eaLnBrk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000000000000000000" charset="0"/>
              <a:buChar char="-"/>
            </a:pPr>
            <a:r>
              <a:rPr lang="en-US" altLang="zh-CN" sz="900" kern="0" spc="-40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50" baseline="0" noProof="0" dirty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lang="en-US" altLang="zh-CN" sz="900" kern="0" spc="-190" baseline="0" noProof="0" dirty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70" name="6D521A49-B395-4CB4-1F23-3FBAB8C7E7E9"/>
          <p:cNvPicPr>
            <a:picLocks noChangeAspect="1"/>
          </p:cNvPicPr>
          <p:nvPr/>
        </p:nvPicPr>
        <p:blipFill>
          <a:blip r:embed="rId4" cstate="print">
            <a:extLst>
              <a:ext uri="{7D1B3467-58B1-4C3C-8BC7-4F14F9F5DCB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C66D1D81-3D22-4C3B-8520-43421EF93739}"/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VectorPath 71"/>
          <p:cNvSpPr/>
          <p:nvPr/>
        </p:nvSpPr>
        <p:spPr>
          <a:xfrm>
            <a:off x="0" y="1"/>
            <a:ext cx="10692384" cy="7555991"/>
          </a:xfrm>
          <a:custGeom>
            <a:avLst/>
            <a:gdLst/>
            <a:ahLst/>
            <a:cxnLst/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72" name="F16C79A8-1749-4ADF-A774-8058E7BF562D"/>
          <p:cNvPicPr>
            <a:picLocks noChangeAspect="1"/>
          </p:cNvPicPr>
          <p:nvPr/>
        </p:nvPicPr>
        <p:blipFill>
          <a:blip r:embed="rId2" cstate="print">
            <a:extLst>
              <a:ext uri="{2558D68F-B5A6-400A-1ED9-CD07AAB71835}"/>
            </a:extLst>
          </a:blip>
          <a:srcRect t="91" r="39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73" name="627603DF-4ACF-4C87-2A0A-862EA6798251"/>
          <p:cNvPicPr>
            <a:picLocks noChangeAspect="1"/>
          </p:cNvPicPr>
          <p:nvPr/>
        </p:nvPicPr>
        <p:blipFill>
          <a:blip r:embed="rId3" cstate="print">
            <a:extLst>
              <a:ext uri="{98DF3BBA-1558-44C0-E847-12F984A89A4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74" name="VectorPath 74"/>
          <p:cNvSpPr/>
          <p:nvPr/>
        </p:nvSpPr>
        <p:spPr>
          <a:xfrm>
            <a:off x="914400" y="304801"/>
            <a:ext cx="8867776" cy="6657975"/>
          </a:xfrm>
          <a:custGeom>
            <a:avLst/>
            <a:gdLst/>
            <a:ahLst/>
            <a:cxnLst/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75" name="VectorPath 75"/>
          <p:cNvSpPr/>
          <p:nvPr/>
        </p:nvSpPr>
        <p:spPr>
          <a:xfrm>
            <a:off x="923925" y="314326"/>
            <a:ext cx="8848726" cy="6638925"/>
          </a:xfrm>
          <a:custGeom>
            <a:avLst/>
            <a:gdLst/>
            <a:ahLst/>
            <a:cxnLst/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6" name="533828BB-8314-4D8D-3CC4-AECAC0EDE733"/>
          <p:cNvPicPr>
            <a:picLocks noChangeAspect="1"/>
          </p:cNvPicPr>
          <p:nvPr/>
        </p:nvPicPr>
        <p:blipFill>
          <a:blip r:embed="rId4" cstate="print">
            <a:extLst>
              <a:ext uri="{C27690C0-C058-48A6-D03E-1198FCF8B7E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77" name="Combination 77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78" name="VectorPath 78"/>
            <p:cNvSpPr/>
            <p:nvPr/>
          </p:nvSpPr>
          <p:spPr>
            <a:xfrm>
              <a:off x="2000250" y="3076576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79" name="VectorPath 79"/>
            <p:cNvSpPr/>
            <p:nvPr/>
          </p:nvSpPr>
          <p:spPr>
            <a:xfrm>
              <a:off x="2000250" y="3905251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80" name="VectorPath 80"/>
            <p:cNvSpPr/>
            <p:nvPr/>
          </p:nvSpPr>
          <p:spPr>
            <a:xfrm>
              <a:off x="2000250" y="4733926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81" name="VectorPath 81"/>
            <p:cNvSpPr/>
            <p:nvPr/>
          </p:nvSpPr>
          <p:spPr>
            <a:xfrm>
              <a:off x="2000250" y="5562601"/>
              <a:ext cx="495300" cy="504825"/>
            </a:xfrm>
            <a:custGeom>
              <a:avLst/>
              <a:gdLst/>
              <a:ahLst/>
              <a:cxnLst/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82" name="TextBox82"/>
          <p:cNvSpPr txBox="1"/>
          <p:nvPr/>
        </p:nvSpPr>
        <p:spPr>
          <a:xfrm>
            <a:off x="2118568" y="3090641"/>
            <a:ext cx="259884" cy="2922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70000"/>
              </a:lnSpc>
            </a:pPr>
            <a:endParaRPr lang="en-US" altLang="zh-CN" sz="1000" kern="0" spc="0" baseline="0" noProof="0" dirty="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sz="1000" kern="0" spc="0" baseline="0" noProof="0" dirty="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sz="1000" kern="0" spc="0" baseline="0" noProof="0" dirty="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83" name="VectorPath 83"/>
          <p:cNvSpPr/>
          <p:nvPr/>
        </p:nvSpPr>
        <p:spPr>
          <a:xfrm>
            <a:off x="914400" y="7124701"/>
            <a:ext cx="8867776" cy="9525"/>
          </a:xfrm>
          <a:custGeom>
            <a:avLst/>
            <a:gdLst/>
            <a:ahLst/>
            <a:cxnLst/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84" name="TextBox84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4.2</a:t>
            </a:r>
            <a:r>
              <a:rPr lang="en-US" altLang="zh-CN" sz="1050" kern="0" spc="-140" baseline="0" noProof="0" dirty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的运算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85" name="TextBox85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9948" marR="0" lvl="0" indent="-69948" eaLnBrk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000000000000000000" charset="0"/>
              <a:buChar char="-"/>
            </a:pPr>
            <a:r>
              <a:rPr lang="en-US" altLang="zh-CN" sz="900" kern="0" spc="-40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50" baseline="0" noProof="0" dirty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lang="en-US" altLang="zh-CN" sz="900" kern="0" spc="-190" baseline="0" noProof="0" dirty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DEF742AD-F50E-4CFF-A0A7-F6A99D3F24BD}"/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VectorPath 86"/>
          <p:cNvSpPr/>
          <p:nvPr/>
        </p:nvSpPr>
        <p:spPr>
          <a:xfrm>
            <a:off x="0" y="1"/>
            <a:ext cx="10692384" cy="7555991"/>
          </a:xfrm>
          <a:custGeom>
            <a:avLst/>
            <a:gdLst/>
            <a:ahLst/>
            <a:cxnLst/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87" name="525F5781-6C04-45DD-FE18-7AD1B6E7DE4C"/>
          <p:cNvPicPr>
            <a:picLocks noChangeAspect="1"/>
          </p:cNvPicPr>
          <p:nvPr/>
        </p:nvPicPr>
        <p:blipFill>
          <a:blip r:embed="rId2" cstate="print">
            <a:extLst>
              <a:ext uri="{B911EB38-77FD-4661-9A52-AC47AD29DFA5}"/>
            </a:extLst>
          </a:blip>
          <a:srcRect t="91" r="39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88" name="E3469C5D-76EF-496F-C333-E1E391966079"/>
          <p:cNvPicPr>
            <a:picLocks noChangeAspect="1"/>
          </p:cNvPicPr>
          <p:nvPr/>
        </p:nvPicPr>
        <p:blipFill>
          <a:blip r:embed="rId3" cstate="print">
            <a:extLst>
              <a:ext uri="{EC9EC44C-A91B-4B0B-31E1-B7FA3E790AFE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89" name="VectorPath 89"/>
          <p:cNvSpPr/>
          <p:nvPr/>
        </p:nvSpPr>
        <p:spPr>
          <a:xfrm>
            <a:off x="914400" y="304801"/>
            <a:ext cx="8867776" cy="6657975"/>
          </a:xfrm>
          <a:custGeom>
            <a:avLst/>
            <a:gdLst/>
            <a:ahLst/>
            <a:cxnLst/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90" name="VectorPath 90"/>
          <p:cNvSpPr/>
          <p:nvPr/>
        </p:nvSpPr>
        <p:spPr>
          <a:xfrm>
            <a:off x="923925" y="314326"/>
            <a:ext cx="8848726" cy="6638925"/>
          </a:xfrm>
          <a:custGeom>
            <a:avLst/>
            <a:gdLst/>
            <a:ahLst/>
            <a:cxnLst/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91" name="6DDC5342-6AB6-49D8-1BD2-F154ADA716F3"/>
          <p:cNvPicPr>
            <a:picLocks noChangeAspect="1"/>
          </p:cNvPicPr>
          <p:nvPr/>
        </p:nvPicPr>
        <p:blipFill>
          <a:blip r:embed="rId4" cstate="print">
            <a:extLst>
              <a:ext uri="{D39F6B05-8A05-4B62-0B05-FFB092DB189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92" name="Combination 92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93" name="VectorPath 93"/>
            <p:cNvSpPr/>
            <p:nvPr/>
          </p:nvSpPr>
          <p:spPr>
            <a:xfrm>
              <a:off x="2000250" y="3076576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94" name="VectorPath 94"/>
            <p:cNvSpPr/>
            <p:nvPr/>
          </p:nvSpPr>
          <p:spPr>
            <a:xfrm>
              <a:off x="2000250" y="3905251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95" name="VectorPath 95"/>
            <p:cNvSpPr/>
            <p:nvPr/>
          </p:nvSpPr>
          <p:spPr>
            <a:xfrm>
              <a:off x="2000250" y="4733926"/>
              <a:ext cx="495300" cy="504825"/>
            </a:xfrm>
            <a:custGeom>
              <a:avLst/>
              <a:gdLst/>
              <a:ahLst/>
              <a:cxnLst/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96" name="VectorPath 96"/>
            <p:cNvSpPr/>
            <p:nvPr/>
          </p:nvSpPr>
          <p:spPr>
            <a:xfrm>
              <a:off x="2000250" y="5562601"/>
              <a:ext cx="495300" cy="504825"/>
            </a:xfrm>
            <a:custGeom>
              <a:avLst/>
              <a:gdLst/>
              <a:ahLst/>
              <a:cxnLst/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97" name="TextBox97"/>
          <p:cNvSpPr txBox="1"/>
          <p:nvPr/>
        </p:nvSpPr>
        <p:spPr>
          <a:xfrm>
            <a:off x="2118568" y="3100166"/>
            <a:ext cx="259884" cy="29125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sz="1000" kern="0" spc="0" baseline="0" noProof="0" dirty="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sz="1000" kern="0" spc="0" baseline="0" noProof="0" dirty="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sz="1000" kern="0" spc="0" baseline="0" noProof="0" dirty="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98" name="VectorPath 98"/>
          <p:cNvSpPr/>
          <p:nvPr/>
        </p:nvSpPr>
        <p:spPr>
          <a:xfrm>
            <a:off x="914400" y="7124701"/>
            <a:ext cx="8867776" cy="9525"/>
          </a:xfrm>
          <a:custGeom>
            <a:avLst/>
            <a:gdLst/>
            <a:ahLst/>
            <a:cxnLst/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9" name="TextBox99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4.2</a:t>
            </a:r>
            <a:r>
              <a:rPr lang="en-US" altLang="zh-CN" sz="1050" kern="0" spc="-140" baseline="0" noProof="0" dirty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的运算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0" name="TextBox100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9948" marR="0" lvl="0" indent="-69948" eaLnBrk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000000000000000000" charset="0"/>
              <a:buChar char="-"/>
            </a:pPr>
            <a:r>
              <a:rPr lang="en-US" altLang="zh-CN" sz="900" kern="0" spc="-40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50" baseline="0" noProof="0" dirty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lang="en-US" altLang="zh-CN" sz="900" kern="0" spc="-190" baseline="0" noProof="0" dirty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52B72E19-F349-4EE7-21F5-D7463296006A}"/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VectorPath 101"/>
          <p:cNvSpPr/>
          <p:nvPr/>
        </p:nvSpPr>
        <p:spPr>
          <a:xfrm>
            <a:off x="0" y="1"/>
            <a:ext cx="10692384" cy="7555991"/>
          </a:xfrm>
          <a:custGeom>
            <a:avLst/>
            <a:gdLst/>
            <a:ahLst/>
            <a:cxnLst/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02" name="52257C92-11B6-4289-3039-2F2A3E693ABD"/>
          <p:cNvPicPr>
            <a:picLocks noChangeAspect="1"/>
          </p:cNvPicPr>
          <p:nvPr/>
        </p:nvPicPr>
        <p:blipFill>
          <a:blip r:embed="rId2" cstate="print">
            <a:extLst>
              <a:ext uri="{31CD64DC-C9BD-4E7E-23F4-998DF6DF87D4}"/>
            </a:extLst>
          </a:blip>
          <a:srcRect t="91" r="39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03" name="VectorPath 103"/>
          <p:cNvSpPr/>
          <p:nvPr/>
        </p:nvSpPr>
        <p:spPr>
          <a:xfrm>
            <a:off x="914400" y="304801"/>
            <a:ext cx="8867776" cy="6657975"/>
          </a:xfrm>
          <a:custGeom>
            <a:avLst/>
            <a:gdLst/>
            <a:ahLst/>
            <a:cxnLst/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04" name="VectorPath 104"/>
          <p:cNvSpPr/>
          <p:nvPr/>
        </p:nvSpPr>
        <p:spPr>
          <a:xfrm>
            <a:off x="923925" y="314326"/>
            <a:ext cx="8848726" cy="6638925"/>
          </a:xfrm>
          <a:custGeom>
            <a:avLst/>
            <a:gdLst/>
            <a:ahLst/>
            <a:cxnLst/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05" name="223B40A3-CBD5-4244-3557-A96FDCAAF02C"/>
          <p:cNvPicPr>
            <a:picLocks noChangeAspect="1"/>
          </p:cNvPicPr>
          <p:nvPr/>
        </p:nvPicPr>
        <p:blipFill>
          <a:blip r:embed="rId3" cstate="print">
            <a:extLst>
              <a:ext uri="{A3B0913E-BE49-4DA8-ABEA-243B103CA73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06" name="VectorPath 106"/>
          <p:cNvSpPr/>
          <p:nvPr/>
        </p:nvSpPr>
        <p:spPr>
          <a:xfrm>
            <a:off x="914400" y="7124701"/>
            <a:ext cx="8867776" cy="9525"/>
          </a:xfrm>
          <a:custGeom>
            <a:avLst/>
            <a:gdLst/>
            <a:ahLst/>
            <a:cxnLst/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07" name="TextBox107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4.2</a:t>
            </a:r>
            <a:r>
              <a:rPr lang="en-US" altLang="zh-CN" sz="1050" kern="0" spc="-140" baseline="0" noProof="0" dirty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的运算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8" name="TextBox10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9950" marR="0" lvl="0" indent="-69950" eaLnBrk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000000000000000000" charset="0"/>
              <a:buChar char="-"/>
            </a:pP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10</a:t>
            </a:r>
            <a:r>
              <a:rPr lang="en-US" altLang="zh-CN" sz="900" kern="0" spc="-1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50" baseline="0" noProof="0" dirty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lang="en-US" altLang="zh-CN" sz="900" kern="0" spc="-190" baseline="0" noProof="0" dirty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09" name="8329B1DC-8836-481A-124B-1E7A5C36D286"/>
          <p:cNvPicPr>
            <a:picLocks noChangeAspect="1"/>
          </p:cNvPicPr>
          <p:nvPr/>
        </p:nvPicPr>
        <p:blipFill>
          <a:blip r:embed="rId4" cstate="print">
            <a:extLst>
              <a:ext uri="{E6694179-DB56-4D67-8939-A77D0688D89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C7E2BF6-4EA4-4727-07E4-106F8F7E5B54}"/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VectorPath 110"/>
          <p:cNvSpPr/>
          <p:nvPr/>
        </p:nvSpPr>
        <p:spPr>
          <a:xfrm>
            <a:off x="0" y="1"/>
            <a:ext cx="10692384" cy="7555991"/>
          </a:xfrm>
          <a:custGeom>
            <a:avLst/>
            <a:gdLst/>
            <a:ahLst/>
            <a:cxnLst/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11" name="DF1BD9F1-7002-4D2E-A6F7-3E8AD1A3E428"/>
          <p:cNvPicPr>
            <a:picLocks noChangeAspect="1"/>
          </p:cNvPicPr>
          <p:nvPr/>
        </p:nvPicPr>
        <p:blipFill>
          <a:blip r:embed="rId2" cstate="print">
            <a:extLst>
              <a:ext uri="{2FB7AF1E-6BF6-451B-B873-3770632C66EE}"/>
            </a:extLst>
          </a:blip>
          <a:srcRect t="91" r="39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12" name="VectorPath 112"/>
          <p:cNvSpPr/>
          <p:nvPr/>
        </p:nvSpPr>
        <p:spPr>
          <a:xfrm>
            <a:off x="914400" y="304801"/>
            <a:ext cx="8867776" cy="6657975"/>
          </a:xfrm>
          <a:custGeom>
            <a:avLst/>
            <a:gdLst/>
            <a:ahLst/>
            <a:cxnLst/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13" name="VectorPath 113"/>
          <p:cNvSpPr/>
          <p:nvPr/>
        </p:nvSpPr>
        <p:spPr>
          <a:xfrm>
            <a:off x="923925" y="314326"/>
            <a:ext cx="8848726" cy="6638925"/>
          </a:xfrm>
          <a:custGeom>
            <a:avLst/>
            <a:gdLst/>
            <a:ahLst/>
            <a:cxnLst/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14" name="30A00DA7-F946-4025-08CC-24DBFEA44BAD"/>
          <p:cNvPicPr>
            <a:picLocks noChangeAspect="1"/>
          </p:cNvPicPr>
          <p:nvPr/>
        </p:nvPicPr>
        <p:blipFill>
          <a:blip r:embed="rId3" cstate="print">
            <a:extLst>
              <a:ext uri="{C56EAA49-DBCE-4A66-B095-67F25F59680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15" name="VectorPath 115"/>
          <p:cNvSpPr/>
          <p:nvPr/>
        </p:nvSpPr>
        <p:spPr>
          <a:xfrm>
            <a:off x="914400" y="7124701"/>
            <a:ext cx="8867776" cy="9525"/>
          </a:xfrm>
          <a:custGeom>
            <a:avLst/>
            <a:gdLst/>
            <a:ahLst/>
            <a:cxnLst/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16" name="TextBox116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4.2</a:t>
            </a:r>
            <a:r>
              <a:rPr lang="en-US" altLang="zh-CN" sz="1050" kern="0" spc="-140" baseline="0" noProof="0" dirty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的运算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17" name="TextBox117"/>
          <p:cNvSpPr txBox="1"/>
          <p:nvPr/>
        </p:nvSpPr>
        <p:spPr>
          <a:xfrm>
            <a:off x="5082034" y="7231956"/>
            <a:ext cx="531835" cy="16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9950" marR="0" lvl="0" indent="-69950" eaLnBrk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000000000000000000" charset="0"/>
              <a:buChar char="-"/>
            </a:pPr>
            <a:r>
              <a:rPr lang="en-US" altLang="zh-CN" sz="900" kern="0" spc="-40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11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65" baseline="0" noProof="0" dirty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lang="en-US" altLang="zh-CN" sz="900" kern="0" spc="-190" baseline="0" noProof="0" dirty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18" name="EED43F02-9169-4C41-092A-743A722BAEAE"/>
          <p:cNvPicPr>
            <a:picLocks noChangeAspect="1"/>
          </p:cNvPicPr>
          <p:nvPr/>
        </p:nvPicPr>
        <p:blipFill>
          <a:blip r:embed="rId4" cstate="print">
            <a:extLst>
              <a:ext uri="{6D7BB3B5-B4C7-487C-D39E-ABB63F374C1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CF23A23B-8FAD-4B5C-5E02-669CFA09023E}"/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VectorPath 119"/>
          <p:cNvSpPr/>
          <p:nvPr/>
        </p:nvSpPr>
        <p:spPr>
          <a:xfrm>
            <a:off x="0" y="1"/>
            <a:ext cx="10692384" cy="7555991"/>
          </a:xfrm>
          <a:custGeom>
            <a:avLst/>
            <a:gdLst/>
            <a:ahLst/>
            <a:cxnLst/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0" name="B72FA21C-16AF-4E7A-A882-13472D45183E"/>
          <p:cNvPicPr>
            <a:picLocks noChangeAspect="1"/>
          </p:cNvPicPr>
          <p:nvPr/>
        </p:nvPicPr>
        <p:blipFill>
          <a:blip r:embed="rId2" cstate="print">
            <a:extLst>
              <a:ext uri="{04161A33-5A34-42E4-BA0B-A85762B6D1DB}"/>
            </a:extLst>
          </a:blip>
          <a:srcRect t="91" r="39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121" name="FF215871-FD04-43B2-1A32-2595A58E817A"/>
          <p:cNvPicPr>
            <a:picLocks noChangeAspect="1"/>
          </p:cNvPicPr>
          <p:nvPr/>
        </p:nvPicPr>
        <p:blipFill>
          <a:blip r:embed="rId3" cstate="print">
            <a:extLst>
              <a:ext uri="{D9E02B82-6BEA-4DF0-6E4D-07B94FBAF33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122" name="VectorPath 122"/>
          <p:cNvSpPr/>
          <p:nvPr/>
        </p:nvSpPr>
        <p:spPr>
          <a:xfrm>
            <a:off x="914400" y="304801"/>
            <a:ext cx="8867776" cy="6657975"/>
          </a:xfrm>
          <a:custGeom>
            <a:avLst/>
            <a:gdLst/>
            <a:ahLst/>
            <a:cxnLst/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23" name="VectorPath 123"/>
          <p:cNvSpPr/>
          <p:nvPr/>
        </p:nvSpPr>
        <p:spPr>
          <a:xfrm>
            <a:off x="923925" y="314326"/>
            <a:ext cx="8848726" cy="6638925"/>
          </a:xfrm>
          <a:custGeom>
            <a:avLst/>
            <a:gdLst/>
            <a:ahLst/>
            <a:cxnLst/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24" name="994397B7-FDEC-4B47-E201-3A9AF7F1652A"/>
          <p:cNvPicPr>
            <a:picLocks noChangeAspect="1"/>
          </p:cNvPicPr>
          <p:nvPr/>
        </p:nvPicPr>
        <p:blipFill>
          <a:blip r:embed="rId4" cstate="print">
            <a:extLst>
              <a:ext uri="{7B964BAA-7F00-447E-87EB-D9685A88DCE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125" name="Combination 125"/>
          <p:cNvGrpSpPr/>
          <p:nvPr/>
        </p:nvGrpSpPr>
        <p:grpSpPr>
          <a:xfrm>
            <a:off x="2000250" y="4972051"/>
            <a:ext cx="495300" cy="1114425"/>
            <a:chOff x="2000250" y="4972051"/>
            <a:chExt cx="495300" cy="1114425"/>
          </a:xfrm>
        </p:grpSpPr>
        <p:sp>
          <p:nvSpPr>
            <p:cNvPr id="126" name="VectorPath 126"/>
            <p:cNvSpPr/>
            <p:nvPr/>
          </p:nvSpPr>
          <p:spPr>
            <a:xfrm>
              <a:off x="2000250" y="4972051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127" name="VectorPath 127"/>
            <p:cNvSpPr/>
            <p:nvPr/>
          </p:nvSpPr>
          <p:spPr>
            <a:xfrm>
              <a:off x="2000250" y="5591176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128" name="TextBox128"/>
          <p:cNvSpPr txBox="1"/>
          <p:nvPr/>
        </p:nvSpPr>
        <p:spPr>
          <a:xfrm>
            <a:off x="2128540" y="4986116"/>
            <a:ext cx="240446" cy="10456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0446"/>
              </a:lnSpc>
              <a:spcAft>
                <a:spcPts val="1516"/>
              </a:spcAft>
            </a:pPr>
            <a:r>
              <a:rPr lang="en-US" altLang="zh-CN" sz="2800" kern="0" spc="-15" baseline="0" noProof="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</p:txBody>
      </p:sp>
      <p:sp>
        <p:nvSpPr>
          <p:cNvPr id="129" name="VectorPath 129"/>
          <p:cNvSpPr/>
          <p:nvPr/>
        </p:nvSpPr>
        <p:spPr>
          <a:xfrm>
            <a:off x="914400" y="7124701"/>
            <a:ext cx="8867776" cy="9525"/>
          </a:xfrm>
          <a:custGeom>
            <a:avLst/>
            <a:gdLst/>
            <a:ahLst/>
            <a:cxnLst/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30" name="TextBox130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4.2</a:t>
            </a:r>
            <a:r>
              <a:rPr lang="en-US" altLang="zh-CN" sz="1050" kern="0" spc="-140" baseline="0" noProof="0" dirty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的运算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31" name="TextBox131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9950" marR="0" lvl="0" indent="-69950" eaLnBrk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000000000000000000" charset="0"/>
              <a:buChar char="-"/>
            </a:pP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12</a:t>
            </a:r>
            <a:r>
              <a:rPr lang="en-US" altLang="zh-CN" sz="900" kern="0" spc="-1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50" baseline="0" noProof="0" dirty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lang="en-US" altLang="zh-CN" sz="900" kern="0" spc="-190" baseline="0" noProof="0" dirty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25ABCD9D-45CC-457B-99F3-F1A6050DD7EB}"/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VectorPath 132"/>
          <p:cNvSpPr/>
          <p:nvPr/>
        </p:nvSpPr>
        <p:spPr>
          <a:xfrm>
            <a:off x="0" y="1"/>
            <a:ext cx="10692384" cy="7555991"/>
          </a:xfrm>
          <a:custGeom>
            <a:avLst/>
            <a:gdLst/>
            <a:ahLst/>
            <a:cxnLst/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33" name="7E7DF60B-62F7-49CF-6893-B891C34A64AA"/>
          <p:cNvPicPr>
            <a:picLocks noChangeAspect="1"/>
          </p:cNvPicPr>
          <p:nvPr/>
        </p:nvPicPr>
        <p:blipFill>
          <a:blip r:embed="rId2" cstate="print">
            <a:extLst>
              <a:ext uri="{2565B8BD-4F61-45B3-D7BD-B701747965F8}"/>
            </a:extLst>
          </a:blip>
          <a:srcRect t="91" r="39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4" name="VectorPath 134"/>
          <p:cNvSpPr/>
          <p:nvPr/>
        </p:nvSpPr>
        <p:spPr>
          <a:xfrm>
            <a:off x="914400" y="304801"/>
            <a:ext cx="8867776" cy="6657975"/>
          </a:xfrm>
          <a:custGeom>
            <a:avLst/>
            <a:gdLst/>
            <a:ahLst/>
            <a:cxnLst/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35" name="VectorPath 135"/>
          <p:cNvSpPr/>
          <p:nvPr/>
        </p:nvSpPr>
        <p:spPr>
          <a:xfrm>
            <a:off x="923925" y="314326"/>
            <a:ext cx="8848726" cy="6638925"/>
          </a:xfrm>
          <a:custGeom>
            <a:avLst/>
            <a:gdLst/>
            <a:ahLst/>
            <a:cxnLst/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36" name="3CB8219C-518E-46EE-17C3-7FB4C4E167A8"/>
          <p:cNvPicPr>
            <a:picLocks noChangeAspect="1"/>
          </p:cNvPicPr>
          <p:nvPr/>
        </p:nvPicPr>
        <p:blipFill>
          <a:blip r:embed="rId3" cstate="print">
            <a:extLst>
              <a:ext uri="{ED269793-444F-40F7-539C-13A8DE74174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37" name="VectorPath 137"/>
          <p:cNvSpPr/>
          <p:nvPr/>
        </p:nvSpPr>
        <p:spPr>
          <a:xfrm>
            <a:off x="914400" y="7124701"/>
            <a:ext cx="8867776" cy="9525"/>
          </a:xfrm>
          <a:custGeom>
            <a:avLst/>
            <a:gdLst/>
            <a:ahLst/>
            <a:cxnLst/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38" name="TextBox138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4.2</a:t>
            </a:r>
            <a:r>
              <a:rPr lang="en-US" altLang="zh-CN" sz="1050" kern="0" spc="-140" baseline="0" noProof="0" dirty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的运算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39" name="TextBox139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9950" marR="0" lvl="0" indent="-69950" eaLnBrk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000000000000000000" charset="0"/>
              <a:buChar char="-"/>
            </a:pP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13</a:t>
            </a:r>
            <a:r>
              <a:rPr lang="en-US" altLang="zh-CN" sz="900" kern="0" spc="-1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50" baseline="0" noProof="0" dirty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lang="en-US" altLang="zh-CN" sz="900" kern="0" spc="-190" baseline="0" noProof="0" dirty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40" name="7B70C18F-A3C1-4715-8EF3-993C1B0AE6AF"/>
          <p:cNvPicPr>
            <a:picLocks noChangeAspect="1"/>
          </p:cNvPicPr>
          <p:nvPr/>
        </p:nvPicPr>
        <p:blipFill>
          <a:blip r:embed="rId4" cstate="print">
            <a:extLst>
              <a:ext uri="{A4A51D14-DF53-4188-B1EC-29144FDD903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0C514DB-A582-443C-5218-14421A0F0AAE}"/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VectorPath 141"/>
          <p:cNvSpPr/>
          <p:nvPr/>
        </p:nvSpPr>
        <p:spPr>
          <a:xfrm>
            <a:off x="0" y="1"/>
            <a:ext cx="10692384" cy="7555991"/>
          </a:xfrm>
          <a:custGeom>
            <a:avLst/>
            <a:gdLst/>
            <a:ahLst/>
            <a:cxnLst/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42" name="535141F1-19F9-4784-5C9E-04FC5FED4E79"/>
          <p:cNvPicPr>
            <a:picLocks noChangeAspect="1"/>
          </p:cNvPicPr>
          <p:nvPr/>
        </p:nvPicPr>
        <p:blipFill>
          <a:blip r:embed="rId2" cstate="print">
            <a:extLst>
              <a:ext uri="{539B1566-E906-4637-D0FA-2712000E0FDA}"/>
            </a:extLst>
          </a:blip>
          <a:srcRect t="91" r="39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43" name="VectorPath 143"/>
          <p:cNvSpPr/>
          <p:nvPr/>
        </p:nvSpPr>
        <p:spPr>
          <a:xfrm>
            <a:off x="914400" y="304801"/>
            <a:ext cx="8867776" cy="6657975"/>
          </a:xfrm>
          <a:custGeom>
            <a:avLst/>
            <a:gdLst/>
            <a:ahLst/>
            <a:cxnLst/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4" name="VectorPath 144"/>
          <p:cNvSpPr/>
          <p:nvPr/>
        </p:nvSpPr>
        <p:spPr>
          <a:xfrm>
            <a:off x="923925" y="314326"/>
            <a:ext cx="8848726" cy="6638925"/>
          </a:xfrm>
          <a:custGeom>
            <a:avLst/>
            <a:gdLst/>
            <a:ahLst/>
            <a:cxnLst/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45" name="02816F14-A9F4-452E-B27A-7C9204FB3F49"/>
          <p:cNvPicPr>
            <a:picLocks noChangeAspect="1"/>
          </p:cNvPicPr>
          <p:nvPr/>
        </p:nvPicPr>
        <p:blipFill>
          <a:blip r:embed="rId3" cstate="print">
            <a:extLst>
              <a:ext uri="{06ADF766-EFAF-4E6F-72AD-DF1F989C7E4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46" name="VectorPath 146"/>
          <p:cNvSpPr/>
          <p:nvPr/>
        </p:nvSpPr>
        <p:spPr>
          <a:xfrm>
            <a:off x="914400" y="7124701"/>
            <a:ext cx="8867776" cy="9525"/>
          </a:xfrm>
          <a:custGeom>
            <a:avLst/>
            <a:gdLst/>
            <a:ahLst/>
            <a:cxnLst/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47" name="TextBox147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4.2</a:t>
            </a:r>
            <a:r>
              <a:rPr lang="en-US" altLang="zh-CN" sz="1050" kern="0" spc="-140" baseline="0" noProof="0" dirty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的运算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48" name="TextBox14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9950" marR="0" lvl="0" indent="-69950" eaLnBrk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000000000000000000" charset="0"/>
              <a:buChar char="-"/>
            </a:pP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14</a:t>
            </a:r>
            <a:r>
              <a:rPr lang="en-US" altLang="zh-CN" sz="900" kern="0" spc="-1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50" baseline="0" noProof="0" dirty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lang="en-US" altLang="zh-CN" sz="900" kern="0" spc="-190" baseline="0" noProof="0" dirty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49" name="66E2109C-4EAC-4A1F-5559-78A6EC1CE7DD"/>
          <p:cNvPicPr>
            <a:picLocks noChangeAspect="1"/>
          </p:cNvPicPr>
          <p:nvPr/>
        </p:nvPicPr>
        <p:blipFill>
          <a:blip r:embed="rId4" cstate="print">
            <a:extLst>
              <a:ext uri="{80692CFE-6008-4838-E9FB-E68561A514E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C5955958-E4E6-4A6B-BD7F-B23CD8A14151}"/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VectorPath 150"/>
          <p:cNvSpPr/>
          <p:nvPr/>
        </p:nvSpPr>
        <p:spPr>
          <a:xfrm>
            <a:off x="0" y="1"/>
            <a:ext cx="10692384" cy="7555991"/>
          </a:xfrm>
          <a:custGeom>
            <a:avLst/>
            <a:gdLst/>
            <a:ahLst/>
            <a:cxnLst/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51" name="62A4257D-4474-4B83-E4C9-B5AF9C1504DE"/>
          <p:cNvPicPr>
            <a:picLocks noChangeAspect="1"/>
          </p:cNvPicPr>
          <p:nvPr/>
        </p:nvPicPr>
        <p:blipFill>
          <a:blip r:embed="rId2" cstate="print">
            <a:extLst>
              <a:ext uri="{7D998684-2E25-407F-C9A1-A26CF9D56F6D}"/>
            </a:extLst>
          </a:blip>
          <a:srcRect t="91" r="39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52" name="VectorPath 152"/>
          <p:cNvSpPr/>
          <p:nvPr/>
        </p:nvSpPr>
        <p:spPr>
          <a:xfrm>
            <a:off x="914400" y="304801"/>
            <a:ext cx="8867776" cy="6657975"/>
          </a:xfrm>
          <a:custGeom>
            <a:avLst/>
            <a:gdLst/>
            <a:ahLst/>
            <a:cxnLst/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53" name="VectorPath 153"/>
          <p:cNvSpPr/>
          <p:nvPr/>
        </p:nvSpPr>
        <p:spPr>
          <a:xfrm>
            <a:off x="923925" y="314326"/>
            <a:ext cx="8848726" cy="6638925"/>
          </a:xfrm>
          <a:custGeom>
            <a:avLst/>
            <a:gdLst/>
            <a:ahLst/>
            <a:cxnLst/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4" name="4CDE3C8A-B970-4D20-33F1-4631E96DF76C"/>
          <p:cNvPicPr>
            <a:picLocks noChangeAspect="1"/>
          </p:cNvPicPr>
          <p:nvPr/>
        </p:nvPicPr>
        <p:blipFill>
          <a:blip r:embed="rId3" cstate="print">
            <a:extLst>
              <a:ext uri="{638CEA40-9F91-4F18-86F6-A7C9127F559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55" name="VectorPath 155"/>
          <p:cNvSpPr/>
          <p:nvPr/>
        </p:nvSpPr>
        <p:spPr>
          <a:xfrm>
            <a:off x="914400" y="7124701"/>
            <a:ext cx="8867776" cy="9525"/>
          </a:xfrm>
          <a:custGeom>
            <a:avLst/>
            <a:gdLst/>
            <a:ahLst/>
            <a:cxnLst/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56" name="TextBox156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4.2</a:t>
            </a:r>
            <a:r>
              <a:rPr lang="en-US" altLang="zh-CN" sz="1050" kern="0" spc="-140" baseline="0" noProof="0" dirty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的运算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57" name="TextBox15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9950" marR="0" lvl="0" indent="-69950" eaLnBrk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000000000000000000" charset="0"/>
              <a:buChar char="-"/>
            </a:pP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1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50" baseline="0" noProof="0" dirty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lang="en-US" altLang="zh-CN" sz="900" kern="0" spc="-190" baseline="0" noProof="0" dirty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58" name="580FF04A-F6E2-4D53-B4F7-D742F7A0BD55"/>
          <p:cNvPicPr>
            <a:picLocks noChangeAspect="1"/>
          </p:cNvPicPr>
          <p:nvPr/>
        </p:nvPicPr>
        <p:blipFill>
          <a:blip r:embed="rId4" cstate="print">
            <a:extLst>
              <a:ext uri="{D3D273F9-79A7-47B4-2F15-2D025D80BD3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4D6CB1D-7AFC-4D9E-5FAC-535E792C15F3}"/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VectorPath 159"/>
          <p:cNvSpPr/>
          <p:nvPr/>
        </p:nvSpPr>
        <p:spPr>
          <a:xfrm>
            <a:off x="0" y="1"/>
            <a:ext cx="10692384" cy="7555991"/>
          </a:xfrm>
          <a:custGeom>
            <a:avLst/>
            <a:gdLst/>
            <a:ahLst/>
            <a:cxnLst/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60" name="F311182F-4D55-4188-6755-65342C833A07"/>
          <p:cNvPicPr>
            <a:picLocks noChangeAspect="1"/>
          </p:cNvPicPr>
          <p:nvPr/>
        </p:nvPicPr>
        <p:blipFill>
          <a:blip r:embed="rId2" cstate="print">
            <a:extLst>
              <a:ext uri="{E1106675-E7A1-4575-E15B-D94B6AC0A84A}"/>
            </a:extLst>
          </a:blip>
          <a:srcRect t="91" r="39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61" name="VectorPath 161"/>
          <p:cNvSpPr/>
          <p:nvPr/>
        </p:nvSpPr>
        <p:spPr>
          <a:xfrm>
            <a:off x="914400" y="304801"/>
            <a:ext cx="8867776" cy="6657975"/>
          </a:xfrm>
          <a:custGeom>
            <a:avLst/>
            <a:gdLst/>
            <a:ahLst/>
            <a:cxnLst/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62" name="VectorPath 162"/>
          <p:cNvSpPr/>
          <p:nvPr/>
        </p:nvSpPr>
        <p:spPr>
          <a:xfrm>
            <a:off x="923925" y="314326"/>
            <a:ext cx="8848726" cy="6638925"/>
          </a:xfrm>
          <a:custGeom>
            <a:avLst/>
            <a:gdLst/>
            <a:ahLst/>
            <a:cxnLst/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63" name="F2F46F43-DFE6-4668-F0C9-48E2215922AD"/>
          <p:cNvPicPr>
            <a:picLocks noChangeAspect="1"/>
          </p:cNvPicPr>
          <p:nvPr/>
        </p:nvPicPr>
        <p:blipFill>
          <a:blip r:embed="rId3" cstate="print">
            <a:extLst>
              <a:ext uri="{7129A43D-3194-4FA4-4B97-53EAED966FB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4" name="VectorPath 164"/>
          <p:cNvSpPr/>
          <p:nvPr/>
        </p:nvSpPr>
        <p:spPr>
          <a:xfrm>
            <a:off x="914400" y="7124701"/>
            <a:ext cx="8867776" cy="9525"/>
          </a:xfrm>
          <a:custGeom>
            <a:avLst/>
            <a:gdLst/>
            <a:ahLst/>
            <a:cxnLst/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65" name="TextBox165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4.2</a:t>
            </a:r>
            <a:r>
              <a:rPr lang="en-US" altLang="zh-CN" sz="1050" kern="0" spc="-140" baseline="0" noProof="0" dirty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的运算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66" name="TextBox166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9950" marR="0" lvl="0" indent="-69950" eaLnBrk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000000000000000000" charset="0"/>
              <a:buChar char="-"/>
            </a:pP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16</a:t>
            </a:r>
            <a:r>
              <a:rPr lang="en-US" altLang="zh-CN" sz="900" kern="0" spc="-1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50" baseline="0" noProof="0" dirty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lang="en-US" altLang="zh-CN" sz="900" kern="0" spc="-190" baseline="0" noProof="0" dirty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67" name="0AEA67C6-F83D-4C43-0250-BCCA6A431E6F"/>
          <p:cNvPicPr>
            <a:picLocks noChangeAspect="1"/>
          </p:cNvPicPr>
          <p:nvPr/>
        </p:nvPicPr>
        <p:blipFill>
          <a:blip r:embed="rId4" cstate="print">
            <a:extLst>
              <a:ext uri="{0D765FD6-38EB-46FA-8AE5-719B8C68540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C46A826-E168-4248-825F-1D12C70FAE3B}"/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VectorPath 168"/>
          <p:cNvSpPr/>
          <p:nvPr/>
        </p:nvSpPr>
        <p:spPr>
          <a:xfrm>
            <a:off x="0" y="1"/>
            <a:ext cx="10692384" cy="7555991"/>
          </a:xfrm>
          <a:custGeom>
            <a:avLst/>
            <a:gdLst/>
            <a:ahLst/>
            <a:cxnLst/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69" name="4BC0C4DC-DB32-4565-95C1-0F9B78A18878"/>
          <p:cNvPicPr>
            <a:picLocks noChangeAspect="1"/>
          </p:cNvPicPr>
          <p:nvPr/>
        </p:nvPicPr>
        <p:blipFill>
          <a:blip r:embed="rId2" cstate="print">
            <a:extLst>
              <a:ext uri="{6E66BD2E-52F1-42D7-0E92-1637FF4C366E}"/>
            </a:extLst>
          </a:blip>
          <a:srcRect t="91" r="39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70" name="VectorPath 170"/>
          <p:cNvSpPr/>
          <p:nvPr/>
        </p:nvSpPr>
        <p:spPr>
          <a:xfrm>
            <a:off x="914400" y="304801"/>
            <a:ext cx="8867776" cy="6657975"/>
          </a:xfrm>
          <a:custGeom>
            <a:avLst/>
            <a:gdLst/>
            <a:ahLst/>
            <a:cxnLst/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71" name="VectorPath 171"/>
          <p:cNvSpPr/>
          <p:nvPr/>
        </p:nvSpPr>
        <p:spPr>
          <a:xfrm>
            <a:off x="923925" y="314326"/>
            <a:ext cx="8848726" cy="6638925"/>
          </a:xfrm>
          <a:custGeom>
            <a:avLst/>
            <a:gdLst/>
            <a:ahLst/>
            <a:cxnLst/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72" name="A645E5A1-F60A-4E53-9139-8669161B9B31"/>
          <p:cNvPicPr>
            <a:picLocks noChangeAspect="1"/>
          </p:cNvPicPr>
          <p:nvPr/>
        </p:nvPicPr>
        <p:blipFill>
          <a:blip r:embed="rId3" cstate="print">
            <a:extLst>
              <a:ext uri="{6F45D529-AC56-4309-7B75-6D22C734549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73" name="VectorPath 173"/>
          <p:cNvSpPr/>
          <p:nvPr/>
        </p:nvSpPr>
        <p:spPr>
          <a:xfrm>
            <a:off x="914400" y="7124701"/>
            <a:ext cx="8867776" cy="9525"/>
          </a:xfrm>
          <a:custGeom>
            <a:avLst/>
            <a:gdLst/>
            <a:ahLst/>
            <a:cxnLst/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4" name="TextBox174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4.2</a:t>
            </a:r>
            <a:r>
              <a:rPr lang="en-US" altLang="zh-CN" sz="1050" kern="0" spc="-140" baseline="0" noProof="0" dirty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的运算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75" name="TextBox175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9950" marR="0" lvl="0" indent="-69950" eaLnBrk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000000000000000000" charset="0"/>
              <a:buChar char="-"/>
            </a:pP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17</a:t>
            </a:r>
            <a:r>
              <a:rPr lang="en-US" altLang="zh-CN" sz="900" kern="0" spc="-1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50" baseline="0" noProof="0" dirty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lang="en-US" altLang="zh-CN" sz="900" kern="0" spc="-190" baseline="0" noProof="0" dirty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76" name="DDBA4F27-2F69-48C7-EB9B-DFC2D947D0DC"/>
          <p:cNvPicPr>
            <a:picLocks noChangeAspect="1"/>
          </p:cNvPicPr>
          <p:nvPr/>
        </p:nvPicPr>
        <p:blipFill>
          <a:blip r:embed="rId4" cstate="print">
            <a:extLst>
              <a:ext uri="{3EC64004-32B6-4456-10D3-E0A6097D8A3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4BC096A-1F55-48E8-D42C-332CEDF30D75}"/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VectorPath 177"/>
          <p:cNvSpPr/>
          <p:nvPr/>
        </p:nvSpPr>
        <p:spPr>
          <a:xfrm>
            <a:off x="0" y="1"/>
            <a:ext cx="10692384" cy="7555991"/>
          </a:xfrm>
          <a:custGeom>
            <a:avLst/>
            <a:gdLst/>
            <a:ahLst/>
            <a:cxnLst/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78" name="DA66E3AC-D894-47CA-6DDD-9AE305EEE3F5"/>
          <p:cNvPicPr>
            <a:picLocks noChangeAspect="1"/>
          </p:cNvPicPr>
          <p:nvPr/>
        </p:nvPicPr>
        <p:blipFill>
          <a:blip r:embed="rId2" cstate="print">
            <a:extLst>
              <a:ext uri="{34D328A3-421C-453D-AC15-B8881C22F155}"/>
            </a:extLst>
          </a:blip>
          <a:srcRect t="91" r="39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79" name="VectorPath 179"/>
          <p:cNvSpPr/>
          <p:nvPr/>
        </p:nvSpPr>
        <p:spPr>
          <a:xfrm>
            <a:off x="914400" y="304801"/>
            <a:ext cx="8867776" cy="6657975"/>
          </a:xfrm>
          <a:custGeom>
            <a:avLst/>
            <a:gdLst/>
            <a:ahLst/>
            <a:cxnLst/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80" name="VectorPath 180"/>
          <p:cNvSpPr/>
          <p:nvPr/>
        </p:nvSpPr>
        <p:spPr>
          <a:xfrm>
            <a:off x="923925" y="314326"/>
            <a:ext cx="8848726" cy="6638925"/>
          </a:xfrm>
          <a:custGeom>
            <a:avLst/>
            <a:gdLst/>
            <a:ahLst/>
            <a:cxnLst/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81" name="992046FA-AB60-41B8-2DFC-E960B542A9E9"/>
          <p:cNvPicPr>
            <a:picLocks noChangeAspect="1"/>
          </p:cNvPicPr>
          <p:nvPr/>
        </p:nvPicPr>
        <p:blipFill>
          <a:blip r:embed="rId3" cstate="print">
            <a:extLst>
              <a:ext uri="{D00989EC-4B17-4697-42C3-C6CF9C95EC5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82" name="VectorPath 182"/>
          <p:cNvSpPr/>
          <p:nvPr/>
        </p:nvSpPr>
        <p:spPr>
          <a:xfrm>
            <a:off x="914400" y="7124701"/>
            <a:ext cx="8867776" cy="9525"/>
          </a:xfrm>
          <a:custGeom>
            <a:avLst/>
            <a:gdLst/>
            <a:ahLst/>
            <a:cxnLst/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83" name="TextBox183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4.2</a:t>
            </a:r>
            <a:r>
              <a:rPr lang="en-US" altLang="zh-CN" sz="1050" kern="0" spc="-140" baseline="0" noProof="0" dirty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的运算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4" name="TextBox184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9950" marR="0" lvl="0" indent="-69950" eaLnBrk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000000000000000000" charset="0"/>
              <a:buChar char="-"/>
            </a:pP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18</a:t>
            </a:r>
            <a:r>
              <a:rPr lang="en-US" altLang="zh-CN" sz="900" kern="0" spc="-1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50" baseline="0" noProof="0" dirty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lang="en-US" altLang="zh-CN" sz="900" kern="0" spc="-190" baseline="0" noProof="0" dirty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85" name="4FBAC57E-938F-4F87-04CB-1C4C75773E76"/>
          <p:cNvPicPr>
            <a:picLocks noChangeAspect="1"/>
          </p:cNvPicPr>
          <p:nvPr/>
        </p:nvPicPr>
        <p:blipFill>
          <a:blip r:embed="rId4" cstate="print">
            <a:extLst>
              <a:ext uri="{889022A5-0099-4A60-C3C7-60AF3829E34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B59BDB37-FC4E-40D9-49AB-42BD490E8A1E}"/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VectorPath 186"/>
          <p:cNvSpPr/>
          <p:nvPr/>
        </p:nvSpPr>
        <p:spPr>
          <a:xfrm>
            <a:off x="0" y="1"/>
            <a:ext cx="10692384" cy="7555991"/>
          </a:xfrm>
          <a:custGeom>
            <a:avLst/>
            <a:gdLst/>
            <a:ahLst/>
            <a:cxnLst/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87" name="15220BE0-5695-4C14-CC88-0922053F90B2"/>
          <p:cNvPicPr>
            <a:picLocks noChangeAspect="1"/>
          </p:cNvPicPr>
          <p:nvPr/>
        </p:nvPicPr>
        <p:blipFill>
          <a:blip r:embed="rId2" cstate="print">
            <a:extLst>
              <a:ext uri="{F2370CBB-6195-4965-D5DD-3585816F5ED3}"/>
            </a:extLst>
          </a:blip>
          <a:srcRect t="91" r="39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88" name="VectorPath 188"/>
          <p:cNvSpPr/>
          <p:nvPr/>
        </p:nvSpPr>
        <p:spPr>
          <a:xfrm>
            <a:off x="914400" y="304801"/>
            <a:ext cx="8867776" cy="6657975"/>
          </a:xfrm>
          <a:custGeom>
            <a:avLst/>
            <a:gdLst/>
            <a:ahLst/>
            <a:cxnLst/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89" name="VectorPath 189"/>
          <p:cNvSpPr/>
          <p:nvPr/>
        </p:nvSpPr>
        <p:spPr>
          <a:xfrm>
            <a:off x="923925" y="314326"/>
            <a:ext cx="8848726" cy="6638925"/>
          </a:xfrm>
          <a:custGeom>
            <a:avLst/>
            <a:gdLst/>
            <a:ahLst/>
            <a:cxnLst/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90" name="62084ECC-F62E-48B8-5D39-263394F314AB"/>
          <p:cNvPicPr>
            <a:picLocks noChangeAspect="1"/>
          </p:cNvPicPr>
          <p:nvPr/>
        </p:nvPicPr>
        <p:blipFill>
          <a:blip r:embed="rId3" cstate="print">
            <a:extLst>
              <a:ext uri="{5A4D795B-9B2F-4975-9033-B3F96EEEFE4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91" name="VectorPath 191"/>
          <p:cNvSpPr/>
          <p:nvPr/>
        </p:nvSpPr>
        <p:spPr>
          <a:xfrm>
            <a:off x="914400" y="7124701"/>
            <a:ext cx="8867776" cy="9525"/>
          </a:xfrm>
          <a:custGeom>
            <a:avLst/>
            <a:gdLst/>
            <a:ahLst/>
            <a:cxnLst/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92" name="TextBox192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4.2</a:t>
            </a:r>
            <a:r>
              <a:rPr lang="en-US" altLang="zh-CN" sz="1050" kern="0" spc="-140" baseline="0" noProof="0" dirty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的运算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93" name="TextBox19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9950" marR="0" lvl="0" indent="-69950" eaLnBrk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000000000000000000" charset="0"/>
              <a:buChar char="-"/>
            </a:pP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1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50" baseline="0" noProof="0" dirty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lang="en-US" altLang="zh-CN" sz="900" kern="0" spc="-190" baseline="0" noProof="0" dirty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4" name="7ED2C88C-BE1C-4810-3BC3-32B7D66D4F69"/>
          <p:cNvPicPr>
            <a:picLocks noChangeAspect="1"/>
          </p:cNvPicPr>
          <p:nvPr/>
        </p:nvPicPr>
        <p:blipFill>
          <a:blip r:embed="rId4" cstate="print">
            <a:extLst>
              <a:ext uri="{6EEB8EDA-3BB5-4116-0BC2-C7C42774463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E045D75-5CF2-4F1B-F83C-C15641FEE82E}"/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VectorPath 195"/>
          <p:cNvSpPr/>
          <p:nvPr/>
        </p:nvSpPr>
        <p:spPr>
          <a:xfrm>
            <a:off x="0" y="1"/>
            <a:ext cx="10692384" cy="7555991"/>
          </a:xfrm>
          <a:custGeom>
            <a:avLst/>
            <a:gdLst/>
            <a:ahLst/>
            <a:cxnLst/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96" name="0F856784-1441-4947-C707-CF582CF906C6"/>
          <p:cNvPicPr>
            <a:picLocks noChangeAspect="1"/>
          </p:cNvPicPr>
          <p:nvPr/>
        </p:nvPicPr>
        <p:blipFill>
          <a:blip r:embed="rId2" cstate="print">
            <a:extLst>
              <a:ext uri="{13E3F141-E587-4213-DD2B-FA1016289DCF}"/>
            </a:extLst>
          </a:blip>
          <a:srcRect t="91" r="39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97" name="VectorPath 197"/>
          <p:cNvSpPr/>
          <p:nvPr/>
        </p:nvSpPr>
        <p:spPr>
          <a:xfrm>
            <a:off x="914400" y="304801"/>
            <a:ext cx="8867776" cy="6657975"/>
          </a:xfrm>
          <a:custGeom>
            <a:avLst/>
            <a:gdLst/>
            <a:ahLst/>
            <a:cxnLst/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98" name="VectorPath 198"/>
          <p:cNvSpPr/>
          <p:nvPr/>
        </p:nvSpPr>
        <p:spPr>
          <a:xfrm>
            <a:off x="923925" y="314326"/>
            <a:ext cx="8848726" cy="6638925"/>
          </a:xfrm>
          <a:custGeom>
            <a:avLst/>
            <a:gdLst/>
            <a:ahLst/>
            <a:cxnLst/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99" name="13D81F49-8D27-493F-BAC1-97A96A29CB89"/>
          <p:cNvPicPr>
            <a:picLocks noChangeAspect="1"/>
          </p:cNvPicPr>
          <p:nvPr/>
        </p:nvPicPr>
        <p:blipFill>
          <a:blip r:embed="rId3" cstate="print">
            <a:extLst>
              <a:ext uri="{618139D8-9F78-409F-BA52-75A7A986168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00" name="VectorPath 200"/>
          <p:cNvSpPr/>
          <p:nvPr/>
        </p:nvSpPr>
        <p:spPr>
          <a:xfrm>
            <a:off x="914400" y="7124701"/>
            <a:ext cx="8867776" cy="9525"/>
          </a:xfrm>
          <a:custGeom>
            <a:avLst/>
            <a:gdLst/>
            <a:ahLst/>
            <a:cxnLst/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01" name="TextBox201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4.2</a:t>
            </a:r>
            <a:r>
              <a:rPr lang="en-US" altLang="zh-CN" sz="1050" kern="0" spc="-140" baseline="0" noProof="0" dirty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的运算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02" name="TextBox202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9950" marR="0" lvl="0" indent="-69950" eaLnBrk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000000000000000000" charset="0"/>
              <a:buChar char="-"/>
            </a:pP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20</a:t>
            </a:r>
            <a:r>
              <a:rPr lang="en-US" altLang="zh-CN" sz="900" kern="0" spc="-1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50" baseline="0" noProof="0" dirty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lang="en-US" altLang="zh-CN" sz="900" kern="0" spc="-190" baseline="0" noProof="0" dirty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03" name="BAEE99A8-301D-42FD-97B2-1EB9E89398D2"/>
          <p:cNvPicPr>
            <a:picLocks noChangeAspect="1"/>
          </p:cNvPicPr>
          <p:nvPr/>
        </p:nvPicPr>
        <p:blipFill>
          <a:blip r:embed="rId4" cstate="print">
            <a:extLst>
              <a:ext uri="{40724A6C-5BAB-4AF5-7A48-7FF155B6781E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AAAA5F74-0DD4-4DE5-244F-3DD2862024CA}"/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VectorPath 204"/>
          <p:cNvSpPr/>
          <p:nvPr/>
        </p:nvSpPr>
        <p:spPr>
          <a:xfrm>
            <a:off x="0" y="1"/>
            <a:ext cx="10692384" cy="7555991"/>
          </a:xfrm>
          <a:custGeom>
            <a:avLst/>
            <a:gdLst/>
            <a:ahLst/>
            <a:cxnLst/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05" name="136C99F4-3D20-426F-226F-FF864E79234D"/>
          <p:cNvPicPr>
            <a:picLocks noChangeAspect="1"/>
          </p:cNvPicPr>
          <p:nvPr/>
        </p:nvPicPr>
        <p:blipFill>
          <a:blip r:embed="rId2" cstate="print">
            <a:extLst>
              <a:ext uri="{46F79EB9-6C2E-4068-DBBC-F3D4E6A39DD0}"/>
            </a:extLst>
          </a:blip>
          <a:srcRect t="91" r="39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06" name="VectorPath 206"/>
          <p:cNvSpPr/>
          <p:nvPr/>
        </p:nvSpPr>
        <p:spPr>
          <a:xfrm>
            <a:off x="914400" y="304801"/>
            <a:ext cx="8867776" cy="6657975"/>
          </a:xfrm>
          <a:custGeom>
            <a:avLst/>
            <a:gdLst/>
            <a:ahLst/>
            <a:cxnLst/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07" name="VectorPath 207"/>
          <p:cNvSpPr/>
          <p:nvPr/>
        </p:nvSpPr>
        <p:spPr>
          <a:xfrm>
            <a:off x="923925" y="314326"/>
            <a:ext cx="8848726" cy="6638925"/>
          </a:xfrm>
          <a:custGeom>
            <a:avLst/>
            <a:gdLst/>
            <a:ahLst/>
            <a:cxnLst/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08" name="9013BBF8-D550-4F6C-E88D-4C140396070C"/>
          <p:cNvPicPr>
            <a:picLocks noChangeAspect="1"/>
          </p:cNvPicPr>
          <p:nvPr/>
        </p:nvPicPr>
        <p:blipFill>
          <a:blip r:embed="rId3" cstate="print">
            <a:extLst>
              <a:ext uri="{97B825A6-4DF3-4F72-6C9E-B8E77C781F2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09" name="VectorPath 209"/>
          <p:cNvSpPr/>
          <p:nvPr/>
        </p:nvSpPr>
        <p:spPr>
          <a:xfrm>
            <a:off x="914400" y="7124701"/>
            <a:ext cx="8867776" cy="9525"/>
          </a:xfrm>
          <a:custGeom>
            <a:avLst/>
            <a:gdLst/>
            <a:ahLst/>
            <a:cxnLst/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10" name="TextBox210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4.2</a:t>
            </a:r>
            <a:r>
              <a:rPr lang="en-US" altLang="zh-CN" sz="1050" kern="0" spc="-140" baseline="0" noProof="0" dirty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的运算</a:t>
            </a:r>
            <a:r>
              <a:rPr lang="en-US" altLang="zh-CN" sz="1050" kern="0" spc="-140" baseline="0" noProof="0" dirty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11" name="TextBox211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69950" marR="0" lvl="0" indent="-69950" eaLnBrk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000000000000000000" charset="0"/>
              <a:buChar char="-"/>
            </a:pP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1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50" baseline="0" noProof="0" dirty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lang="en-US" altLang="zh-CN" sz="900" kern="0" spc="-190" baseline="0" noProof="0" dirty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12" name="8325DCE1-BB5E-48F8-F5AA-5A1B136D6489"/>
          <p:cNvPicPr>
            <a:picLocks noChangeAspect="1"/>
          </p:cNvPicPr>
          <p:nvPr/>
        </p:nvPicPr>
        <p:blipFill>
          <a:blip r:embed="rId4" cstate="print">
            <a:extLst>
              <a:ext uri="{EC77F542-777D-4A96-4CA0-697D41A2A82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457CFB1-577E-44E1-2282-E96913C6A2CF}"/>
    </p:extLst>
  </p:cSld>
  <p:clrMapOvr>
    <a:masterClrMapping/>
  </p:clrMapOvr>
</p:sld>
</file>

<file path=ppt/theme/theme1.xml><?xml version="1.0" encoding="utf-8"?>
<a:theme xmlns:a="http://schemas.openxmlformats.org/drawingml/2006/main" name="4F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24E90DAE-A726-4AB9-FD5B-E1FAE06100C7}"/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Office PowerPoint</Application>
  <PresentationFormat>自定义</PresentationFormat>
  <Paragraphs>56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Meiryo</vt:lpstr>
      <vt:lpstr>SimHei</vt:lpstr>
      <vt:lpstr>Arial</vt:lpstr>
      <vt:lpstr>Calibri</vt:lpstr>
      <vt:lpstr>Calibri Light</vt:lpstr>
      <vt:lpstr>4Fffice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Sonder Utopia</cp:lastModifiedBy>
  <cp:revision>1</cp:revision>
  <dcterms:modified xsi:type="dcterms:W3CDTF">2025-01-05T11:02:31Z</dcterms:modified>
</cp:coreProperties>
</file>