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88.png" ContentType="image/png"/>
  <Override PartName="/ppt/media/image45.png" ContentType="image/png"/>
  <Override PartName="/ppt/media/image47.png" ContentType="image/png"/>
  <Override PartName="/ppt/media/image49.png" ContentType="image/png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media/image91.png" ContentType="image/png"/>
  <Override PartName="/ppt/slides/slide24.xml" ContentType="application/vnd.openxmlformats-officedocument.presentationml.slide+xml"/>
  <Override PartName="/ppt/media/image93.png" ContentType="image/png"/>
  <Override PartName="/ppt/slides/slide26.xml" ContentType="application/vnd.openxmlformats-officedocument.presentationml.slide+xml"/>
  <Override PartName="/ppt/media/image50.png" ContentType="image/png"/>
  <Override PartName="/ppt/media/image95.png" ContentType="image/png"/>
  <Override PartName="/ppt/slides/slide28.xml" ContentType="application/vnd.openxmlformats-officedocument.presentationml.slide+xml"/>
  <Override PartName="/ppt/media/image52.png" ContentType="image/png"/>
  <Override PartName="/ppt/media/image97.png" ContentType="image/png"/>
  <Override PartName="/ppt/media/image54.png" ContentType="image/png"/>
  <Override PartName="/ppt/media/image99.png" ContentType="image/png"/>
  <Override PartName="/ppt/media/image11.png" ContentType="image/png"/>
  <Override PartName="/ppt/media/image56.png" ContentType="image/png"/>
  <Override PartName="/ppt/media/image13.png" ContentType="image/png"/>
  <Override PartName="/ppt/media/image58.png" ContentType="image/png"/>
  <Override PartName="/ppt/media/image15.png" ContentType="image/png"/>
  <Override PartName="/ppt/media/image101.png" ContentType="image/png"/>
  <Override PartName="/ppt/media/image17.png" ContentType="image/png"/>
  <Override PartName="/ppt/media/image103.png" ContentType="image/png"/>
  <Override PartName="/ppt/media/image19.png" ContentType="image/png"/>
  <Override PartName="/ppt/media/image105.png" ContentType="image/png"/>
  <Override PartName="/ppt/media/image107.png" ContentType="image/png"/>
  <Override PartName="/ppt/presentation.xml" ContentType="application/vnd.openxmlformats-officedocument.presentationml.presentation.main+xml"/>
  <Override PartName="/ppt/media/image109.png" ContentType="image/png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media/image61.png" ContentType="image/png"/>
  <Override PartName="/ppt/media/image63.png" ContentType="image/png"/>
  <Override PartName="/ppt/media/image20.png" ContentType="image/png"/>
  <Override PartName="/ppt/media/image65.png" ContentType="image/png"/>
  <Override PartName="/ppt/media/image22.png" ContentType="image/png"/>
  <Override PartName="/ppt/media/image67.png" ContentType="image/png"/>
  <Override PartName="/ppt/media/image24.png" ContentType="image/png"/>
  <Override PartName="/ppt/media/image69.png" ContentType="image/png"/>
  <Override PartName="/ppt/media/image110.png" ContentType="image/png"/>
  <Override PartName="/ppt/media/image26.png" ContentType="image/png"/>
  <Override PartName="/ppt/media/image112.png" ContentType="image/png"/>
  <Override PartName="/ppt/media/image28.png" ContentType="image/png"/>
  <Override PartName="/ppt/media/image114.png" ContentType="image/png"/>
  <Override PartName="/ppt/media/image116.png" ContentType="image/png"/>
  <Override PartName="/ppt/media/image118.png" ContentType="image/png"/>
  <Override PartName="/ppt/tableStyles.xml" ContentType="application/vnd.openxmlformats-officedocument.presentationml.tableStyles+xml"/>
  <Override PartName="/ppt/media/image70.png" ContentType="image/png"/>
  <Override PartName="/ppt/media/image72.png" ContentType="image/png"/>
  <Override PartName="/ppt/media/image74.png" ContentType="image/png"/>
  <Override PartName="/ppt/media/image31.png" ContentType="image/png"/>
  <Override PartName="/ppt/media/image76.png" ContentType="image/png"/>
  <Override PartName="/ppt/media/image33.png" ContentType="image/png"/>
  <Override PartName="/ppt/media/image78.png" ContentType="image/png"/>
  <Override PartName="/ppt/media/image35.png" ContentType="image/png"/>
  <Override PartName="/ppt/media/image37.png" ContentType="image/png"/>
  <Override PartName="/ppt/media/image1.png" ContentType="image/png"/>
  <Override PartName="/ppt/media/image39.png" ContentType="image/png"/>
  <Override PartName="/ppt/media/image3.png" ContentType="image/png"/>
  <Override PartName="/ppt/media/image5.png" ContentType="image/png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media/image7.png" ContentType="image/pn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media/image9.png" ContentType="image/png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media/image81.png" ContentType="image/png"/>
  <Override PartName="/ppt/media/image83.png" ContentType="image/png"/>
  <Override PartName="/ppt/slides/slide16.xml" ContentType="application/vnd.openxmlformats-officedocument.presentationml.slide+xml"/>
  <Override PartName="/ppt/media/image40.png" ContentType="image/png"/>
  <Override PartName="/ppt/media/image85.png" ContentType="image/png"/>
  <Override PartName="/ppt/slides/slide18.xml" ContentType="application/vnd.openxmlformats-officedocument.presentationml.slide+xml"/>
  <Override PartName="/ppt/media/image42.png" ContentType="image/png"/>
  <Override PartName="/ppt/media/image87.png" ContentType="image/png"/>
  <Override PartName="/ppt/media/image44.png" ContentType="image/png"/>
  <Override PartName="/ppt/media/image89.png" ContentType="image/png"/>
  <Override PartName="/ppt/media/image46.png" ContentType="image/png"/>
  <Override PartName="/ppt/media/image48.png" ContentType="image/png"/>
  <Override PartName="/ppt/slides/slide21.xml" ContentType="application/vnd.openxmlformats-officedocument.presentationml.slide+xml"/>
  <Override PartName="/ppt/media/image90.png" ContentType="image/png"/>
  <Override PartName="/ppt/slides/slide23.xml" ContentType="application/vnd.openxmlformats-officedocument.presentationml.slide+xml"/>
  <Override PartName="/ppt/media/image92.png" ContentType="image/png"/>
  <Override PartName="/ppt/slides/slide25.xml" ContentType="application/vnd.openxmlformats-officedocument.presentationml.slide+xml"/>
  <Override PartName="/ppt/media/image94.png" ContentType="image/png"/>
  <Override PartName="/ppt/slides/slide27.xml" ContentType="application/vnd.openxmlformats-officedocument.presentationml.slide+xml"/>
  <Override PartName="/ppt/media/image51.png" ContentType="image/png"/>
  <Override PartName="/ppt/media/image96.png" ContentType="image/png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media/image53.png" ContentType="image/png"/>
  <Override PartName="/ppt/media/image98.png" ContentType="image/png"/>
  <Override PartName="/ppt/media/image10.png" ContentType="image/png"/>
  <Override PartName="/ppt/theme/theme1.xml" ContentType="application/vnd.openxmlformats-officedocument.theme+xml"/>
  <Override PartName="/ppt/media/image55.png" ContentType="image/png"/>
  <Override PartName="/ppt/media/image12.png" ContentType="image/png"/>
  <Override PartName="/ppt/media/image57.png" ContentType="image/png"/>
  <Override PartName="/ppt/media/image14.png" ContentType="image/png"/>
  <Override PartName="/ppt/media/image59.png" ContentType="image/png"/>
  <Override PartName="/ppt/media/image100.png" ContentType="image/png"/>
  <Override PartName="/ppt/media/image16.png" ContentType="image/png"/>
  <Override PartName="/ppt/media/image102.png" ContentType="image/png"/>
  <Override PartName="/ppt/media/image18.png" ContentType="image/png"/>
  <Override PartName="/ppt/media/image104.png" ContentType="image/png"/>
  <Override PartName="/ppt/media/image106.png" ContentType="image/png"/>
  <Override PartName="/ppt/media/image108.png" ContentType="image/png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media/image60.png" ContentType="image/png"/>
  <Override PartName="/ppt/slides/slide38.xml" ContentType="application/vnd.openxmlformats-officedocument.presentationml.slide+xml"/>
  <Override PartName="/ppt/media/image62.png" ContentType="image/png"/>
  <Override PartName="/ppt/media/image64.png" ContentType="image/png"/>
  <Override PartName="/ppt/media/image21.png" ContentType="image/png"/>
  <Override PartName="/ppt/media/image66.png" ContentType="image/png"/>
  <Override PartName="/ppt/media/image23.png" ContentType="image/png"/>
  <Override PartName="/ppt/media/image68.png" ContentType="image/png"/>
  <Override PartName="/ppt/media/image25.png" ContentType="image/png"/>
  <Override PartName="/ppt/media/image111.png" ContentType="image/png"/>
  <Override PartName="/ppt/media/image27.png" ContentType="image/png"/>
  <Override PartName="/ppt/media/image113.png" ContentType="image/png"/>
  <Override PartName="/ppt/media/image29.png" ContentType="image/png"/>
  <Override PartName="/ppt/media/image115.png" ContentType="image/png"/>
  <Override PartName="/ppt/viewProps.xml" ContentType="application/vnd.openxmlformats-officedocument.presentationml.viewProps+xml"/>
  <Override PartName="/ppt/media/image117.png" ContentType="image/png"/>
  <Override PartName="/ppt/media/image119.png" ContentType="image/png"/>
  <Override PartName="/ppt/media/image71.png" ContentType="image/png"/>
  <Override PartName="/ppt/media/image73.png" ContentType="image/png"/>
  <Override PartName="/ppt/media/image30.png" ContentType="image/png"/>
  <Override PartName="/ppt/media/image75.png" ContentType="image/png"/>
  <Override PartName="/ppt/media/image32.png" ContentType="image/png"/>
  <Override PartName="/ppt/media/image77.png" ContentType="image/png"/>
  <Override PartName="/ppt/media/image34.png" ContentType="image/png"/>
  <Override PartName="/ppt/media/image79.png" ContentType="image/png"/>
  <Override PartName="/ppt/media/image120.png" ContentType="image/png"/>
  <Override PartName="/ppt/media/image36.png" ContentType="image/png"/>
  <Override PartName="/ppt/media/image0.png" ContentType="image/png"/>
  <Override PartName="/ppt/media/image38.png" ContentType="image/png"/>
  <Override PartName="/ppt/media/image2.png" ContentType="image/png"/>
  <Override PartName="/ppt/media/image4.png" ContentType="image/png"/>
  <Override PartName="/ppt/media/image6.png" ContentType="image/png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media/image8.png" ContentType="image/png"/>
  <Override PartName="/ppt/slideLayouts/slideLayout4.xml" ContentType="application/vnd.openxmlformats-officedocument.presentationml.slideLayout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.xml" ContentType="application/vnd.openxmlformats-officedocument.presentationml.slide+xml"/>
  <Override PartName="/ppt/media/image80.png" ContentType="image/png"/>
  <Override PartName="/ppt/media/image82.png" ContentType="image/png"/>
  <Override PartName="/ppt/slides/slide15.xml" ContentType="application/vnd.openxmlformats-officedocument.presentationml.slide+xml"/>
  <Override PartName="/ppt/media/image84.png" ContentType="image/png"/>
  <Override PartName="/ppt/slides/slide17.xml" ContentType="application/vnd.openxmlformats-officedocument.presentationml.slide+xml"/>
  <Override PartName="/ppt/media/image41.png" ContentType="image/png"/>
  <Override PartName="/ppt/media/image86.png" ContentType="image/png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83C97FE8-BF56-413C-0BFB-F7178D1A0366}"/>
    <p:ext uri="{A37EE189-C4C9-4B78-C9F3-DA06203E547C}"/>
    <p:ext uri="{DF739847-B4D7-44E1-08FD-1604B5149A80}"/>
  </p:extLst>
</p:presentationPr>
</file>

<file path=ppt/tableStyles.xml><?xml version="1.0" encoding="utf-8"?>
<a:tblStyleLst xmlns:a="http://schemas.openxmlformats.org/drawingml/2006/main" def="{9F171188-618D-46D6-3F02-0682F98E8C38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528E1-C9E7-460B-FCB6-3F420E9A487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E5782-9A12-4823-3FDD-8C42A8EE85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D58A2D0-12CC-4C8A-EC11-A3A03C67C9D1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64FE5-F81F-42F5-B321-F4E9262D870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04858-859F-4B5A-9F83-C305C7598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5F6F894-29E6-4B4A-2B84-ADE737D8D49E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16A80-F943-41AD-F44A-D5E40F8F8AE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A22B-5B18-4742-AE15-F9CFB02F65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026B803-54E2-426C-F32C-7E6285BBFC1B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B546-03AD-45DC-2418-20566D7EE8A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DFA5F-88BF-4F77-A445-E00875E0C5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0D57178-8FF9-4D5F-C816-10C6899954AA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F020-BC33-4EAC-DEF5-943804BC01E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FC14-DA75-49DC-2041-EC8001E0D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0E1F4A4-3643-4590-69C8-2C906E9C7755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AF41-7C82-4BF8-2C0F-2EF89B643C7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895F-7D43-4590-C419-CAD6C87B53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498FD03-C328-4D47-D96D-C455FF5A4848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93E69-62D8-460A-CC0B-BBA084BDE9A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BDCF-E8A3-46E2-D751-6DB05B2A0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2FACE73-F799-4AAC-858C-4E1663830E1A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EDADD-B07F-4206-4819-62EBC5D555B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3967-AA17-463F-796F-41A9FF494C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F73FFB7-2818-4677-5404-D0741C31A5E1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3B84C-712C-49F1-1065-9AC83D90692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9C37-FE2F-4D45-B66F-32F1434ABD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65AAB4E-6CD1-46E9-6DD4-6414860330F7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EA75-F968-4AD6-2A05-46796182041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13E53-D415-4CC3-C630-89D56CFFD9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13446A2-3C65-4815-6B28-C73476D0FBF0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33560-6A5B-41E9-9681-CAC174AF1F1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125B1-9D72-40AD-F9C4-97367FCC0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AC1340E-CF66-45DF-A17C-13C4EAEF7726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9B868-E602-4987-E02A-BA6BA6A15BFC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72AA0-BD9B-4C1E-EC25-39A50C04D6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B997991-1464-4F27-6BD6-1EE68E46318B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1.png"/><Relationship Id="rId3" Type="http://schemas.openxmlformats.org/officeDocument/2006/relationships/image" Target="/ppt/media/image82.png"/><Relationship Id="rId4" Type="http://schemas.openxmlformats.org/officeDocument/2006/relationships/image" Target="/ppt/media/image83.png"/><Relationship Id="rId5" Type="http://schemas.openxmlformats.org/officeDocument/2006/relationships/image" Target="/ppt/media/image8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5.png"/><Relationship Id="rId3" Type="http://schemas.openxmlformats.org/officeDocument/2006/relationships/image" Target="/ppt/media/image86.png"/><Relationship Id="rId4" Type="http://schemas.openxmlformats.org/officeDocument/2006/relationships/image" Target="/ppt/media/image87.png"/><Relationship Id="rId5" Type="http://schemas.openxmlformats.org/officeDocument/2006/relationships/image" Target="/ppt/media/image88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9.png"/><Relationship Id="rId3" Type="http://schemas.openxmlformats.org/officeDocument/2006/relationships/image" Target="/ppt/media/image90.png"/><Relationship Id="rId4" Type="http://schemas.openxmlformats.org/officeDocument/2006/relationships/image" Target="/ppt/media/image91.png"/><Relationship Id="rId5" Type="http://schemas.openxmlformats.org/officeDocument/2006/relationships/image" Target="/ppt/media/image92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3.png"/><Relationship Id="rId3" Type="http://schemas.openxmlformats.org/officeDocument/2006/relationships/image" Target="/ppt/media/image94.png"/><Relationship Id="rId4" Type="http://schemas.openxmlformats.org/officeDocument/2006/relationships/image" Target="/ppt/media/image95.png"/><Relationship Id="rId5" Type="http://schemas.openxmlformats.org/officeDocument/2006/relationships/image" Target="/ppt/media/image96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7.png"/><Relationship Id="rId3" Type="http://schemas.openxmlformats.org/officeDocument/2006/relationships/image" Target="/ppt/media/image98.png"/><Relationship Id="rId4" Type="http://schemas.openxmlformats.org/officeDocument/2006/relationships/image" Target="/ppt/media/image99.png"/><Relationship Id="rId5" Type="http://schemas.openxmlformats.org/officeDocument/2006/relationships/image" Target="/ppt/media/image100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1.png"/><Relationship Id="rId3" Type="http://schemas.openxmlformats.org/officeDocument/2006/relationships/image" Target="/ppt/media/image102.png"/><Relationship Id="rId4" Type="http://schemas.openxmlformats.org/officeDocument/2006/relationships/image" Target="/ppt/media/image103.png"/><Relationship Id="rId5" Type="http://schemas.openxmlformats.org/officeDocument/2006/relationships/image" Target="/ppt/media/image104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5.png"/><Relationship Id="rId3" Type="http://schemas.openxmlformats.org/officeDocument/2006/relationships/image" Target="/ppt/media/image106.png"/><Relationship Id="rId4" Type="http://schemas.openxmlformats.org/officeDocument/2006/relationships/image" Target="/ppt/media/image107.png"/><Relationship Id="rId5" Type="http://schemas.openxmlformats.org/officeDocument/2006/relationships/image" Target="/ppt/media/image10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9.png"/><Relationship Id="rId3" Type="http://schemas.openxmlformats.org/officeDocument/2006/relationships/image" Target="/ppt/media/image110.png"/><Relationship Id="rId4" Type="http://schemas.openxmlformats.org/officeDocument/2006/relationships/image" Target="/ppt/media/image111.png"/><Relationship Id="rId5" Type="http://schemas.openxmlformats.org/officeDocument/2006/relationships/image" Target="/ppt/media/image112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3.png"/><Relationship Id="rId3" Type="http://schemas.openxmlformats.org/officeDocument/2006/relationships/image" Target="/ppt/media/image114.png"/><Relationship Id="rId4" Type="http://schemas.openxmlformats.org/officeDocument/2006/relationships/image" Target="/ppt/media/image115.png"/><Relationship Id="rId5" Type="http://schemas.openxmlformats.org/officeDocument/2006/relationships/image" Target="/ppt/media/image116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7.png"/><Relationship Id="rId3" Type="http://schemas.openxmlformats.org/officeDocument/2006/relationships/image" Target="/ppt/media/image118.png"/><Relationship Id="rId4" Type="http://schemas.openxmlformats.org/officeDocument/2006/relationships/image" Target="/ppt/media/image119.png"/><Relationship Id="rId5" Type="http://schemas.openxmlformats.org/officeDocument/2006/relationships/image" Target="/ppt/media/image120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232767D8-A6D8-4602-E658-14F07AE93574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9B626159-5BC9-4BD6-102E-7B5ED154CE09"/>
          <p:cNvPicPr>
            <a:picLocks noChangeAspect="1"/>
          </p:cNvPicPr>
          <p:nvPr/>
        </p:nvPicPr>
        <p:blipFill>
          <a:blip r:embed="rId2" cstate="print">
            <a:extLst>
              <a:ext uri="{01CD3EB6-A4A9-439E-A8FE-12AE4479A93C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F8BACD6E-AD80-4B97-34DA-A439A9999FC5"/>
          <p:cNvPicPr>
            <a:picLocks noChangeAspect="1"/>
          </p:cNvPicPr>
          <p:nvPr/>
        </p:nvPicPr>
        <p:blipFill>
          <a:blip r:embed="rId3" cstate="print">
            <a:extLst>
              <a:ext uri="{443BF753-C4AD-45B9-4E82-3E1894CA3EB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0E438F3C-7759-4E31-CE97-9B84D85F937E"/>
          <p:cNvPicPr>
            <a:picLocks noChangeAspect="1"/>
          </p:cNvPicPr>
          <p:nvPr/>
        </p:nvPicPr>
        <p:blipFill>
          <a:blip r:embed="rId4" cstate="print">
            <a:extLst>
              <a:ext uri="{ED236997-F38B-4897-E572-8D1B3876B3A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7B194B3A-ADE8-4295-DBE7-E69E9152580E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4A755621-A993-40A9-82E1-3E88ABF1CE18"/>
          <p:cNvPicPr>
            <a:picLocks noChangeAspect="1"/>
          </p:cNvPicPr>
          <p:nvPr/>
        </p:nvPicPr>
        <p:blipFill>
          <a:blip r:embed="rId2" cstate="print">
            <a:extLst>
              <a:ext uri="{55C2FDE7-FCEA-402D-3AA1-116352E94BB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3325D7C9-B11A-45C1-E873-297A5FCE4F74"/>
          <p:cNvPicPr>
            <a:picLocks noChangeAspect="1"/>
          </p:cNvPicPr>
          <p:nvPr/>
        </p:nvPicPr>
        <p:blipFill>
          <a:blip r:embed="rId3" cstate="print">
            <a:extLst>
              <a:ext uri="{48FD7ABC-9EDE-4A6D-3BCC-7B5E1758F6C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DD205D03-A408-431B-5BA7-07C7210DE797"/>
          <p:cNvPicPr>
            <a:picLocks noChangeAspect="1"/>
          </p:cNvPicPr>
          <p:nvPr/>
        </p:nvPicPr>
        <p:blipFill>
          <a:blip r:embed="rId4" cstate="print">
            <a:extLst>
              <a:ext uri="{EAA462E9-8CCA-40E2-6354-E7C9F324D97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3CE7DF2-A4BE-4CA4-FC32-17EE0E055D5D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C0FFEA1D-2A08-476E-7242-EF0524236C9F"/>
          <p:cNvPicPr>
            <a:picLocks noChangeAspect="1"/>
          </p:cNvPicPr>
          <p:nvPr/>
        </p:nvPicPr>
        <p:blipFill>
          <a:blip r:embed="rId2" cstate="print">
            <a:extLst>
              <a:ext uri="{AED32990-6EFA-4B1C-5766-F68E5888CB4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22B343F9-C349-4E01-61EA-CAE2119767DB"/>
          <p:cNvPicPr>
            <a:picLocks noChangeAspect="1"/>
          </p:cNvPicPr>
          <p:nvPr/>
        </p:nvPicPr>
        <p:blipFill>
          <a:blip r:embed="rId3" cstate="print">
            <a:extLst>
              <a:ext uri="{8D3BEA72-BF72-4779-CFA9-6CE508555ED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D53BEE14-4F78-41F8-DE83-7890820261D1"/>
          <p:cNvPicPr>
            <a:picLocks noChangeAspect="1"/>
          </p:cNvPicPr>
          <p:nvPr/>
        </p:nvPicPr>
        <p:blipFill>
          <a:blip r:embed="rId4" cstate="print">
            <a:extLst>
              <a:ext uri="{8855BCCC-596E-4575-3299-A97FD85F460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0BD951C-C58D-4AE5-6AD6-57325E3AEE8F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AA02AC54-6FE5-43CB-683F-09D35994CAD0"/>
          <p:cNvPicPr>
            <a:picLocks noChangeAspect="1"/>
          </p:cNvPicPr>
          <p:nvPr/>
        </p:nvPicPr>
        <p:blipFill>
          <a:blip r:embed="rId2" cstate="print">
            <a:extLst>
              <a:ext uri="{18B57B82-5D21-4207-707E-2F7F46256A9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1" name="2E3F7CA0-B51A-4EA3-C70E-C6E3A337AD7C"/>
          <p:cNvPicPr>
            <a:picLocks noChangeAspect="1"/>
          </p:cNvPicPr>
          <p:nvPr/>
        </p:nvPicPr>
        <p:blipFill>
          <a:blip r:embed="rId3" cstate="print">
            <a:extLst>
              <a:ext uri="{6CDED54D-6B32-4F69-15CF-E56DAA2026F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2" name="VectorPath 3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3" name="VectorPath 3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4" name="380102BE-C099-48A4-9131-86BBB60731E3"/>
          <p:cNvPicPr>
            <a:picLocks noChangeAspect="1"/>
          </p:cNvPicPr>
          <p:nvPr/>
        </p:nvPicPr>
        <p:blipFill>
          <a:blip r:embed="rId4" cstate="print">
            <a:extLst>
              <a:ext uri="{A13D336C-03A0-4248-4C9B-0EECE388835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5" name="Combination 35"/>
          <p:cNvGrpSpPr/>
          <p:nvPr/>
        </p:nvGrpSpPr>
        <p:grpSpPr>
          <a:xfrm>
            <a:off x="2000250" y="3419476"/>
            <a:ext cx="495300" cy="2533650"/>
            <a:chOff x="2000250" y="3419476"/>
            <a:chExt cx="495300" cy="2533650"/>
          </a:xfrm>
        </p:grpSpPr>
        <p:sp>
          <p:nvSpPr>
            <p:cNvPr id="36" name="VectorPath 36"/>
            <p:cNvSpPr/>
            <p:nvPr/>
          </p:nvSpPr>
          <p:spPr>
            <a:xfrm>
              <a:off x="2000250" y="3419476"/>
              <a:ext cx="495300" cy="295275"/>
            </a:xfrm>
            <a:custGeom>
              <a:rect l="l" t="t" r="r" b="b"/>
              <a:pathLst>
                <a:path w="495300" h="295275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266776"/>
                  </a:lnTo>
                  <a:lnTo>
                    <a:pt x="494937" y="272312"/>
                  </a:lnTo>
                  <a:cubicBezTo>
                    <a:pt x="494394" y="274098"/>
                    <a:pt x="493850" y="275885"/>
                    <a:pt x="493125" y="277635"/>
                  </a:cubicBezTo>
                  <a:lnTo>
                    <a:pt x="493096" y="277705"/>
                  </a:lnTo>
                  <a:cubicBezTo>
                    <a:pt x="491650" y="281173"/>
                    <a:pt x="489594" y="284242"/>
                    <a:pt x="486877" y="286959"/>
                  </a:cubicBezTo>
                  <a:lnTo>
                    <a:pt x="482706" y="290617"/>
                  </a:lnTo>
                  <a:cubicBezTo>
                    <a:pt x="481058" y="291496"/>
                    <a:pt x="479410" y="292375"/>
                    <a:pt x="477660" y="293100"/>
                  </a:cubicBezTo>
                  <a:lnTo>
                    <a:pt x="477590" y="293129"/>
                  </a:lnTo>
                  <a:cubicBezTo>
                    <a:pt x="474134" y="294550"/>
                    <a:pt x="470538" y="295265"/>
                    <a:pt x="466801" y="295275"/>
                  </a:cubicBezTo>
                  <a:lnTo>
                    <a:pt x="28499" y="295275"/>
                  </a:lnTo>
                  <a:lnTo>
                    <a:pt x="22963" y="294912"/>
                  </a:lnTo>
                  <a:cubicBezTo>
                    <a:pt x="21179" y="294369"/>
                    <a:pt x="19396" y="293827"/>
                    <a:pt x="17640" y="293100"/>
                  </a:cubicBezTo>
                  <a:lnTo>
                    <a:pt x="17570" y="293071"/>
                  </a:lnTo>
                  <a:cubicBezTo>
                    <a:pt x="14105" y="291626"/>
                    <a:pt x="11038" y="289572"/>
                    <a:pt x="8369" y="286906"/>
                  </a:cubicBezTo>
                  <a:lnTo>
                    <a:pt x="8316" y="286852"/>
                  </a:lnTo>
                  <a:cubicBezTo>
                    <a:pt x="5667" y="284191"/>
                    <a:pt x="3620" y="281120"/>
                    <a:pt x="2175" y="277635"/>
                  </a:cubicBezTo>
                  <a:lnTo>
                    <a:pt x="2146" y="277565"/>
                  </a:lnTo>
                  <a:cubicBezTo>
                    <a:pt x="725" y="274109"/>
                    <a:pt x="10" y="270513"/>
                    <a:pt x="0" y="26677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7" name="VectorPath 37"/>
            <p:cNvSpPr/>
            <p:nvPr/>
          </p:nvSpPr>
          <p:spPr>
            <a:xfrm>
              <a:off x="2000250" y="3971926"/>
              <a:ext cx="495300" cy="304800"/>
            </a:xfrm>
            <a:custGeom>
              <a:rect l="l" t="t" r="r" b="b"/>
              <a:pathLst>
                <a:path w="495300" h="304800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276301"/>
                  </a:lnTo>
                  <a:lnTo>
                    <a:pt x="494937" y="281837"/>
                  </a:lnTo>
                  <a:cubicBezTo>
                    <a:pt x="494394" y="283623"/>
                    <a:pt x="493850" y="285410"/>
                    <a:pt x="493125" y="287160"/>
                  </a:cubicBezTo>
                  <a:lnTo>
                    <a:pt x="493096" y="287230"/>
                  </a:lnTo>
                  <a:cubicBezTo>
                    <a:pt x="491650" y="290698"/>
                    <a:pt x="489594" y="293767"/>
                    <a:pt x="486877" y="296484"/>
                  </a:cubicBezTo>
                  <a:lnTo>
                    <a:pt x="482706" y="300143"/>
                  </a:lnTo>
                  <a:cubicBezTo>
                    <a:pt x="481058" y="301021"/>
                    <a:pt x="479410" y="301900"/>
                    <a:pt x="477660" y="302625"/>
                  </a:cubicBezTo>
                  <a:lnTo>
                    <a:pt x="477590" y="302654"/>
                  </a:lnTo>
                  <a:cubicBezTo>
                    <a:pt x="474134" y="304075"/>
                    <a:pt x="470538" y="304790"/>
                    <a:pt x="466801" y="304800"/>
                  </a:cubicBezTo>
                  <a:lnTo>
                    <a:pt x="28499" y="304800"/>
                  </a:lnTo>
                  <a:lnTo>
                    <a:pt x="22963" y="304437"/>
                  </a:lnTo>
                  <a:cubicBezTo>
                    <a:pt x="21181" y="303895"/>
                    <a:pt x="19396" y="303352"/>
                    <a:pt x="17640" y="302625"/>
                  </a:cubicBezTo>
                  <a:lnTo>
                    <a:pt x="17570" y="302596"/>
                  </a:lnTo>
                  <a:cubicBezTo>
                    <a:pt x="14105" y="301151"/>
                    <a:pt x="11038" y="299097"/>
                    <a:pt x="8369" y="296431"/>
                  </a:cubicBezTo>
                  <a:lnTo>
                    <a:pt x="8316" y="296377"/>
                  </a:lnTo>
                  <a:cubicBezTo>
                    <a:pt x="5667" y="293716"/>
                    <a:pt x="3620" y="290645"/>
                    <a:pt x="2175" y="287160"/>
                  </a:cubicBezTo>
                  <a:lnTo>
                    <a:pt x="2146" y="287090"/>
                  </a:lnTo>
                  <a:cubicBezTo>
                    <a:pt x="725" y="283634"/>
                    <a:pt x="10" y="280038"/>
                    <a:pt x="0" y="2763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8" name="VectorPath 38"/>
            <p:cNvSpPr/>
            <p:nvPr/>
          </p:nvSpPr>
          <p:spPr>
            <a:xfrm>
              <a:off x="2000250" y="4533901"/>
              <a:ext cx="495300" cy="295275"/>
            </a:xfrm>
            <a:custGeom>
              <a:rect l="l" t="t" r="r" b="b"/>
              <a:pathLst>
                <a:path w="495300" h="295275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266776"/>
                  </a:lnTo>
                  <a:lnTo>
                    <a:pt x="494937" y="272312"/>
                  </a:lnTo>
                  <a:cubicBezTo>
                    <a:pt x="494394" y="274098"/>
                    <a:pt x="493850" y="275885"/>
                    <a:pt x="493125" y="277635"/>
                  </a:cubicBezTo>
                  <a:lnTo>
                    <a:pt x="493096" y="277705"/>
                  </a:lnTo>
                  <a:cubicBezTo>
                    <a:pt x="491650" y="281173"/>
                    <a:pt x="489594" y="284242"/>
                    <a:pt x="486877" y="286959"/>
                  </a:cubicBezTo>
                  <a:lnTo>
                    <a:pt x="482706" y="290617"/>
                  </a:lnTo>
                  <a:cubicBezTo>
                    <a:pt x="481058" y="291496"/>
                    <a:pt x="479410" y="292375"/>
                    <a:pt x="477660" y="293100"/>
                  </a:cubicBezTo>
                  <a:lnTo>
                    <a:pt x="477590" y="293129"/>
                  </a:lnTo>
                  <a:cubicBezTo>
                    <a:pt x="474134" y="294550"/>
                    <a:pt x="470538" y="295265"/>
                    <a:pt x="466801" y="295275"/>
                  </a:cubicBezTo>
                  <a:lnTo>
                    <a:pt x="28499" y="295275"/>
                  </a:lnTo>
                  <a:lnTo>
                    <a:pt x="22963" y="294912"/>
                  </a:lnTo>
                  <a:cubicBezTo>
                    <a:pt x="21179" y="294369"/>
                    <a:pt x="19396" y="293827"/>
                    <a:pt x="17640" y="293100"/>
                  </a:cubicBezTo>
                  <a:lnTo>
                    <a:pt x="17570" y="293071"/>
                  </a:lnTo>
                  <a:cubicBezTo>
                    <a:pt x="14105" y="291626"/>
                    <a:pt x="11038" y="289572"/>
                    <a:pt x="8369" y="286906"/>
                  </a:cubicBezTo>
                  <a:lnTo>
                    <a:pt x="8316" y="286852"/>
                  </a:lnTo>
                  <a:cubicBezTo>
                    <a:pt x="5667" y="284191"/>
                    <a:pt x="3620" y="281120"/>
                    <a:pt x="2175" y="277635"/>
                  </a:cubicBezTo>
                  <a:lnTo>
                    <a:pt x="2146" y="277565"/>
                  </a:lnTo>
                  <a:cubicBezTo>
                    <a:pt x="725" y="274109"/>
                    <a:pt x="10" y="270513"/>
                    <a:pt x="0" y="26677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39" name="VectorPath 39"/>
            <p:cNvSpPr/>
            <p:nvPr/>
          </p:nvSpPr>
          <p:spPr>
            <a:xfrm>
              <a:off x="2000250" y="5086351"/>
              <a:ext cx="495300" cy="295275"/>
            </a:xfrm>
            <a:custGeom>
              <a:rect l="l" t="t" r="r" b="b"/>
              <a:pathLst>
                <a:path w="495300" h="295275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266776"/>
                  </a:lnTo>
                  <a:lnTo>
                    <a:pt x="494937" y="272312"/>
                  </a:lnTo>
                  <a:cubicBezTo>
                    <a:pt x="494394" y="274098"/>
                    <a:pt x="493850" y="275885"/>
                    <a:pt x="493125" y="277635"/>
                  </a:cubicBezTo>
                  <a:lnTo>
                    <a:pt x="493096" y="277705"/>
                  </a:lnTo>
                  <a:cubicBezTo>
                    <a:pt x="491650" y="281173"/>
                    <a:pt x="489594" y="284242"/>
                    <a:pt x="486877" y="286959"/>
                  </a:cubicBezTo>
                  <a:lnTo>
                    <a:pt x="482706" y="290617"/>
                  </a:lnTo>
                  <a:cubicBezTo>
                    <a:pt x="481058" y="291496"/>
                    <a:pt x="479410" y="292375"/>
                    <a:pt x="477660" y="293100"/>
                  </a:cubicBezTo>
                  <a:lnTo>
                    <a:pt x="477590" y="293129"/>
                  </a:lnTo>
                  <a:cubicBezTo>
                    <a:pt x="474134" y="294550"/>
                    <a:pt x="470538" y="295265"/>
                    <a:pt x="466801" y="295275"/>
                  </a:cubicBezTo>
                  <a:lnTo>
                    <a:pt x="28499" y="295275"/>
                  </a:lnTo>
                  <a:lnTo>
                    <a:pt x="22963" y="294912"/>
                  </a:lnTo>
                  <a:cubicBezTo>
                    <a:pt x="21179" y="294369"/>
                    <a:pt x="19396" y="293827"/>
                    <a:pt x="17640" y="293100"/>
                  </a:cubicBezTo>
                  <a:lnTo>
                    <a:pt x="17570" y="293071"/>
                  </a:lnTo>
                  <a:cubicBezTo>
                    <a:pt x="14105" y="291626"/>
                    <a:pt x="11038" y="289572"/>
                    <a:pt x="8369" y="286906"/>
                  </a:cubicBezTo>
                  <a:lnTo>
                    <a:pt x="8316" y="286852"/>
                  </a:lnTo>
                  <a:cubicBezTo>
                    <a:pt x="5667" y="284191"/>
                    <a:pt x="3620" y="281120"/>
                    <a:pt x="2175" y="277635"/>
                  </a:cubicBezTo>
                  <a:lnTo>
                    <a:pt x="2146" y="277565"/>
                  </a:lnTo>
                  <a:cubicBezTo>
                    <a:pt x="725" y="274109"/>
                    <a:pt x="10" y="270513"/>
                    <a:pt x="0" y="26677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40" name="VectorPath 40"/>
            <p:cNvSpPr/>
            <p:nvPr/>
          </p:nvSpPr>
          <p:spPr>
            <a:xfrm>
              <a:off x="2000250" y="5657851"/>
              <a:ext cx="495300" cy="295275"/>
            </a:xfrm>
            <a:custGeom>
              <a:rect l="l" t="t" r="r" b="b"/>
              <a:pathLst>
                <a:path w="495300" h="295275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266776"/>
                  </a:lnTo>
                  <a:lnTo>
                    <a:pt x="494937" y="272312"/>
                  </a:lnTo>
                  <a:cubicBezTo>
                    <a:pt x="494394" y="274098"/>
                    <a:pt x="493850" y="275885"/>
                    <a:pt x="493125" y="277635"/>
                  </a:cubicBezTo>
                  <a:lnTo>
                    <a:pt x="493096" y="277705"/>
                  </a:lnTo>
                  <a:cubicBezTo>
                    <a:pt x="491650" y="281173"/>
                    <a:pt x="489594" y="284242"/>
                    <a:pt x="486877" y="286959"/>
                  </a:cubicBezTo>
                  <a:lnTo>
                    <a:pt x="482706" y="290617"/>
                  </a:lnTo>
                  <a:cubicBezTo>
                    <a:pt x="481058" y="291496"/>
                    <a:pt x="479410" y="292375"/>
                    <a:pt x="477660" y="293100"/>
                  </a:cubicBezTo>
                  <a:lnTo>
                    <a:pt x="477590" y="293129"/>
                  </a:lnTo>
                  <a:cubicBezTo>
                    <a:pt x="474134" y="294550"/>
                    <a:pt x="470538" y="295265"/>
                    <a:pt x="466801" y="295275"/>
                  </a:cubicBezTo>
                  <a:lnTo>
                    <a:pt x="28499" y="295275"/>
                  </a:lnTo>
                  <a:lnTo>
                    <a:pt x="22963" y="294912"/>
                  </a:lnTo>
                  <a:cubicBezTo>
                    <a:pt x="21179" y="294369"/>
                    <a:pt x="19396" y="293827"/>
                    <a:pt x="17640" y="293100"/>
                  </a:cubicBezTo>
                  <a:lnTo>
                    <a:pt x="17570" y="293071"/>
                  </a:lnTo>
                  <a:cubicBezTo>
                    <a:pt x="14105" y="291626"/>
                    <a:pt x="11038" y="289572"/>
                    <a:pt x="8369" y="286906"/>
                  </a:cubicBezTo>
                  <a:lnTo>
                    <a:pt x="8316" y="286852"/>
                  </a:lnTo>
                  <a:cubicBezTo>
                    <a:pt x="5667" y="284191"/>
                    <a:pt x="3620" y="281120"/>
                    <a:pt x="2175" y="277635"/>
                  </a:cubicBezTo>
                  <a:lnTo>
                    <a:pt x="2146" y="277565"/>
                  </a:lnTo>
                  <a:cubicBezTo>
                    <a:pt x="725" y="274109"/>
                    <a:pt x="10" y="270513"/>
                    <a:pt x="0" y="26677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41" name="TextBox41"/>
          <p:cNvSpPr txBox="1"/>
          <p:nvPr/>
        </p:nvSpPr>
        <p:spPr>
          <a:xfrm>
            <a:off x="2118568" y="3338291"/>
            <a:ext cx="259884" cy="26648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98958"/>
              </a:lnSpc>
              <a:spcAft>
                <a:spcPts val="1066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101190"/>
              </a:lnSpc>
              <a:spcAft>
                <a:spcPts val="114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</a:p>
        </p:txBody>
      </p:sp>
      <p:sp>
        <p:nvSpPr>
          <p:cNvPr id="42" name="VectorPath 4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3" name="TextBox43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4" name="TextBox4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95AC5E02-5B08-4EAA-B8B0-D365E4E84C7D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VectorPath 4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6" name="C2282A7A-FACC-4BE3-9347-745BB2668E90"/>
          <p:cNvPicPr>
            <a:picLocks noChangeAspect="1"/>
          </p:cNvPicPr>
          <p:nvPr/>
        </p:nvPicPr>
        <p:blipFill>
          <a:blip r:embed="rId2" cstate="print">
            <a:extLst>
              <a:ext uri="{DED16C59-DCF2-4B13-1DF0-B094A3EBECA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7" name="VectorPath 4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8" name="VectorPath 4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9" name="83A8C236-21E4-4C83-22B4-36A19EAAF7B4"/>
          <p:cNvPicPr>
            <a:picLocks noChangeAspect="1"/>
          </p:cNvPicPr>
          <p:nvPr/>
        </p:nvPicPr>
        <p:blipFill>
          <a:blip r:embed="rId3" cstate="print">
            <a:extLst>
              <a:ext uri="{2ABC7CDB-5C65-45CE-D643-9EAF9084E94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0" name="VectorPath 5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1" name="TextBox51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2" name="TextBox5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3" name="4CE31789-A898-4342-4DAB-2B539B1EC080"/>
          <p:cNvPicPr>
            <a:picLocks noChangeAspect="1"/>
          </p:cNvPicPr>
          <p:nvPr/>
        </p:nvPicPr>
        <p:blipFill>
          <a:blip r:embed="rId4" cstate="print">
            <a:extLst>
              <a:ext uri="{7FF5C392-DC80-47B8-EB0D-8D18B908DC4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315EDF8-AF6F-4496-CF76-0CD686E0B588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VectorPath 5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5" name="DFC59A1C-A26E-4A23-C018-9256D9554B56"/>
          <p:cNvPicPr>
            <a:picLocks noChangeAspect="1"/>
          </p:cNvPicPr>
          <p:nvPr/>
        </p:nvPicPr>
        <p:blipFill>
          <a:blip r:embed="rId2" cstate="print">
            <a:extLst>
              <a:ext uri="{C3920639-A50E-4645-394C-D794F85A104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6" name="VectorPath 5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7" name="VectorPath 5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8" name="D83D1184-C3F7-4B09-6FEE-10DD8744BBBD"/>
          <p:cNvPicPr>
            <a:picLocks noChangeAspect="1"/>
          </p:cNvPicPr>
          <p:nvPr/>
        </p:nvPicPr>
        <p:blipFill>
          <a:blip r:embed="rId3" cstate="print">
            <a:extLst>
              <a:ext uri="{6237CC6C-35CD-48CA-6307-53409BD4597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9" name="VectorPath 5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0" name="TextBox60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1" name="TextBox6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2" name="8993FD22-3A3C-4E28-F4A4-B81A128217A1"/>
          <p:cNvPicPr>
            <a:picLocks noChangeAspect="1"/>
          </p:cNvPicPr>
          <p:nvPr/>
        </p:nvPicPr>
        <p:blipFill>
          <a:blip r:embed="rId4" cstate="print">
            <a:extLst>
              <a:ext uri="{7A8663C8-3BBA-4A83-70AF-1CA4CB99823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E37F4CA-F9A1-41BF-FEE1-DA94D8BBAB73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VectorPath 6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4" name="58321F93-CB44-468E-6C2D-D9A41FE5FD42"/>
          <p:cNvPicPr>
            <a:picLocks noChangeAspect="1"/>
          </p:cNvPicPr>
          <p:nvPr/>
        </p:nvPicPr>
        <p:blipFill>
          <a:blip r:embed="rId2" cstate="print">
            <a:extLst>
              <a:ext uri="{FF88A39F-CC56-4EF7-66E3-40E70B16737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5" name="VectorPath 6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6" name="VectorPath 6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7" name="9CB0212A-58AF-48A1-F75B-18FD8E8ACCA4"/>
          <p:cNvPicPr>
            <a:picLocks noChangeAspect="1"/>
          </p:cNvPicPr>
          <p:nvPr/>
        </p:nvPicPr>
        <p:blipFill>
          <a:blip r:embed="rId3" cstate="print">
            <a:extLst>
              <a:ext uri="{0FA995F0-5AC6-41E8-59A9-39EFAFFEF81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8" name="VectorPath 6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9" name="TextBox69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0" name="TextBox7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1" name="18B3C66F-EE37-4B42-EBFE-F3DC9226B05C"/>
          <p:cNvPicPr>
            <a:picLocks noChangeAspect="1"/>
          </p:cNvPicPr>
          <p:nvPr/>
        </p:nvPicPr>
        <p:blipFill>
          <a:blip r:embed="rId4" cstate="print">
            <a:extLst>
              <a:ext uri="{7BBA1092-6535-4F02-694F-C5DD3A73A0D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9A3E67E-1501-46BB-2120-F7AB51EAB3DE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VectorPath 7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3" name="173B8F38-DBE6-41C5-05A7-D9C14885D31D"/>
          <p:cNvPicPr>
            <a:picLocks noChangeAspect="1"/>
          </p:cNvPicPr>
          <p:nvPr/>
        </p:nvPicPr>
        <p:blipFill>
          <a:blip r:embed="rId2" cstate="print">
            <a:extLst>
              <a:ext uri="{47FCECE1-0E42-48AB-05B1-9E776038D79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4" name="VectorPath 7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5" name="VectorPath 7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6" name="A9D05DC8-08C5-482C-5757-688956B07143"/>
          <p:cNvPicPr>
            <a:picLocks noChangeAspect="1"/>
          </p:cNvPicPr>
          <p:nvPr/>
        </p:nvPicPr>
        <p:blipFill>
          <a:blip r:embed="rId3" cstate="print">
            <a:extLst>
              <a:ext uri="{73A4BAC6-7117-4334-B97C-2F479520E73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7" name="VectorPath 7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8" name="TextBox78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9" name="TextBox79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0" name="F12CCB8C-A207-4A3F-66E5-0980DB1B50DC"/>
          <p:cNvPicPr>
            <a:picLocks noChangeAspect="1"/>
          </p:cNvPicPr>
          <p:nvPr/>
        </p:nvPicPr>
        <p:blipFill>
          <a:blip r:embed="rId4" cstate="print">
            <a:extLst>
              <a:ext uri="{D56C50B2-AA4A-4DB4-6706-019CE42587B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1850081-A5A6-4735-1BC2-970FD741025D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VectorPath 8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2" name="B956C1D7-0634-4FFD-687B-DC7A48B1B1D9"/>
          <p:cNvPicPr>
            <a:picLocks noChangeAspect="1"/>
          </p:cNvPicPr>
          <p:nvPr/>
        </p:nvPicPr>
        <p:blipFill>
          <a:blip r:embed="rId2" cstate="print">
            <a:extLst>
              <a:ext uri="{6309F815-BC3D-4458-24DD-B76BFF63733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3" name="VectorPath 8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4" name="VectorPath 8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5" name="BA795E65-6900-4754-7E2F-36B287B5B2D9"/>
          <p:cNvPicPr>
            <a:picLocks noChangeAspect="1"/>
          </p:cNvPicPr>
          <p:nvPr/>
        </p:nvPicPr>
        <p:blipFill>
          <a:blip r:embed="rId3" cstate="print">
            <a:extLst>
              <a:ext uri="{B9AF1BA5-569B-4498-B3CD-6485A1E98FC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6" name="VectorPath 8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7" name="TextBox87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8" name="TextBox8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9" name="5919D4E5-2C7D-4E91-36A1-E02FED3EAA33"/>
          <p:cNvPicPr>
            <a:picLocks noChangeAspect="1"/>
          </p:cNvPicPr>
          <p:nvPr/>
        </p:nvPicPr>
        <p:blipFill>
          <a:blip r:embed="rId4" cstate="print">
            <a:extLst>
              <a:ext uri="{A576FD89-03E2-457D-C54A-4D0C04121FE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6A85ADA-D3FC-4E70-8526-B6AFADBF9AAA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VectorPath 9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1" name="8365889F-787F-4207-3079-38181A633CA1"/>
          <p:cNvPicPr>
            <a:picLocks noChangeAspect="1"/>
          </p:cNvPicPr>
          <p:nvPr/>
        </p:nvPicPr>
        <p:blipFill>
          <a:blip r:embed="rId2" cstate="print">
            <a:extLst>
              <a:ext uri="{7C5DB26D-9AFD-4284-8CB5-393BF4EB77E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2" name="VectorPath 9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3" name="VectorPath 9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4" name="D3C38174-2F8A-4507-59F4-AB08BD102B3B"/>
          <p:cNvPicPr>
            <a:picLocks noChangeAspect="1"/>
          </p:cNvPicPr>
          <p:nvPr/>
        </p:nvPicPr>
        <p:blipFill>
          <a:blip r:embed="rId3" cstate="print">
            <a:extLst>
              <a:ext uri="{239295BF-8D7F-44DA-5CDD-CE6F7682498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5" name="VectorPath 9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6" name="TextBox96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7" name="TextBox9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8" name="48D0CFBA-2849-4C69-02CB-D8DD416B279D"/>
          <p:cNvPicPr>
            <a:picLocks noChangeAspect="1"/>
          </p:cNvPicPr>
          <p:nvPr/>
        </p:nvPicPr>
        <p:blipFill>
          <a:blip r:embed="rId4" cstate="print">
            <a:extLst>
              <a:ext uri="{86694D52-77E3-432C-00DE-78BA69A00A0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BF1FEE8-A38C-4C90-1E14-1CD2B189AFD0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VectorPath 9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0" name="64F36321-F452-4294-C73C-3228849EEEED"/>
          <p:cNvPicPr>
            <a:picLocks noChangeAspect="1"/>
          </p:cNvPicPr>
          <p:nvPr/>
        </p:nvPicPr>
        <p:blipFill>
          <a:blip r:embed="rId2" cstate="print">
            <a:extLst>
              <a:ext uri="{7281AECE-E1D2-4D62-F7F9-DFE9D3720EB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1" name="VectorPath 10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2" name="VectorPath 10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3" name="DE50208A-E405-4355-ECBE-A23765A507CD"/>
          <p:cNvPicPr>
            <a:picLocks noChangeAspect="1"/>
          </p:cNvPicPr>
          <p:nvPr/>
        </p:nvPicPr>
        <p:blipFill>
          <a:blip r:embed="rId3" cstate="print">
            <a:extLst>
              <a:ext uri="{50F9B13A-A1E4-41E4-F14E-FD3EAC03F54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4" name="VectorPath 10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5" name="TextBox105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6" name="TextBox106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7" name="1D7658E4-2DB8-4EB4-2290-7BE5ACC51655"/>
          <p:cNvPicPr>
            <a:picLocks noChangeAspect="1"/>
          </p:cNvPicPr>
          <p:nvPr/>
        </p:nvPicPr>
        <p:blipFill>
          <a:blip r:embed="rId4" cstate="print">
            <a:extLst>
              <a:ext uri="{0A9BC850-9B6D-41E4-6576-9349D9C9FCE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9C3DC9F-A242-4C57-4287-8FDA4E2A0A7D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VectorPath 10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9" name="EBB2E9C3-C9C2-421D-8800-4A9BCCF7E904"/>
          <p:cNvPicPr>
            <a:picLocks noChangeAspect="1"/>
          </p:cNvPicPr>
          <p:nvPr/>
        </p:nvPicPr>
        <p:blipFill>
          <a:blip r:embed="rId2" cstate="print">
            <a:extLst>
              <a:ext uri="{A1509994-2157-4539-879A-FCB441ADF14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0" name="VectorPath 11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1" name="VectorPath 11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2" name="95FB3585-7D01-4585-1D41-8827FF67352D"/>
          <p:cNvPicPr>
            <a:picLocks noChangeAspect="1"/>
          </p:cNvPicPr>
          <p:nvPr/>
        </p:nvPicPr>
        <p:blipFill>
          <a:blip r:embed="rId3" cstate="print">
            <a:extLst>
              <a:ext uri="{DA96ED6D-695E-4EF3-B687-B1ED648FA08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3" name="VectorPath 11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4" name="TextBox114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5" name="TextBox11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6" name="FC0BBE02-782F-4471-94ED-9F3054E716B5"/>
          <p:cNvPicPr>
            <a:picLocks noChangeAspect="1"/>
          </p:cNvPicPr>
          <p:nvPr/>
        </p:nvPicPr>
        <p:blipFill>
          <a:blip r:embed="rId4" cstate="print">
            <a:extLst>
              <a:ext uri="{5BC74921-43E0-4E80-DC26-5DE5D3B7D06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1F994F7-58F0-4D67-6DA9-A0EAD9C810A2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VectorPath 11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8" name="23ECFEF4-B226-4754-67B2-1A17ACE6F8EE"/>
          <p:cNvPicPr>
            <a:picLocks noChangeAspect="1"/>
          </p:cNvPicPr>
          <p:nvPr/>
        </p:nvPicPr>
        <p:blipFill>
          <a:blip r:embed="rId2" cstate="print">
            <a:extLst>
              <a:ext uri="{E1F895AA-2BD6-4A5D-A84D-8D84E214157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9" name="VectorPath 11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0" name="VectorPath 12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1" name="31217E94-8084-47A0-865F-507E95C7D338"/>
          <p:cNvPicPr>
            <a:picLocks noChangeAspect="1"/>
          </p:cNvPicPr>
          <p:nvPr/>
        </p:nvPicPr>
        <p:blipFill>
          <a:blip r:embed="rId3" cstate="print">
            <a:extLst>
              <a:ext uri="{286EC36B-8AF8-4F0B-E3B6-B2D95003689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2" name="VectorPath 12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3" name="TextBox123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4" name="TextBox12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5" name="F817E2B1-58DE-4A7C-ACEE-2D6163BE8C4B"/>
          <p:cNvPicPr>
            <a:picLocks noChangeAspect="1"/>
          </p:cNvPicPr>
          <p:nvPr/>
        </p:nvPicPr>
        <p:blipFill>
          <a:blip r:embed="rId4" cstate="print">
            <a:extLst>
              <a:ext uri="{49C0E7EA-8384-484E-C41D-E7585CD1523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19A6760-BAB2-47E6-960D-38FFE9B59965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VectorPath 12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7" name="FC1C1C4C-D6F8-4912-50BA-C1E92BA151C7"/>
          <p:cNvPicPr>
            <a:picLocks noChangeAspect="1"/>
          </p:cNvPicPr>
          <p:nvPr/>
        </p:nvPicPr>
        <p:blipFill>
          <a:blip r:embed="rId2" cstate="print">
            <a:extLst>
              <a:ext uri="{01C4CABC-99E8-4B81-973A-44BC204FFD2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8" name="VectorPath 12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9" name="VectorPath 12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0" name="6F8EEA5D-DF52-484A-605B-8C0C372580CA"/>
          <p:cNvPicPr>
            <a:picLocks noChangeAspect="1"/>
          </p:cNvPicPr>
          <p:nvPr/>
        </p:nvPicPr>
        <p:blipFill>
          <a:blip r:embed="rId3" cstate="print">
            <a:extLst>
              <a:ext uri="{E6353591-5723-4671-93B0-C075358B8E3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1" name="VectorPath 13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2" name="TextBox132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3" name="TextBox13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4" name="9865F2E3-C6E9-44BC-4E83-682AC3EBF540"/>
          <p:cNvPicPr>
            <a:picLocks noChangeAspect="1"/>
          </p:cNvPicPr>
          <p:nvPr/>
        </p:nvPicPr>
        <p:blipFill>
          <a:blip r:embed="rId4" cstate="print">
            <a:extLst>
              <a:ext uri="{6D470EA6-B7EC-47D0-686B-234CE73386C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3F3294F-3589-4A37-212B-14ED58CB85AA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VectorPath 13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6" name="1049FA4A-DC30-4B17-E348-D3DA6C73AC9A"/>
          <p:cNvPicPr>
            <a:picLocks noChangeAspect="1"/>
          </p:cNvPicPr>
          <p:nvPr/>
        </p:nvPicPr>
        <p:blipFill>
          <a:blip r:embed="rId2" cstate="print">
            <a:extLst>
              <a:ext uri="{80FBB3A2-7B71-4AEC-5E30-5348CD3CCC8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7" name="VectorPath 13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8" name="VectorPath 13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9" name="859A49FE-82D9-42D5-AFEC-532DB941D7C6"/>
          <p:cNvPicPr>
            <a:picLocks noChangeAspect="1"/>
          </p:cNvPicPr>
          <p:nvPr/>
        </p:nvPicPr>
        <p:blipFill>
          <a:blip r:embed="rId3" cstate="print">
            <a:extLst>
              <a:ext uri="{DD420893-828E-4FD3-F969-F2FCDD0BE6E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0" name="VectorPath 14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1" name="TextBox141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2" name="TextBox14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3" name="258B7EAB-AEA9-4B04-65B0-995DA148D9CE"/>
          <p:cNvPicPr>
            <a:picLocks noChangeAspect="1"/>
          </p:cNvPicPr>
          <p:nvPr/>
        </p:nvPicPr>
        <p:blipFill>
          <a:blip r:embed="rId4" cstate="print">
            <a:extLst>
              <a:ext uri="{831BEB03-DF09-491B-AAF5-F826DC80EFC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F5D2B6F-3455-4FEC-1AD4-84749E8592AA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VectorPath 14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5" name="8CAF292A-9072-4C1D-C838-788A017D210D"/>
          <p:cNvPicPr>
            <a:picLocks noChangeAspect="1"/>
          </p:cNvPicPr>
          <p:nvPr/>
        </p:nvPicPr>
        <p:blipFill>
          <a:blip r:embed="rId2" cstate="print">
            <a:extLst>
              <a:ext uri="{C08DFA2B-3BCE-444D-031F-69F321CF63D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6" name="VectorPath 14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7" name="VectorPath 14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8" name="B0543457-8DF0-4010-E6A8-A1955602DD1D"/>
          <p:cNvPicPr>
            <a:picLocks noChangeAspect="1"/>
          </p:cNvPicPr>
          <p:nvPr/>
        </p:nvPicPr>
        <p:blipFill>
          <a:blip r:embed="rId3" cstate="print">
            <a:extLst>
              <a:ext uri="{B09D732C-E564-4F91-0698-320D461D847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9" name="VectorPath 14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0" name="TextBox150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1" name="TextBox15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2" name="3FCA9D11-2540-4DC9-E4A5-2C92BC452F99"/>
          <p:cNvPicPr>
            <a:picLocks noChangeAspect="1"/>
          </p:cNvPicPr>
          <p:nvPr/>
        </p:nvPicPr>
        <p:blipFill>
          <a:blip r:embed="rId4" cstate="print">
            <a:extLst>
              <a:ext uri="{D6A4D3EA-878E-4799-168B-5F5CCBFFF5A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CD99A50-0961-4210-C248-D96ECC2DC60E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VectorPath 15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4" name="6278C00F-0670-438D-201B-EB618606F604"/>
          <p:cNvPicPr>
            <a:picLocks noChangeAspect="1"/>
          </p:cNvPicPr>
          <p:nvPr/>
        </p:nvPicPr>
        <p:blipFill>
          <a:blip r:embed="rId2" cstate="print">
            <a:extLst>
              <a:ext uri="{D66405AA-F968-4077-D65F-FE61E9648A8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5" name="VectorPath 15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6" name="VectorPath 15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7" name="4DA4DEA2-E96A-484A-CF7F-6ABE4A9A23BD"/>
          <p:cNvPicPr>
            <a:picLocks noChangeAspect="1"/>
          </p:cNvPicPr>
          <p:nvPr/>
        </p:nvPicPr>
        <p:blipFill>
          <a:blip r:embed="rId3" cstate="print">
            <a:extLst>
              <a:ext uri="{F8F0F0F1-C02B-4542-7896-704B31A2C8B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8" name="VectorPath 15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9" name="TextBox159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0" name="TextBox16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1" name="7A5C7D9A-7B42-467F-E846-B382439B0F75"/>
          <p:cNvPicPr>
            <a:picLocks noChangeAspect="1"/>
          </p:cNvPicPr>
          <p:nvPr/>
        </p:nvPicPr>
        <p:blipFill>
          <a:blip r:embed="rId4" cstate="print">
            <a:extLst>
              <a:ext uri="{119F4F90-82CC-4CAF-FEC4-5104A201A90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0469EA1-A2B9-4D54-987E-A81422B72492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VectorPath 16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3" name="1B86029E-A727-43CF-1CE7-3FAC31F101C3"/>
          <p:cNvPicPr>
            <a:picLocks noChangeAspect="1"/>
          </p:cNvPicPr>
          <p:nvPr/>
        </p:nvPicPr>
        <p:blipFill>
          <a:blip r:embed="rId2" cstate="print">
            <a:extLst>
              <a:ext uri="{20D77A16-C7A3-42EC-B6AE-283834CCDB0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4" name="VectorPath 16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5" name="VectorPath 16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6" name="CCCFCCAF-AC21-468C-E479-40F1E784C02D"/>
          <p:cNvPicPr>
            <a:picLocks noChangeAspect="1"/>
          </p:cNvPicPr>
          <p:nvPr/>
        </p:nvPicPr>
        <p:blipFill>
          <a:blip r:embed="rId3" cstate="print">
            <a:extLst>
              <a:ext uri="{A7B2ACCB-09DE-4DFE-668E-EB425CFE2D1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7" name="VectorPath 16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8" name="TextBox168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9" name="TextBox16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0" name="0C8DEF1C-18ED-4DA5-AFFE-B958B4B5B9F4"/>
          <p:cNvPicPr>
            <a:picLocks noChangeAspect="1"/>
          </p:cNvPicPr>
          <p:nvPr/>
        </p:nvPicPr>
        <p:blipFill>
          <a:blip r:embed="rId4" cstate="print">
            <a:extLst>
              <a:ext uri="{2E7E79D2-34CF-464C-33FE-389688C49FB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230BEC1-F35A-4A80-4C52-35B8730D294C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VectorPath 17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2" name="13FA4E5A-B38A-4F15-1B55-E1FF3019F82B"/>
          <p:cNvPicPr>
            <a:picLocks noChangeAspect="1"/>
          </p:cNvPicPr>
          <p:nvPr/>
        </p:nvPicPr>
        <p:blipFill>
          <a:blip r:embed="rId2" cstate="print">
            <a:extLst>
              <a:ext uri="{636E39F8-3269-4D77-1FAC-69A3FBC8FCF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3" name="VectorPath 17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4" name="VectorPath 17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5" name="A997FFFC-9B3C-4F9A-2C1D-3A64FB3B8353"/>
          <p:cNvPicPr>
            <a:picLocks noChangeAspect="1"/>
          </p:cNvPicPr>
          <p:nvPr/>
        </p:nvPicPr>
        <p:blipFill>
          <a:blip r:embed="rId3" cstate="print">
            <a:extLst>
              <a:ext uri="{23F87619-F181-4B6C-8416-6009F153547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6" name="VectorPath 17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7" name="TextBox177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8" name="TextBox17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9" name="9A16777E-EE1A-43B8-861B-B930DC356C5A"/>
          <p:cNvPicPr>
            <a:picLocks noChangeAspect="1"/>
          </p:cNvPicPr>
          <p:nvPr/>
        </p:nvPicPr>
        <p:blipFill>
          <a:blip r:embed="rId4" cstate="print">
            <a:extLst>
              <a:ext uri="{D0EC8AB1-2AFC-4E26-5419-2DBAC922A90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05F4C49-95F3-4B36-C14E-AB5AC879FDA6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VectorPath 18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1" name="4C92354D-7BEB-4F74-2C97-05FC3A78D546"/>
          <p:cNvPicPr>
            <a:picLocks noChangeAspect="1"/>
          </p:cNvPicPr>
          <p:nvPr/>
        </p:nvPicPr>
        <p:blipFill>
          <a:blip r:embed="rId2" cstate="print">
            <a:extLst>
              <a:ext uri="{66104A18-69FA-4F3D-1D2F-32E581F1366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82" name="CED4125B-CCCA-4DE7-1E66-65BC46754082"/>
          <p:cNvPicPr>
            <a:picLocks noChangeAspect="1"/>
          </p:cNvPicPr>
          <p:nvPr/>
        </p:nvPicPr>
        <p:blipFill>
          <a:blip r:embed="rId3" cstate="print">
            <a:extLst>
              <a:ext uri="{9AE82210-448F-4948-B8A7-45DC2F57AA2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83" name="VectorPath 18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4" name="VectorPath 18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5" name="657B682F-96A4-4445-C02E-9E2372F0F4C2"/>
          <p:cNvPicPr>
            <a:picLocks noChangeAspect="1"/>
          </p:cNvPicPr>
          <p:nvPr/>
        </p:nvPicPr>
        <p:blipFill>
          <a:blip r:embed="rId4" cstate="print">
            <a:extLst>
              <a:ext uri="{5CB2100F-5E8D-4744-1AFB-1C02892BE6C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86" name="Combination 186"/>
          <p:cNvGrpSpPr/>
          <p:nvPr/>
        </p:nvGrpSpPr>
        <p:grpSpPr>
          <a:xfrm>
            <a:off x="2000250" y="3076576"/>
            <a:ext cx="495300" cy="2162175"/>
            <a:chOff x="2000250" y="3076576"/>
            <a:chExt cx="495300" cy="2162175"/>
          </a:xfrm>
        </p:grpSpPr>
        <p:sp>
          <p:nvSpPr>
            <p:cNvPr id="187" name="VectorPath 187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88" name="VectorPath 188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89" name="VectorPath 189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90" name="TextBox190"/>
          <p:cNvSpPr txBox="1"/>
          <p:nvPr/>
        </p:nvSpPr>
        <p:spPr>
          <a:xfrm>
            <a:off x="2118568" y="3100166"/>
            <a:ext cx="259884" cy="20838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191" name="VectorPath 19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2" name="TextBox192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3" name="TextBox19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87BFDA84-3DF0-43A7-8B32-B2A861830C77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VectorPath 19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5" name="F1F64A62-6975-4489-7CAA-F88029256259"/>
          <p:cNvPicPr>
            <a:picLocks noChangeAspect="1"/>
          </p:cNvPicPr>
          <p:nvPr/>
        </p:nvPicPr>
        <p:blipFill>
          <a:blip r:embed="rId2" cstate="print">
            <a:extLst>
              <a:ext uri="{4316C0BA-FCA0-4B3E-D098-DCF0DBA94ED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96" name="A70EEC14-FBD1-4089-7B49-AA0B656ACD10"/>
          <p:cNvPicPr>
            <a:picLocks noChangeAspect="1"/>
          </p:cNvPicPr>
          <p:nvPr/>
        </p:nvPicPr>
        <p:blipFill>
          <a:blip r:embed="rId3" cstate="print">
            <a:extLst>
              <a:ext uri="{4BCC6604-5444-4516-1040-18F77CF92DC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97" name="VectorPath 19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8" name="VectorPath 19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9" name="65E04ECC-8AC8-4D1E-AE37-D617706339BC"/>
          <p:cNvPicPr>
            <a:picLocks noChangeAspect="1"/>
          </p:cNvPicPr>
          <p:nvPr/>
        </p:nvPicPr>
        <p:blipFill>
          <a:blip r:embed="rId4" cstate="print">
            <a:extLst>
              <a:ext uri="{BFFDF8E6-557D-42D0-8D82-CA98C7AC384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00" name="Combination 200"/>
          <p:cNvGrpSpPr/>
          <p:nvPr/>
        </p:nvGrpSpPr>
        <p:grpSpPr>
          <a:xfrm>
            <a:off x="2000250" y="3076576"/>
            <a:ext cx="495300" cy="2162175"/>
            <a:chOff x="2000250" y="3076576"/>
            <a:chExt cx="495300" cy="2162175"/>
          </a:xfrm>
        </p:grpSpPr>
        <p:sp>
          <p:nvSpPr>
            <p:cNvPr id="201" name="VectorPath 201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02" name="VectorPath 202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03" name="VectorPath 203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04" name="TextBox204"/>
          <p:cNvSpPr txBox="1"/>
          <p:nvPr/>
        </p:nvSpPr>
        <p:spPr>
          <a:xfrm>
            <a:off x="2118568" y="3100166"/>
            <a:ext cx="259884" cy="20838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05" name="VectorPath 20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6" name="TextBox206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7" name="TextBox20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549B9518-251B-4DFE-ADDD-7EF24C51DB28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VectorPath 20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9" name="362C463D-7B05-4402-AD83-2B8762A0DBB4"/>
          <p:cNvPicPr>
            <a:picLocks noChangeAspect="1"/>
          </p:cNvPicPr>
          <p:nvPr/>
        </p:nvPicPr>
        <p:blipFill>
          <a:blip r:embed="rId2" cstate="print">
            <a:extLst>
              <a:ext uri="{852F198D-EDAA-4BD8-0555-C05B915100D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0" name="VectorPath 21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1" name="VectorPath 21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2" name="71F181EA-62CA-43AA-53D0-AC9F92E7D7B5"/>
          <p:cNvPicPr>
            <a:picLocks noChangeAspect="1"/>
          </p:cNvPicPr>
          <p:nvPr/>
        </p:nvPicPr>
        <p:blipFill>
          <a:blip r:embed="rId3" cstate="print">
            <a:extLst>
              <a:ext uri="{EDD3AFEC-EF4E-46C2-0072-E5B397D3BEC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3" name="VectorPath 21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4" name="TextBox214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5" name="TextBox21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6" name="AFE673A7-0CE8-4D3E-EC88-56D61F474A11"/>
          <p:cNvPicPr>
            <a:picLocks noChangeAspect="1"/>
          </p:cNvPicPr>
          <p:nvPr/>
        </p:nvPicPr>
        <p:blipFill>
          <a:blip r:embed="rId4" cstate="print">
            <a:extLst>
              <a:ext uri="{894A7D3D-5658-47C9-CAC4-55ED3903027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7E8153F-4556-4F1D-F903-BA2E284D742F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VectorPath 21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8" name="D3F93A7C-B16C-4451-D393-ED477F2A39A0"/>
          <p:cNvPicPr>
            <a:picLocks noChangeAspect="1"/>
          </p:cNvPicPr>
          <p:nvPr/>
        </p:nvPicPr>
        <p:blipFill>
          <a:blip r:embed="rId2" cstate="print">
            <a:extLst>
              <a:ext uri="{F7E9E892-3277-4F24-5D37-BD99FEBAE0E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9" name="VectorPath 21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0" name="VectorPath 22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1" name="D4006BB8-400F-498F-45DE-659B92801A23"/>
          <p:cNvPicPr>
            <a:picLocks noChangeAspect="1"/>
          </p:cNvPicPr>
          <p:nvPr/>
        </p:nvPicPr>
        <p:blipFill>
          <a:blip r:embed="rId3" cstate="print">
            <a:extLst>
              <a:ext uri="{2DC1F6FC-E3C7-4474-B5AD-EFBF5D8AD92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2" name="VectorPath 22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3" name="TextBox223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4" name="TextBox22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5" name="77899B90-3919-418F-A92C-638489D4442B"/>
          <p:cNvPicPr>
            <a:picLocks noChangeAspect="1"/>
          </p:cNvPicPr>
          <p:nvPr/>
        </p:nvPicPr>
        <p:blipFill>
          <a:blip r:embed="rId4" cstate="print">
            <a:extLst>
              <a:ext uri="{826A0410-1579-4043-712A-9CF330740A3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A63BD0B-8CE9-47F0-396C-77692E41E984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VectorPath 22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7" name="1FFA3B3B-0E70-4B32-0628-47478BDF9EB1"/>
          <p:cNvPicPr>
            <a:picLocks noChangeAspect="1"/>
          </p:cNvPicPr>
          <p:nvPr/>
        </p:nvPicPr>
        <p:blipFill>
          <a:blip r:embed="rId2" cstate="print">
            <a:extLst>
              <a:ext uri="{3ABD73D6-8DFE-4CD5-2E90-D8C9BD278AD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8" name="VectorPath 22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9" name="VectorPath 22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0" name="56E2BC0B-A60B-459A-0F22-A4019725FC9C"/>
          <p:cNvPicPr>
            <a:picLocks noChangeAspect="1"/>
          </p:cNvPicPr>
          <p:nvPr/>
        </p:nvPicPr>
        <p:blipFill>
          <a:blip r:embed="rId3" cstate="print">
            <a:extLst>
              <a:ext uri="{F31FDB11-0ADE-4546-C678-01E5909D402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1" name="VectorPath 23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2" name="TextBox232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3" name="TextBox23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4" name="0D5DCE02-CC6C-43DD-A9FD-8B70E2134E60"/>
          <p:cNvPicPr>
            <a:picLocks noChangeAspect="1"/>
          </p:cNvPicPr>
          <p:nvPr/>
        </p:nvPicPr>
        <p:blipFill>
          <a:blip r:embed="rId4" cstate="print">
            <a:extLst>
              <a:ext uri="{F505CF4B-1A5F-4274-07CA-6A6F3545813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4947CE9-6AE3-4687-AB2B-01F32406F1B1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VectorPath 23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6" name="CF17BF03-7B6E-4721-5EC8-A60737530332"/>
          <p:cNvPicPr>
            <a:picLocks noChangeAspect="1"/>
          </p:cNvPicPr>
          <p:nvPr/>
        </p:nvPicPr>
        <p:blipFill>
          <a:blip r:embed="rId2" cstate="print">
            <a:extLst>
              <a:ext uri="{D0AF9583-51EC-4AA5-1A7D-75BFCFCFD44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7" name="VectorPath 23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8" name="VectorPath 23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9" name="CE28D7FA-B8BA-4F53-97D0-962746DE4833"/>
          <p:cNvPicPr>
            <a:picLocks noChangeAspect="1"/>
          </p:cNvPicPr>
          <p:nvPr/>
        </p:nvPicPr>
        <p:blipFill>
          <a:blip r:embed="rId3" cstate="print">
            <a:extLst>
              <a:ext uri="{D57E498D-F58D-4A83-D23C-3B0A939D6A4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0" name="VectorPath 24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1" name="TextBox241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2" name="TextBox24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43" name="827E38FA-C3EF-48BF-F2B5-F7F2F4C5F1CD"/>
          <p:cNvPicPr>
            <a:picLocks noChangeAspect="1"/>
          </p:cNvPicPr>
          <p:nvPr/>
        </p:nvPicPr>
        <p:blipFill>
          <a:blip r:embed="rId4" cstate="print">
            <a:extLst>
              <a:ext uri="{5CB85084-68B8-406F-F9D2-804889BFAEC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52FC9EC-8598-4FBF-9E40-3A947931DFC7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VectorPath 24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5" name="1A11476E-4227-442F-5E05-12001C7FB301"/>
          <p:cNvPicPr>
            <a:picLocks noChangeAspect="1"/>
          </p:cNvPicPr>
          <p:nvPr/>
        </p:nvPicPr>
        <p:blipFill>
          <a:blip r:embed="rId2" cstate="print">
            <a:extLst>
              <a:ext uri="{3F765134-37E9-4904-FF5E-8AD8FD6BD3A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46" name="VectorPath 24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47" name="VectorPath 24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8" name="B39CA584-D9EC-4780-0DE0-1ECE0783B5BF"/>
          <p:cNvPicPr>
            <a:picLocks noChangeAspect="1"/>
          </p:cNvPicPr>
          <p:nvPr/>
        </p:nvPicPr>
        <p:blipFill>
          <a:blip r:embed="rId3" cstate="print">
            <a:extLst>
              <a:ext uri="{305197B8-E4B9-4B23-332E-7767058376B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9" name="VectorPath 24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0" name="TextBox250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1" name="TextBox25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52" name="210D9D2F-00EF-45D6-A717-F5DDBCC182B5"/>
          <p:cNvPicPr>
            <a:picLocks noChangeAspect="1"/>
          </p:cNvPicPr>
          <p:nvPr/>
        </p:nvPicPr>
        <p:blipFill>
          <a:blip r:embed="rId4" cstate="print">
            <a:extLst>
              <a:ext uri="{213280CE-6DA6-4C29-C299-D6CF3243BDD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17FE30C-C37E-444E-D238-D54C01757E8C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VectorPath 25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54" name="76B8FFA3-1EA9-4E18-B93D-66508A66A9F5"/>
          <p:cNvPicPr>
            <a:picLocks noChangeAspect="1"/>
          </p:cNvPicPr>
          <p:nvPr/>
        </p:nvPicPr>
        <p:blipFill>
          <a:blip r:embed="rId2" cstate="print">
            <a:extLst>
              <a:ext uri="{43FD2393-BF32-48DF-7517-6D1E5C5CD79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55" name="VectorPath 25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56" name="VectorPath 25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57" name="80E06EC8-0160-4117-8B0C-2D71D7182F87"/>
          <p:cNvPicPr>
            <a:picLocks noChangeAspect="1"/>
          </p:cNvPicPr>
          <p:nvPr/>
        </p:nvPicPr>
        <p:blipFill>
          <a:blip r:embed="rId3" cstate="print">
            <a:extLst>
              <a:ext uri="{D135F77A-E8DE-48E9-9E5F-4697A7BC39A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8" name="VectorPath 25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9" name="TextBox259"/>
          <p:cNvSpPr txBox="1"/>
          <p:nvPr/>
        </p:nvSpPr>
        <p:spPr>
          <a:xfrm>
            <a:off x="946547" y="7229071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60" name="TextBox26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61" name="13F620DE-66B6-423F-A0EC-A8564DC1325D"/>
          <p:cNvPicPr>
            <a:picLocks noChangeAspect="1"/>
          </p:cNvPicPr>
          <p:nvPr/>
        </p:nvPicPr>
        <p:blipFill>
          <a:blip r:embed="rId4" cstate="print">
            <a:extLst>
              <a:ext uri="{FA55D29B-9B65-4168-22C6-A1EF5F0D101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F0BC459-4F86-4F9E-8D8E-190B65C40AC6}"/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VectorPath 26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63" name="9404BE5D-3039-4FAF-0C65-B6EB6B48BCD2"/>
          <p:cNvPicPr>
            <a:picLocks noChangeAspect="1"/>
          </p:cNvPicPr>
          <p:nvPr/>
        </p:nvPicPr>
        <p:blipFill>
          <a:blip r:embed="rId2" cstate="print">
            <a:extLst>
              <a:ext uri="{5D070940-373E-4770-71C8-0791DD7D8B3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64" name="EA60C3BD-3309-4666-C81D-2353CE3FA53C"/>
          <p:cNvPicPr>
            <a:picLocks noChangeAspect="1"/>
          </p:cNvPicPr>
          <p:nvPr/>
        </p:nvPicPr>
        <p:blipFill>
          <a:blip r:embed="rId3" cstate="print">
            <a:extLst>
              <a:ext uri="{8BFEF2BB-771D-4FA8-F3EE-0CE1AE005C0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65" name="VectorPath 26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66" name="60391174-B39F-4824-6B2F-564FBA37FA7A"/>
          <p:cNvPicPr>
            <a:picLocks noChangeAspect="1"/>
          </p:cNvPicPr>
          <p:nvPr/>
        </p:nvPicPr>
        <p:blipFill>
          <a:blip r:embed="rId4" cstate="print">
            <a:extLst>
              <a:ext uri="{FAE2A5D4-BDA7-4692-A86F-57418DF7A98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67" name="E6FEF7F7-DB4A-4249-74A9-762A4FDC575A"/>
          <p:cNvPicPr>
            <a:picLocks noChangeAspect="1"/>
          </p:cNvPicPr>
          <p:nvPr/>
        </p:nvPicPr>
        <p:blipFill>
          <a:blip r:embed="rId5" cstate="print">
            <a:extLst>
              <a:ext uri="{9C51E7D3-1274-4824-7545-9EF1BD564FD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68" name="Combination 268"/>
          <p:cNvGrpSpPr/>
          <p:nvPr/>
        </p:nvGrpSpPr>
        <p:grpSpPr>
          <a:xfrm>
            <a:off x="2000250" y="3209926"/>
            <a:ext cx="4057650" cy="2038350"/>
            <a:chOff x="2000250" y="3209926"/>
            <a:chExt cx="4057650" cy="2038350"/>
          </a:xfrm>
        </p:grpSpPr>
        <p:sp>
          <p:nvSpPr>
            <p:cNvPr id="269" name="VectorPath 269"/>
            <p:cNvSpPr/>
            <p:nvPr/>
          </p:nvSpPr>
          <p:spPr>
            <a:xfrm>
              <a:off x="2000250" y="3209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2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6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7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2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3"/>
                  </a:cubicBezTo>
                  <a:lnTo>
                    <a:pt x="152728" y="485911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9"/>
                    <a:pt x="20404" y="355696"/>
                    <a:pt x="18851" y="351946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7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2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70" name="VectorPath 270"/>
            <p:cNvSpPr/>
            <p:nvPr/>
          </p:nvSpPr>
          <p:spPr>
            <a:xfrm>
              <a:off x="2000250" y="47529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71" name="VectorPath 271"/>
            <p:cNvSpPr/>
            <p:nvPr/>
          </p:nvSpPr>
          <p:spPr>
            <a:xfrm>
              <a:off x="5553075" y="3219451"/>
              <a:ext cx="504825" cy="495300"/>
            </a:xfrm>
            <a:custGeom>
              <a:rect l="l" t="t" r="r" b="b"/>
              <a:pathLst>
                <a:path w="504825" h="495300">
                  <a:moveTo>
                    <a:pt x="269332" y="199"/>
                  </a:moveTo>
                  <a:cubicBezTo>
                    <a:pt x="273372" y="497"/>
                    <a:pt x="277413" y="795"/>
                    <a:pt x="281610" y="1208"/>
                  </a:cubicBezTo>
                  <a:lnTo>
                    <a:pt x="293527" y="2582"/>
                  </a:lnTo>
                  <a:cubicBezTo>
                    <a:pt x="297519" y="3275"/>
                    <a:pt x="301511" y="3967"/>
                    <a:pt x="305489" y="4759"/>
                  </a:cubicBezTo>
                  <a:lnTo>
                    <a:pt x="305648" y="4790"/>
                  </a:lnTo>
                  <a:cubicBezTo>
                    <a:pt x="313549" y="6367"/>
                    <a:pt x="321354" y="8325"/>
                    <a:pt x="329064" y="10664"/>
                  </a:cubicBezTo>
                  <a:lnTo>
                    <a:pt x="329219" y="10711"/>
                  </a:lnTo>
                  <a:cubicBezTo>
                    <a:pt x="336927" y="13055"/>
                    <a:pt x="344503" y="15768"/>
                    <a:pt x="351946" y="18851"/>
                  </a:cubicBezTo>
                  <a:lnTo>
                    <a:pt x="352096" y="18913"/>
                  </a:lnTo>
                  <a:cubicBezTo>
                    <a:pt x="359532" y="21999"/>
                    <a:pt x="366806" y="25442"/>
                    <a:pt x="373916" y="29242"/>
                  </a:cubicBezTo>
                  <a:lnTo>
                    <a:pt x="374059" y="29319"/>
                  </a:lnTo>
                  <a:cubicBezTo>
                    <a:pt x="381157" y="33118"/>
                    <a:pt x="388058" y="37257"/>
                    <a:pt x="394762" y="41737"/>
                  </a:cubicBezTo>
                  <a:lnTo>
                    <a:pt x="394897" y="41827"/>
                  </a:lnTo>
                  <a:cubicBezTo>
                    <a:pt x="401588" y="46304"/>
                    <a:pt x="408050" y="51100"/>
                    <a:pt x="414282" y="56214"/>
                  </a:cubicBezTo>
                  <a:lnTo>
                    <a:pt x="414408" y="56317"/>
                  </a:lnTo>
                  <a:cubicBezTo>
                    <a:pt x="420629" y="61429"/>
                    <a:pt x="426591" y="66837"/>
                    <a:pt x="432405" y="72650"/>
                  </a:cubicBezTo>
                  <a:lnTo>
                    <a:pt x="440745" y="81271"/>
                  </a:lnTo>
                  <a:cubicBezTo>
                    <a:pt x="443392" y="84339"/>
                    <a:pt x="446038" y="87407"/>
                    <a:pt x="448611" y="90543"/>
                  </a:cubicBezTo>
                  <a:lnTo>
                    <a:pt x="448714" y="90668"/>
                  </a:lnTo>
                  <a:cubicBezTo>
                    <a:pt x="453821" y="96899"/>
                    <a:pt x="458612" y="103364"/>
                    <a:pt x="463178" y="110198"/>
                  </a:cubicBezTo>
                  <a:lnTo>
                    <a:pt x="469677" y="120281"/>
                  </a:lnTo>
                  <a:cubicBezTo>
                    <a:pt x="471674" y="123806"/>
                    <a:pt x="473671" y="127332"/>
                    <a:pt x="475659" y="131052"/>
                  </a:cubicBezTo>
                  <a:lnTo>
                    <a:pt x="481138" y="141724"/>
                  </a:lnTo>
                  <a:cubicBezTo>
                    <a:pt x="482780" y="145428"/>
                    <a:pt x="484422" y="149132"/>
                    <a:pt x="485974" y="152878"/>
                  </a:cubicBezTo>
                  <a:lnTo>
                    <a:pt x="486036" y="153028"/>
                  </a:lnTo>
                  <a:cubicBezTo>
                    <a:pt x="489114" y="160474"/>
                    <a:pt x="491822" y="168051"/>
                    <a:pt x="494161" y="175761"/>
                  </a:cubicBezTo>
                  <a:lnTo>
                    <a:pt x="494208" y="175916"/>
                  </a:lnTo>
                  <a:cubicBezTo>
                    <a:pt x="496540" y="183622"/>
                    <a:pt x="498494" y="191429"/>
                    <a:pt x="500066" y="199336"/>
                  </a:cubicBezTo>
                  <a:lnTo>
                    <a:pt x="500098" y="199495"/>
                  </a:lnTo>
                  <a:cubicBezTo>
                    <a:pt x="501664" y="207394"/>
                    <a:pt x="502843" y="215356"/>
                    <a:pt x="503648" y="223538"/>
                  </a:cubicBezTo>
                  <a:lnTo>
                    <a:pt x="504626" y="235493"/>
                  </a:lnTo>
                  <a:cubicBezTo>
                    <a:pt x="504726" y="239544"/>
                    <a:pt x="504825" y="243594"/>
                    <a:pt x="504825" y="247812"/>
                  </a:cubicBezTo>
                  <a:lnTo>
                    <a:pt x="504626" y="259807"/>
                  </a:lnTo>
                  <a:cubicBezTo>
                    <a:pt x="504328" y="263845"/>
                    <a:pt x="504030" y="267884"/>
                    <a:pt x="503632" y="271924"/>
                  </a:cubicBezTo>
                  <a:lnTo>
                    <a:pt x="503617" y="272085"/>
                  </a:lnTo>
                  <a:cubicBezTo>
                    <a:pt x="502822" y="280103"/>
                    <a:pt x="501638" y="288062"/>
                    <a:pt x="500066" y="295964"/>
                  </a:cubicBezTo>
                  <a:lnTo>
                    <a:pt x="500035" y="296123"/>
                  </a:lnTo>
                  <a:cubicBezTo>
                    <a:pt x="498458" y="304024"/>
                    <a:pt x="496500" y="311829"/>
                    <a:pt x="494161" y="319539"/>
                  </a:cubicBezTo>
                  <a:lnTo>
                    <a:pt x="494114" y="319694"/>
                  </a:lnTo>
                  <a:cubicBezTo>
                    <a:pt x="491772" y="327397"/>
                    <a:pt x="489059" y="334973"/>
                    <a:pt x="485973" y="342421"/>
                  </a:cubicBezTo>
                  <a:lnTo>
                    <a:pt x="485911" y="342571"/>
                  </a:lnTo>
                  <a:cubicBezTo>
                    <a:pt x="482826" y="350009"/>
                    <a:pt x="479382" y="357284"/>
                    <a:pt x="475506" y="364534"/>
                  </a:cubicBezTo>
                  <a:lnTo>
                    <a:pt x="469677" y="375019"/>
                  </a:lnTo>
                  <a:cubicBezTo>
                    <a:pt x="467509" y="378443"/>
                    <a:pt x="465341" y="381865"/>
                    <a:pt x="462998" y="385372"/>
                  </a:cubicBezTo>
                  <a:lnTo>
                    <a:pt x="456169" y="395234"/>
                  </a:lnTo>
                  <a:cubicBezTo>
                    <a:pt x="453677" y="398428"/>
                    <a:pt x="451184" y="401622"/>
                    <a:pt x="448611" y="404757"/>
                  </a:cubicBezTo>
                  <a:lnTo>
                    <a:pt x="448508" y="404883"/>
                  </a:lnTo>
                  <a:cubicBezTo>
                    <a:pt x="443393" y="411107"/>
                    <a:pt x="437987" y="417068"/>
                    <a:pt x="432175" y="422880"/>
                  </a:cubicBezTo>
                  <a:lnTo>
                    <a:pt x="423553" y="431220"/>
                  </a:lnTo>
                  <a:cubicBezTo>
                    <a:pt x="420486" y="433867"/>
                    <a:pt x="417417" y="436513"/>
                    <a:pt x="414282" y="439086"/>
                  </a:cubicBezTo>
                  <a:lnTo>
                    <a:pt x="414157" y="439189"/>
                  </a:lnTo>
                  <a:cubicBezTo>
                    <a:pt x="407926" y="444296"/>
                    <a:pt x="401461" y="449087"/>
                    <a:pt x="394627" y="453653"/>
                  </a:cubicBezTo>
                  <a:lnTo>
                    <a:pt x="384544" y="460152"/>
                  </a:lnTo>
                  <a:cubicBezTo>
                    <a:pt x="381018" y="462149"/>
                    <a:pt x="377493" y="464146"/>
                    <a:pt x="373773" y="466134"/>
                  </a:cubicBezTo>
                  <a:lnTo>
                    <a:pt x="363101" y="471613"/>
                  </a:lnTo>
                  <a:cubicBezTo>
                    <a:pt x="359397" y="473255"/>
                    <a:pt x="355693" y="474897"/>
                    <a:pt x="351946" y="476449"/>
                  </a:cubicBezTo>
                  <a:lnTo>
                    <a:pt x="351797" y="476511"/>
                  </a:lnTo>
                  <a:cubicBezTo>
                    <a:pt x="344351" y="479589"/>
                    <a:pt x="336774" y="482297"/>
                    <a:pt x="329064" y="484636"/>
                  </a:cubicBezTo>
                  <a:lnTo>
                    <a:pt x="328909" y="484683"/>
                  </a:lnTo>
                  <a:cubicBezTo>
                    <a:pt x="321197" y="487017"/>
                    <a:pt x="313391" y="488970"/>
                    <a:pt x="305489" y="490541"/>
                  </a:cubicBezTo>
                  <a:lnTo>
                    <a:pt x="305330" y="490573"/>
                  </a:lnTo>
                  <a:cubicBezTo>
                    <a:pt x="297427" y="492140"/>
                    <a:pt x="289467" y="493318"/>
                    <a:pt x="281287" y="494123"/>
                  </a:cubicBezTo>
                  <a:lnTo>
                    <a:pt x="269332" y="495101"/>
                  </a:lnTo>
                  <a:cubicBezTo>
                    <a:pt x="265337" y="495198"/>
                    <a:pt x="261344" y="495297"/>
                    <a:pt x="257337" y="495300"/>
                  </a:cubicBezTo>
                  <a:lnTo>
                    <a:pt x="247488" y="495300"/>
                  </a:ln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9" y="476386"/>
                  </a:lnTo>
                  <a:cubicBezTo>
                    <a:pt x="145287" y="473299"/>
                    <a:pt x="138014" y="469856"/>
                    <a:pt x="130766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8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79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5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6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3" y="271924"/>
                  </a:cubicBezTo>
                  <a:lnTo>
                    <a:pt x="1177" y="271762"/>
                  </a:lnTo>
                  <a:cubicBezTo>
                    <a:pt x="398" y="263805"/>
                    <a:pt x="5" y="255822"/>
                    <a:pt x="0" y="247812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9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100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7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4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487" y="102"/>
                    <a:pt x="243481" y="3"/>
                    <a:pt x="247488" y="0"/>
                  </a:cubicBezTo>
                  <a:lnTo>
                    <a:pt x="257337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72" name="VectorPath 272"/>
            <p:cNvSpPr/>
            <p:nvPr/>
          </p:nvSpPr>
          <p:spPr>
            <a:xfrm>
              <a:off x="5562600" y="46196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7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1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3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9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6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1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1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9" y="476387"/>
                  </a:lnTo>
                  <a:cubicBezTo>
                    <a:pt x="145287" y="473299"/>
                    <a:pt x="138014" y="469856"/>
                    <a:pt x="130766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8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79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5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6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3" y="271924"/>
                  </a:cubicBezTo>
                  <a:lnTo>
                    <a:pt x="1177" y="271762"/>
                  </a:lnTo>
                  <a:cubicBezTo>
                    <a:pt x="393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9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100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7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4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4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73" name="TextBox273"/>
          <p:cNvSpPr txBox="1"/>
          <p:nvPr/>
        </p:nvSpPr>
        <p:spPr>
          <a:xfrm>
            <a:off x="2128540" y="3233516"/>
            <a:ext cx="240446" cy="42648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</p:txBody>
      </p:sp>
      <p:sp>
        <p:nvSpPr>
          <p:cNvPr id="274" name="TextBox274"/>
          <p:cNvSpPr txBox="1"/>
          <p:nvPr/>
        </p:nvSpPr>
        <p:spPr>
          <a:xfrm>
            <a:off x="2129731" y="4767041"/>
            <a:ext cx="239726" cy="42648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75" name="TextBox275"/>
          <p:cNvSpPr txBox="1"/>
          <p:nvPr/>
        </p:nvSpPr>
        <p:spPr>
          <a:xfrm>
            <a:off x="5675561" y="3233516"/>
            <a:ext cx="259884" cy="42648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76" name="TextBox276"/>
          <p:cNvSpPr txBox="1"/>
          <p:nvPr/>
        </p:nvSpPr>
        <p:spPr>
          <a:xfrm>
            <a:off x="5676900" y="4633691"/>
            <a:ext cx="259884" cy="42648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77" name="VectorPath 27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78" name="TextBox278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9" name="TextBox27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A553A488-97E1-436F-6A84-3C8871937EFC}"/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VectorPath 28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81" name="679DA637-1A50-4DB0-A69C-762A8B3BF978"/>
          <p:cNvPicPr>
            <a:picLocks noChangeAspect="1"/>
          </p:cNvPicPr>
          <p:nvPr/>
        </p:nvPicPr>
        <p:blipFill>
          <a:blip r:embed="rId2" cstate="print">
            <a:extLst>
              <a:ext uri="{7D1800DB-72E1-4B8B-88DA-7D77C2FE549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82" name="VectorPath 28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83" name="86C19A14-6FCC-42E0-9C7F-4BF9BB548400"/>
          <p:cNvPicPr>
            <a:picLocks noChangeAspect="1"/>
          </p:cNvPicPr>
          <p:nvPr/>
        </p:nvPicPr>
        <p:blipFill>
          <a:blip r:embed="rId3" cstate="print">
            <a:extLst>
              <a:ext uri="{DD21A01F-2206-46EB-1360-3C72FF3C62F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84" name="34F78EED-8873-46CC-D5B2-FF47B110C960"/>
          <p:cNvPicPr>
            <a:picLocks noChangeAspect="1"/>
          </p:cNvPicPr>
          <p:nvPr/>
        </p:nvPicPr>
        <p:blipFill>
          <a:blip r:embed="rId4" cstate="print">
            <a:extLst>
              <a:ext uri="{4C7AEEC9-BC1E-4305-DB1B-6630A8226A3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85" name="VectorPath 28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86" name="TextBox286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87" name="TextBox28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8" name="4095358A-38FF-45AF-0361-F43E1D28A21C"/>
          <p:cNvPicPr>
            <a:picLocks noChangeAspect="1"/>
          </p:cNvPicPr>
          <p:nvPr/>
        </p:nvPicPr>
        <p:blipFill>
          <a:blip r:embed="rId5" cstate="print">
            <a:extLst>
              <a:ext uri="{0089076E-B2D8-4C31-B9CE-AAFCFF0488B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450D1B0-F2E0-44C3-8B73-41FD49C9C216}"/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VectorPath 28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90" name="58851C46-C5F6-4512-3091-15029CC41535"/>
          <p:cNvPicPr>
            <a:picLocks noChangeAspect="1"/>
          </p:cNvPicPr>
          <p:nvPr/>
        </p:nvPicPr>
        <p:blipFill>
          <a:blip r:embed="rId2" cstate="print">
            <a:extLst>
              <a:ext uri="{DF6D007A-8DAE-4184-AFA9-6801BD8B3CA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91" name="VectorPath 29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92" name="74B54106-164C-4D41-30DD-7A4F6C14E050"/>
          <p:cNvPicPr>
            <a:picLocks noChangeAspect="1"/>
          </p:cNvPicPr>
          <p:nvPr/>
        </p:nvPicPr>
        <p:blipFill>
          <a:blip r:embed="rId3" cstate="print">
            <a:extLst>
              <a:ext uri="{8BD614A4-DB5F-4248-240D-62F8D58D3EC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93" name="17157B40-ED10-4E59-CF66-825A1B37D142"/>
          <p:cNvPicPr>
            <a:picLocks noChangeAspect="1"/>
          </p:cNvPicPr>
          <p:nvPr/>
        </p:nvPicPr>
        <p:blipFill>
          <a:blip r:embed="rId4" cstate="print">
            <a:extLst>
              <a:ext uri="{B99A3856-4DCF-445A-02E3-796BB5B7962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94" name="VectorPath 29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95" name="TextBox295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96" name="TextBox29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97" name="76B95877-0BF2-4413-1DC6-F654D8F688F8"/>
          <p:cNvPicPr>
            <a:picLocks noChangeAspect="1"/>
          </p:cNvPicPr>
          <p:nvPr/>
        </p:nvPicPr>
        <p:blipFill>
          <a:blip r:embed="rId5" cstate="print">
            <a:extLst>
              <a:ext uri="{AA3DE9E6-D66B-493D-4CCF-96D37720C38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E145377-067B-488D-4BBD-BD3CEA6CD59B}"/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VectorPath 29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99" name="1778A917-62FE-4EB2-CE43-87623741C12E"/>
          <p:cNvPicPr>
            <a:picLocks noChangeAspect="1"/>
          </p:cNvPicPr>
          <p:nvPr/>
        </p:nvPicPr>
        <p:blipFill>
          <a:blip r:embed="rId2" cstate="print">
            <a:extLst>
              <a:ext uri="{91054B36-6989-416A-FE23-32EF07747DB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00" name="VectorPath 30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01" name="03C90032-A390-449A-BA96-9A13F4F3ACD4"/>
          <p:cNvPicPr>
            <a:picLocks noChangeAspect="1"/>
          </p:cNvPicPr>
          <p:nvPr/>
        </p:nvPicPr>
        <p:blipFill>
          <a:blip r:embed="rId3" cstate="print">
            <a:extLst>
              <a:ext uri="{FB74A032-4A50-4A5B-6998-BF3EBB3C296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02" name="3F850DCB-4C8C-47DC-0C1A-BDE3F71C0764"/>
          <p:cNvPicPr>
            <a:picLocks noChangeAspect="1"/>
          </p:cNvPicPr>
          <p:nvPr/>
        </p:nvPicPr>
        <p:blipFill>
          <a:blip r:embed="rId4" cstate="print">
            <a:extLst>
              <a:ext uri="{CB4F2434-16CA-4A49-0980-3E2C36EA027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03" name="VectorPath 30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04" name="TextBox304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05" name="TextBox30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06" name="942A554A-8767-48E9-56AF-47E9F47E8E4E"/>
          <p:cNvPicPr>
            <a:picLocks noChangeAspect="1"/>
          </p:cNvPicPr>
          <p:nvPr/>
        </p:nvPicPr>
        <p:blipFill>
          <a:blip r:embed="rId5" cstate="print">
            <a:extLst>
              <a:ext uri="{C9AD158E-09A4-43B4-688B-D25F0B06A5C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130B8D8-1AEB-44F6-2B6B-46B8018DAFF2}"/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VectorPath 30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8" name="441A2D7F-9558-4C81-AA0A-0D961E598C38"/>
          <p:cNvPicPr>
            <a:picLocks noChangeAspect="1"/>
          </p:cNvPicPr>
          <p:nvPr/>
        </p:nvPicPr>
        <p:blipFill>
          <a:blip r:embed="rId2" cstate="print">
            <a:extLst>
              <a:ext uri="{47A7398B-6AFE-453B-2F19-4D1532B17F0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09" name="351CF3E0-5F21-4BAB-7C58-2237F557B7AC"/>
          <p:cNvPicPr>
            <a:picLocks noChangeAspect="1"/>
          </p:cNvPicPr>
          <p:nvPr/>
        </p:nvPicPr>
        <p:blipFill>
          <a:blip r:embed="rId3" cstate="print">
            <a:extLst>
              <a:ext uri="{6D4B6D8F-DB58-4720-C26A-C2435F5A8C3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10" name="VectorPath 31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11" name="57C9E57C-3868-4047-3A19-67CAE6342815"/>
          <p:cNvPicPr>
            <a:picLocks noChangeAspect="1"/>
          </p:cNvPicPr>
          <p:nvPr/>
        </p:nvPicPr>
        <p:blipFill>
          <a:blip r:embed="rId4" cstate="print">
            <a:extLst>
              <a:ext uri="{7B8C7812-6A0B-4021-E05A-2C683C83622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12" name="8FFB411B-19DF-438F-27C9-0D78C04C0B62"/>
          <p:cNvPicPr>
            <a:picLocks noChangeAspect="1"/>
          </p:cNvPicPr>
          <p:nvPr/>
        </p:nvPicPr>
        <p:blipFill>
          <a:blip r:embed="rId5" cstate="print">
            <a:extLst>
              <a:ext uri="{80D4723A-DB95-46DA-8A22-72B81C90E87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13" name="Combination 313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314" name="VectorPath 314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0"/>
                  </a:cubicBezTo>
                  <a:lnTo>
                    <a:pt x="486877" y="486984"/>
                  </a:lnTo>
                  <a:cubicBezTo>
                    <a:pt x="484210" y="489638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315" name="VectorPath 315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1"/>
                  </a:cubicBezTo>
                  <a:lnTo>
                    <a:pt x="486877" y="486984"/>
                  </a:lnTo>
                  <a:cubicBezTo>
                    <a:pt x="484210" y="489637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316" name="VectorPath 316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1"/>
                  </a:cubicBezTo>
                  <a:lnTo>
                    <a:pt x="486877" y="486984"/>
                  </a:lnTo>
                  <a:cubicBezTo>
                    <a:pt x="484210" y="489637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17" name="VectorPath 317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76326"/>
                  </a:lnTo>
                  <a:lnTo>
                    <a:pt x="494937" y="481862"/>
                  </a:lnTo>
                  <a:cubicBezTo>
                    <a:pt x="494394" y="483648"/>
                    <a:pt x="493850" y="485435"/>
                    <a:pt x="493125" y="487185"/>
                  </a:cubicBezTo>
                  <a:lnTo>
                    <a:pt x="493096" y="487255"/>
                  </a:lnTo>
                  <a:cubicBezTo>
                    <a:pt x="491651" y="490720"/>
                    <a:pt x="489597" y="493787"/>
                    <a:pt x="486931" y="496456"/>
                  </a:cubicBezTo>
                  <a:lnTo>
                    <a:pt x="486877" y="496509"/>
                  </a:lnTo>
                  <a:cubicBezTo>
                    <a:pt x="484210" y="499162"/>
                    <a:pt x="481138" y="501209"/>
                    <a:pt x="477660" y="502650"/>
                  </a:cubicBezTo>
                  <a:lnTo>
                    <a:pt x="477590" y="502679"/>
                  </a:lnTo>
                  <a:cubicBezTo>
                    <a:pt x="474134" y="504100"/>
                    <a:pt x="470538" y="504815"/>
                    <a:pt x="466801" y="504825"/>
                  </a:cubicBezTo>
                  <a:lnTo>
                    <a:pt x="28499" y="504825"/>
                  </a:lnTo>
                  <a:lnTo>
                    <a:pt x="22963" y="504462"/>
                  </a:lnTo>
                  <a:cubicBezTo>
                    <a:pt x="21181" y="503920"/>
                    <a:pt x="19397" y="503377"/>
                    <a:pt x="17640" y="502650"/>
                  </a:cubicBezTo>
                  <a:lnTo>
                    <a:pt x="17570" y="502621"/>
                  </a:lnTo>
                  <a:cubicBezTo>
                    <a:pt x="14098" y="501172"/>
                    <a:pt x="11031" y="499117"/>
                    <a:pt x="8316" y="496402"/>
                  </a:cubicBezTo>
                  <a:lnTo>
                    <a:pt x="4657" y="492231"/>
                  </a:lnTo>
                  <a:cubicBezTo>
                    <a:pt x="3781" y="490586"/>
                    <a:pt x="2903" y="488941"/>
                    <a:pt x="2175" y="487185"/>
                  </a:cubicBezTo>
                  <a:lnTo>
                    <a:pt x="2146" y="487115"/>
                  </a:lnTo>
                  <a:cubicBezTo>
                    <a:pt x="725" y="483659"/>
                    <a:pt x="10" y="480063"/>
                    <a:pt x="0" y="47632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318" name="TextBox318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319" name="VectorPath 31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20" name="TextBox320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21" name="TextBox32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050AAB87-3F5A-4100-51C6-FDF3D0DA7FE2}"/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VectorPath 32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23" name="C8BAF617-16CA-47AD-1017-73119AA5E411"/>
          <p:cNvPicPr>
            <a:picLocks noChangeAspect="1"/>
          </p:cNvPicPr>
          <p:nvPr/>
        </p:nvPicPr>
        <p:blipFill>
          <a:blip r:embed="rId2" cstate="print">
            <a:extLst>
              <a:ext uri="{AA75930A-D969-4B3F-458E-824AB197F25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24" name="1536533C-7B02-48E4-7F50-99EC61E3E648"/>
          <p:cNvPicPr>
            <a:picLocks noChangeAspect="1"/>
          </p:cNvPicPr>
          <p:nvPr/>
        </p:nvPicPr>
        <p:blipFill>
          <a:blip r:embed="rId3" cstate="print">
            <a:extLst>
              <a:ext uri="{5353A149-334F-426A-8CAB-D1B1FAAC5BB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25" name="VectorPath 32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26" name="19929EFD-458B-4542-B920-B2A7C882C07D"/>
          <p:cNvPicPr>
            <a:picLocks noChangeAspect="1"/>
          </p:cNvPicPr>
          <p:nvPr/>
        </p:nvPicPr>
        <p:blipFill>
          <a:blip r:embed="rId4" cstate="print">
            <a:extLst>
              <a:ext uri="{9B7D7A1A-928E-4457-E744-78C6803AF04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27" name="7C56017D-1B01-4339-9CDA-E571870F49B0"/>
          <p:cNvPicPr>
            <a:picLocks noChangeAspect="1"/>
          </p:cNvPicPr>
          <p:nvPr/>
        </p:nvPicPr>
        <p:blipFill>
          <a:blip r:embed="rId5" cstate="print">
            <a:extLst>
              <a:ext uri="{71FB129F-8893-4043-99E0-7A0E1D5BF7A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28" name="Combination 328"/>
          <p:cNvGrpSpPr/>
          <p:nvPr/>
        </p:nvGrpSpPr>
        <p:grpSpPr>
          <a:xfrm>
            <a:off x="2000250" y="3076576"/>
            <a:ext cx="495300" cy="2714625"/>
            <a:chOff x="2000250" y="3076576"/>
            <a:chExt cx="495300" cy="2714625"/>
          </a:xfrm>
        </p:grpSpPr>
        <p:sp>
          <p:nvSpPr>
            <p:cNvPr id="329" name="VectorPath 329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30" name="VectorPath 330"/>
            <p:cNvSpPr/>
            <p:nvPr/>
          </p:nvSpPr>
          <p:spPr>
            <a:xfrm>
              <a:off x="2000250" y="36290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31" name="VectorPath 331"/>
            <p:cNvSpPr/>
            <p:nvPr/>
          </p:nvSpPr>
          <p:spPr>
            <a:xfrm>
              <a:off x="2000250" y="41814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32" name="VectorPath 332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33" name="VectorPath 333"/>
            <p:cNvSpPr/>
            <p:nvPr/>
          </p:nvSpPr>
          <p:spPr>
            <a:xfrm>
              <a:off x="2000250" y="528637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334" name="TextBox334"/>
          <p:cNvSpPr txBox="1"/>
          <p:nvPr/>
        </p:nvSpPr>
        <p:spPr>
          <a:xfrm>
            <a:off x="2118568" y="3100166"/>
            <a:ext cx="259884" cy="263628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9971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99702"/>
              </a:lnSpc>
              <a:spcAft>
                <a:spcPts val="991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</a:p>
        </p:txBody>
      </p:sp>
      <p:sp>
        <p:nvSpPr>
          <p:cNvPr id="335" name="VectorPath 33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36" name="TextBox336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37" name="TextBox33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3C98A7F5-5D47-4729-7F9B-F017BD6FEA3B}"/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VectorPath 3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39" name="74D459F0-71AB-4EF6-227F-D89BCA89323F"/>
          <p:cNvPicPr>
            <a:picLocks noChangeAspect="1"/>
          </p:cNvPicPr>
          <p:nvPr/>
        </p:nvPicPr>
        <p:blipFill>
          <a:blip r:embed="rId2" cstate="print">
            <a:extLst>
              <a:ext uri="{1348391C-EF8C-45FF-23AD-F2929A706F8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40" name="VectorPath 34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41" name="AF5F3DBD-95F5-4915-544C-E5938BB9F0BA"/>
          <p:cNvPicPr>
            <a:picLocks noChangeAspect="1"/>
          </p:cNvPicPr>
          <p:nvPr/>
        </p:nvPicPr>
        <p:blipFill>
          <a:blip r:embed="rId3" cstate="print">
            <a:extLst>
              <a:ext uri="{BA309BE2-6582-4BBF-DA08-103C2E9F96F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42" name="7CCB08FC-178E-44F0-71D8-C476A6C7C13B"/>
          <p:cNvPicPr>
            <a:picLocks noChangeAspect="1"/>
          </p:cNvPicPr>
          <p:nvPr/>
        </p:nvPicPr>
        <p:blipFill>
          <a:blip r:embed="rId4" cstate="print">
            <a:extLst>
              <a:ext uri="{775A9F9A-14E9-4B41-ECCB-79D7D35C69C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3" name="VectorPath 34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44" name="TextBox344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45" name="TextBox34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46" name="ED56BCEE-C011-4F3E-BCFE-5455AE305EC6"/>
          <p:cNvPicPr>
            <a:picLocks noChangeAspect="1"/>
          </p:cNvPicPr>
          <p:nvPr/>
        </p:nvPicPr>
        <p:blipFill>
          <a:blip r:embed="rId5" cstate="print">
            <a:extLst>
              <a:ext uri="{16473059-1A36-4C43-F2F6-E971DDAAC41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2E2DBE6-A885-41CE-8B06-E255D42F98BE}"/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VectorPath 3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48" name="87BC1B2A-C538-4F53-8C46-B083771E55EF"/>
          <p:cNvPicPr>
            <a:picLocks noChangeAspect="1"/>
          </p:cNvPicPr>
          <p:nvPr/>
        </p:nvPicPr>
        <p:blipFill>
          <a:blip r:embed="rId2" cstate="print">
            <a:extLst>
              <a:ext uri="{99540F5C-646A-4730-5BCD-E0E86070480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49" name="AFBDAC33-E3F9-476C-58A7-DFAE91E7EA7E"/>
          <p:cNvPicPr>
            <a:picLocks noChangeAspect="1"/>
          </p:cNvPicPr>
          <p:nvPr/>
        </p:nvPicPr>
        <p:blipFill>
          <a:blip r:embed="rId3" cstate="print">
            <a:extLst>
              <a:ext uri="{B4EDF767-765A-44A6-9E22-9B54E12EA38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50" name="VectorPath 35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51" name="4287D71A-5363-484B-25E3-4F2FFF68EF8C"/>
          <p:cNvPicPr>
            <a:picLocks noChangeAspect="1"/>
          </p:cNvPicPr>
          <p:nvPr/>
        </p:nvPicPr>
        <p:blipFill>
          <a:blip r:embed="rId4" cstate="print">
            <a:extLst>
              <a:ext uri="{0A1ABE1B-6405-44FE-ED0A-694DAF24CCF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52" name="56D5C0A4-CFC7-414D-D767-C84398352CCD"/>
          <p:cNvPicPr>
            <a:picLocks noChangeAspect="1"/>
          </p:cNvPicPr>
          <p:nvPr/>
        </p:nvPicPr>
        <p:blipFill>
          <a:blip r:embed="rId5" cstate="print">
            <a:extLst>
              <a:ext uri="{77EBE941-CB0C-4F1E-E739-B62AF35D8BB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53" name="Combination 353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354" name="VectorPath 354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0"/>
                  </a:cubicBezTo>
                  <a:lnTo>
                    <a:pt x="486877" y="486984"/>
                  </a:lnTo>
                  <a:cubicBezTo>
                    <a:pt x="484210" y="489638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55" name="VectorPath 355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2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1"/>
                  </a:cubicBezTo>
                  <a:lnTo>
                    <a:pt x="486877" y="486984"/>
                  </a:lnTo>
                  <a:cubicBezTo>
                    <a:pt x="484210" y="489637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356" name="VectorPath 356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66801"/>
                  </a:lnTo>
                  <a:lnTo>
                    <a:pt x="494937" y="472337"/>
                  </a:lnTo>
                  <a:cubicBezTo>
                    <a:pt x="494394" y="474123"/>
                    <a:pt x="493850" y="475910"/>
                    <a:pt x="493125" y="477660"/>
                  </a:cubicBezTo>
                  <a:lnTo>
                    <a:pt x="493096" y="477730"/>
                  </a:lnTo>
                  <a:cubicBezTo>
                    <a:pt x="491647" y="481202"/>
                    <a:pt x="489592" y="484269"/>
                    <a:pt x="486931" y="486931"/>
                  </a:cubicBezTo>
                  <a:lnTo>
                    <a:pt x="486877" y="486984"/>
                  </a:lnTo>
                  <a:cubicBezTo>
                    <a:pt x="484210" y="489637"/>
                    <a:pt x="481138" y="491684"/>
                    <a:pt x="477660" y="493125"/>
                  </a:cubicBezTo>
                  <a:lnTo>
                    <a:pt x="477590" y="493154"/>
                  </a:lnTo>
                  <a:cubicBezTo>
                    <a:pt x="474134" y="494575"/>
                    <a:pt x="470538" y="495290"/>
                    <a:pt x="466801" y="495300"/>
                  </a:cubicBezTo>
                  <a:lnTo>
                    <a:pt x="28499" y="495300"/>
                  </a:lnTo>
                  <a:lnTo>
                    <a:pt x="22963" y="494937"/>
                  </a:lnTo>
                  <a:cubicBezTo>
                    <a:pt x="21179" y="494394"/>
                    <a:pt x="19396" y="493851"/>
                    <a:pt x="17640" y="493125"/>
                  </a:cubicBezTo>
                  <a:lnTo>
                    <a:pt x="17570" y="493096"/>
                  </a:lnTo>
                  <a:cubicBezTo>
                    <a:pt x="14102" y="491650"/>
                    <a:pt x="11033" y="489594"/>
                    <a:pt x="8316" y="486877"/>
                  </a:cubicBezTo>
                  <a:lnTo>
                    <a:pt x="4657" y="482706"/>
                  </a:lnTo>
                  <a:cubicBezTo>
                    <a:pt x="3779" y="481058"/>
                    <a:pt x="2900" y="479410"/>
                    <a:pt x="2175" y="477660"/>
                  </a:cubicBezTo>
                  <a:lnTo>
                    <a:pt x="2146" y="477590"/>
                  </a:lnTo>
                  <a:cubicBezTo>
                    <a:pt x="725" y="474134"/>
                    <a:pt x="10" y="470538"/>
                    <a:pt x="0" y="466801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357" name="VectorPath 357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472337" y="363"/>
                  </a:moveTo>
                  <a:cubicBezTo>
                    <a:pt x="474123" y="906"/>
                    <a:pt x="475910" y="1450"/>
                    <a:pt x="477660" y="2175"/>
                  </a:cubicBezTo>
                  <a:lnTo>
                    <a:pt x="477730" y="2204"/>
                  </a:lnTo>
                  <a:cubicBezTo>
                    <a:pt x="481202" y="3653"/>
                    <a:pt x="484269" y="5708"/>
                    <a:pt x="486984" y="8423"/>
                  </a:cubicBezTo>
                  <a:lnTo>
                    <a:pt x="490642" y="12594"/>
                  </a:lnTo>
                  <a:cubicBezTo>
                    <a:pt x="491520" y="14240"/>
                    <a:pt x="492397" y="15884"/>
                    <a:pt x="493125" y="17640"/>
                  </a:cubicBezTo>
                  <a:lnTo>
                    <a:pt x="493154" y="17710"/>
                  </a:lnTo>
                  <a:cubicBezTo>
                    <a:pt x="494573" y="21158"/>
                    <a:pt x="495289" y="24754"/>
                    <a:pt x="495300" y="28499"/>
                  </a:cubicBezTo>
                  <a:lnTo>
                    <a:pt x="495300" y="476326"/>
                  </a:lnTo>
                  <a:lnTo>
                    <a:pt x="494937" y="481862"/>
                  </a:lnTo>
                  <a:cubicBezTo>
                    <a:pt x="494394" y="483648"/>
                    <a:pt x="493850" y="485435"/>
                    <a:pt x="493125" y="487185"/>
                  </a:cubicBezTo>
                  <a:lnTo>
                    <a:pt x="493096" y="487255"/>
                  </a:lnTo>
                  <a:cubicBezTo>
                    <a:pt x="491651" y="490720"/>
                    <a:pt x="489597" y="493787"/>
                    <a:pt x="486931" y="496456"/>
                  </a:cubicBezTo>
                  <a:lnTo>
                    <a:pt x="486877" y="496509"/>
                  </a:lnTo>
                  <a:cubicBezTo>
                    <a:pt x="484210" y="499162"/>
                    <a:pt x="481138" y="501209"/>
                    <a:pt x="477660" y="502650"/>
                  </a:cubicBezTo>
                  <a:lnTo>
                    <a:pt x="477590" y="502679"/>
                  </a:lnTo>
                  <a:cubicBezTo>
                    <a:pt x="474134" y="504100"/>
                    <a:pt x="470538" y="504815"/>
                    <a:pt x="466801" y="504825"/>
                  </a:cubicBezTo>
                  <a:lnTo>
                    <a:pt x="28499" y="504825"/>
                  </a:lnTo>
                  <a:lnTo>
                    <a:pt x="22963" y="504462"/>
                  </a:lnTo>
                  <a:cubicBezTo>
                    <a:pt x="21181" y="503920"/>
                    <a:pt x="19397" y="503377"/>
                    <a:pt x="17640" y="502650"/>
                  </a:cubicBezTo>
                  <a:lnTo>
                    <a:pt x="17570" y="502621"/>
                  </a:lnTo>
                  <a:cubicBezTo>
                    <a:pt x="14098" y="501172"/>
                    <a:pt x="11031" y="499117"/>
                    <a:pt x="8316" y="496402"/>
                  </a:cubicBezTo>
                  <a:lnTo>
                    <a:pt x="4657" y="492231"/>
                  </a:lnTo>
                  <a:cubicBezTo>
                    <a:pt x="3781" y="490586"/>
                    <a:pt x="2903" y="488941"/>
                    <a:pt x="2175" y="487185"/>
                  </a:cubicBezTo>
                  <a:lnTo>
                    <a:pt x="2146" y="487115"/>
                  </a:lnTo>
                  <a:cubicBezTo>
                    <a:pt x="725" y="483659"/>
                    <a:pt x="10" y="480063"/>
                    <a:pt x="0" y="476326"/>
                  </a:cubicBezTo>
                  <a:lnTo>
                    <a:pt x="0" y="28499"/>
                  </a:lnTo>
                  <a:lnTo>
                    <a:pt x="363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70"/>
                  </a:lnTo>
                  <a:cubicBezTo>
                    <a:pt x="3649" y="14105"/>
                    <a:pt x="5703" y="11038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58" y="727"/>
                    <a:pt x="24754" y="11"/>
                    <a:pt x="28499" y="0"/>
                  </a:cubicBezTo>
                  <a:lnTo>
                    <a:pt x="466801" y="0"/>
                  </a:ln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358" name="TextBox358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359" name="VectorPath 35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60" name="TextBox360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1" name="TextBox36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B03029EF-8A47-4377-4778-9B8EBE9D836D}"/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VectorPath 36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63" name="2EAC6AEA-4FA2-453C-9F3D-20D8A53FAE24"/>
          <p:cNvPicPr>
            <a:picLocks noChangeAspect="1"/>
          </p:cNvPicPr>
          <p:nvPr/>
        </p:nvPicPr>
        <p:blipFill>
          <a:blip r:embed="rId2" cstate="print">
            <a:extLst>
              <a:ext uri="{B110E48B-6AAC-4290-0911-8ACE80393EE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364" name="9997D00C-F3BA-449E-C3C5-26C295C5D6E8"/>
          <p:cNvPicPr>
            <a:picLocks noChangeAspect="1"/>
          </p:cNvPicPr>
          <p:nvPr/>
        </p:nvPicPr>
        <p:blipFill>
          <a:blip r:embed="rId3" cstate="print">
            <a:extLst>
              <a:ext uri="{8B2E1C30-F64E-422E-68CE-9492602ED60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365" name="VectorPath 36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66" name="FC58AE2F-4D33-45F3-5E04-E049D62D20D0"/>
          <p:cNvPicPr>
            <a:picLocks noChangeAspect="1"/>
          </p:cNvPicPr>
          <p:nvPr/>
        </p:nvPicPr>
        <p:blipFill>
          <a:blip r:embed="rId4" cstate="print">
            <a:extLst>
              <a:ext uri="{F99B1B25-4631-440F-E452-966D53267A4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67" name="D7E0AA6B-E4F9-4D50-219D-BF796AF8A363"/>
          <p:cNvPicPr>
            <a:picLocks noChangeAspect="1"/>
          </p:cNvPicPr>
          <p:nvPr/>
        </p:nvPicPr>
        <p:blipFill>
          <a:blip r:embed="rId5" cstate="print">
            <a:extLst>
              <a:ext uri="{6BDE8DEF-CD2D-43AE-5EEB-3483EE08B25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368" name="Combination 368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369" name="VectorPath 369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70" name="VectorPath 370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371" name="VectorPath 371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372" name="VectorPath 372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373" name="TextBox373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374" name="VectorPath 37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75" name="TextBox375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76" name="TextBox37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647A86A5-2BD2-4873-9D89-1AB4679E8993}"/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VectorPath 37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78" name="44833083-3082-489E-B101-5DEBC2BE366A"/>
          <p:cNvPicPr>
            <a:picLocks noChangeAspect="1"/>
          </p:cNvPicPr>
          <p:nvPr/>
        </p:nvPicPr>
        <p:blipFill>
          <a:blip r:embed="rId2" cstate="print">
            <a:extLst>
              <a:ext uri="{9E6EC167-C3CD-4BE8-C181-6733D0DC3C7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79" name="VectorPath 37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80" name="B8487C58-10A5-4759-7E76-4D3D00607BF7"/>
          <p:cNvPicPr>
            <a:picLocks noChangeAspect="1"/>
          </p:cNvPicPr>
          <p:nvPr/>
        </p:nvPicPr>
        <p:blipFill>
          <a:blip r:embed="rId3" cstate="print">
            <a:extLst>
              <a:ext uri="{4260FCFE-E27F-483A-28E3-4D5CFDEB4A9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81" name="41F1E12B-E389-409A-185C-14507ECA3468"/>
          <p:cNvPicPr>
            <a:picLocks noChangeAspect="1"/>
          </p:cNvPicPr>
          <p:nvPr/>
        </p:nvPicPr>
        <p:blipFill>
          <a:blip r:embed="rId4" cstate="print">
            <a:extLst>
              <a:ext uri="{126784F8-BB49-4CA6-0035-965103AFC58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82" name="VectorPath 38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83" name="TextBox383"/>
          <p:cNvSpPr txBox="1"/>
          <p:nvPr/>
        </p:nvSpPr>
        <p:spPr>
          <a:xfrm>
            <a:off x="946547" y="7229058"/>
            <a:ext cx="176336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4.5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等价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关系与偏序关系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84" name="TextBox38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85" name="09068E62-6065-4056-21B8-4A05CDD5E561"/>
          <p:cNvPicPr>
            <a:picLocks noChangeAspect="1"/>
          </p:cNvPicPr>
          <p:nvPr/>
        </p:nvPicPr>
        <p:blipFill>
          <a:blip r:embed="rId5" cstate="print">
            <a:extLst>
              <a:ext uri="{8F3F6501-B825-4CA2-66F0-7BA5B953945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6E75E29-19FD-4C43-14A6-8433E42BCB4B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6CA96028-74C3-4B06-4FAF-53219BB39D57}"/>
  </a:extLst>
</a:theme>
</file>