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88.png" ContentType="image/png"/>
  <Override PartName="/ppt/media/image45.png" ContentType="image/png"/>
  <Override PartName="/ppt/media/image47.png" ContentType="image/png"/>
  <Override PartName="/ppt/media/image49.png" ContentType="image/png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media/image91.png" ContentType="image/png"/>
  <Override PartName="/ppt/slides/slide24.xml" ContentType="application/vnd.openxmlformats-officedocument.presentationml.slide+xml"/>
  <Override PartName="/ppt/media/image93.png" ContentType="image/png"/>
  <Override PartName="/ppt/slides/slide26.xml" ContentType="application/vnd.openxmlformats-officedocument.presentationml.slide+xml"/>
  <Override PartName="/ppt/media/image50.png" ContentType="image/png"/>
  <Override PartName="/ppt/media/image95.png" ContentType="image/png"/>
  <Override PartName="/ppt/slides/slide28.xml" ContentType="application/vnd.openxmlformats-officedocument.presentationml.slide+xml"/>
  <Override PartName="/ppt/media/image52.png" ContentType="image/png"/>
  <Override PartName="/ppt/media/image97.png" ContentType="image/png"/>
  <Override PartName="/ppt/media/image54.png" ContentType="image/png"/>
  <Override PartName="/ppt/media/image99.png" ContentType="image/png"/>
  <Override PartName="/ppt/media/image11.png" ContentType="image/png"/>
  <Override PartName="/ppt/media/image56.png" ContentType="image/png"/>
  <Override PartName="/ppt/media/image13.png" ContentType="image/png"/>
  <Override PartName="/ppt/media/image58.png" ContentType="image/png"/>
  <Override PartName="/ppt/media/image15.png" ContentType="image/png"/>
  <Override PartName="/ppt/media/image101.png" ContentType="image/png"/>
  <Override PartName="/ppt/media/image17.png" ContentType="image/png"/>
  <Override PartName="/ppt/media/image103.png" ContentType="image/png"/>
  <Override PartName="/ppt/media/image19.png" ContentType="image/png"/>
  <Override PartName="/ppt/media/image105.png" ContentType="image/png"/>
  <Override PartName="/ppt/media/image107.png" ContentType="image/png"/>
  <Override PartName="/ppt/presentation.xml" ContentType="application/vnd.openxmlformats-officedocument.presentationml.presentation.main+xml"/>
  <Override PartName="/ppt/media/image109.png" ContentType="image/png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7.xml" ContentType="application/vnd.openxmlformats-officedocument.presentationml.slide+xml"/>
  <Override PartName="/ppt/media/image61.png" ContentType="image/png"/>
  <Override PartName="/ppt/media/image63.png" ContentType="image/png"/>
  <Override PartName="/ppt/media/image20.png" ContentType="image/png"/>
  <Override PartName="/ppt/media/image65.png" ContentType="image/png"/>
  <Override PartName="/ppt/media/image22.png" ContentType="image/png"/>
  <Override PartName="/ppt/media/image67.png" ContentType="image/png"/>
  <Override PartName="/ppt/media/image24.png" ContentType="image/png"/>
  <Override PartName="/ppt/media/image69.png" ContentType="image/png"/>
  <Override PartName="/ppt/media/image110.png" ContentType="image/png"/>
  <Override PartName="/ppt/media/image26.png" ContentType="image/png"/>
  <Override PartName="/ppt/media/image112.png" ContentType="image/png"/>
  <Override PartName="/ppt/media/image28.png" ContentType="image/png"/>
  <Override PartName="/ppt/media/image114.png" ContentType="image/png"/>
  <Override PartName="/ppt/media/image116.png" ContentType="image/png"/>
  <Override PartName="/ppt/media/image118.png" ContentType="image/png"/>
  <Override PartName="/ppt/tableStyles.xml" ContentType="application/vnd.openxmlformats-officedocument.presentationml.tableStyles+xml"/>
  <Override PartName="/ppt/media/image70.png" ContentType="image/png"/>
  <Override PartName="/ppt/media/image72.png" ContentType="image/png"/>
  <Override PartName="/ppt/media/image74.png" ContentType="image/png"/>
  <Override PartName="/ppt/media/image31.png" ContentType="image/png"/>
  <Override PartName="/ppt/media/image76.png" ContentType="image/png"/>
  <Override PartName="/ppt/media/image33.png" ContentType="image/png"/>
  <Override PartName="/ppt/media/image78.png" ContentType="image/png"/>
  <Override PartName="/ppt/media/image35.png" ContentType="image/png"/>
  <Override PartName="/ppt/media/image37.png" ContentType="image/png"/>
  <Override PartName="/ppt/media/image1.png" ContentType="image/png"/>
  <Override PartName="/ppt/media/image39.png" ContentType="image/png"/>
  <Override PartName="/ppt/media/image3.png" ContentType="image/png"/>
  <Override PartName="/ppt/media/image5.png" ContentType="image/png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media/image7.png" ContentType="image/png"/>
  <Override PartName="/ppt/slideLayouts/slideLayout3.xml" ContentType="application/vnd.openxmlformats-officedocument.presentationml.slideLayout+xml"/>
  <Override PartName="/ppt/slides/slide3.xml" ContentType="application/vnd.openxmlformats-officedocument.presentationml.slide+xml"/>
  <Override PartName="/ppt/media/image9.png" ContentType="image/png"/>
  <Override PartName="/ppt/slideLayouts/slideLayout5.xml" ContentType="application/vnd.openxmlformats-officedocument.presentationml.slideLayout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media/image81.png" ContentType="image/png"/>
  <Override PartName="/ppt/media/image83.png" ContentType="image/png"/>
  <Override PartName="/ppt/slides/slide16.xml" ContentType="application/vnd.openxmlformats-officedocument.presentationml.slide+xml"/>
  <Override PartName="/ppt/media/image40.png" ContentType="image/png"/>
  <Override PartName="/ppt/media/image85.png" ContentType="image/png"/>
  <Override PartName="/ppt/slides/slide18.xml" ContentType="application/vnd.openxmlformats-officedocument.presentationml.slide+xml"/>
  <Override PartName="/ppt/media/image42.png" ContentType="image/png"/>
  <Override PartName="/ppt/media/image87.png" ContentType="image/png"/>
  <Override PartName="/ppt/media/image44.png" ContentType="image/png"/>
  <Override PartName="/ppt/media/image89.png" ContentType="image/png"/>
  <Override PartName="/ppt/media/image46.png" ContentType="image/png"/>
  <Override PartName="/ppt/media/image48.png" ContentType="image/png"/>
  <Override PartName="/ppt/slides/slide21.xml" ContentType="application/vnd.openxmlformats-officedocument.presentationml.slide+xml"/>
  <Override PartName="/ppt/media/image90.png" ContentType="image/png"/>
  <Override PartName="/ppt/slides/slide23.xml" ContentType="application/vnd.openxmlformats-officedocument.presentationml.slide+xml"/>
  <Override PartName="/ppt/media/image92.png" ContentType="image/png"/>
  <Override PartName="/ppt/slides/slide25.xml" ContentType="application/vnd.openxmlformats-officedocument.presentationml.slide+xml"/>
  <Override PartName="/ppt/media/image94.png" ContentType="image/png"/>
  <Override PartName="/ppt/slides/slide27.xml" ContentType="application/vnd.openxmlformats-officedocument.presentationml.slide+xml"/>
  <Override PartName="/ppt/media/image51.png" ContentType="image/png"/>
  <Override PartName="/ppt/media/image96.png" ContentType="image/png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media/image53.png" ContentType="image/png"/>
  <Override PartName="/ppt/media/image98.png" ContentType="image/png"/>
  <Override PartName="/ppt/media/image10.png" ContentType="image/png"/>
  <Override PartName="/ppt/theme/theme1.xml" ContentType="application/vnd.openxmlformats-officedocument.theme+xml"/>
  <Override PartName="/ppt/media/image55.png" ContentType="image/png"/>
  <Override PartName="/ppt/media/image12.png" ContentType="image/png"/>
  <Override PartName="/ppt/media/image57.png" ContentType="image/png"/>
  <Override PartName="/ppt/media/image14.png" ContentType="image/png"/>
  <Override PartName="/ppt/media/image59.png" ContentType="image/png"/>
  <Override PartName="/ppt/media/image100.png" ContentType="image/png"/>
  <Override PartName="/ppt/media/image16.png" ContentType="image/png"/>
  <Override PartName="/ppt/media/image102.png" ContentType="image/png"/>
  <Override PartName="/ppt/media/image18.png" ContentType="image/png"/>
  <Override PartName="/ppt/media/image104.png" ContentType="image/png"/>
  <Override PartName="/ppt/media/image106.png" ContentType="image/png"/>
  <Override PartName="/ppt/media/image108.png" ContentType="image/png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media/image60.png" ContentType="image/png"/>
  <Override PartName="/ppt/slides/slide38.xml" ContentType="application/vnd.openxmlformats-officedocument.presentationml.slide+xml"/>
  <Override PartName="/ppt/media/image62.png" ContentType="image/png"/>
  <Override PartName="/ppt/media/image64.png" ContentType="image/png"/>
  <Override PartName="/ppt/media/image21.png" ContentType="image/png"/>
  <Override PartName="/ppt/media/image66.png" ContentType="image/png"/>
  <Override PartName="/ppt/media/image23.png" ContentType="image/png"/>
  <Override PartName="/ppt/media/image68.png" ContentType="image/png"/>
  <Override PartName="/ppt/media/image25.png" ContentType="image/png"/>
  <Override PartName="/ppt/media/image111.png" ContentType="image/png"/>
  <Override PartName="/ppt/media/image27.png" ContentType="image/png"/>
  <Override PartName="/ppt/media/image113.png" ContentType="image/png"/>
  <Override PartName="/ppt/media/image29.png" ContentType="image/png"/>
  <Override PartName="/ppt/media/image115.png" ContentType="image/png"/>
  <Override PartName="/ppt/viewProps.xml" ContentType="application/vnd.openxmlformats-officedocument.presentationml.viewProps+xml"/>
  <Override PartName="/ppt/media/image117.png" ContentType="image/png"/>
  <Override PartName="/ppt/media/image119.png" ContentType="image/png"/>
  <Override PartName="/ppt/media/image71.png" ContentType="image/png"/>
  <Override PartName="/ppt/media/image73.png" ContentType="image/png"/>
  <Override PartName="/ppt/media/image30.png" ContentType="image/png"/>
  <Override PartName="/ppt/media/image75.png" ContentType="image/png"/>
  <Override PartName="/ppt/media/image32.png" ContentType="image/png"/>
  <Override PartName="/ppt/media/image77.png" ContentType="image/png"/>
  <Override PartName="/ppt/media/image34.png" ContentType="image/png"/>
  <Override PartName="/ppt/media/image79.png" ContentType="image/png"/>
  <Override PartName="/ppt/media/image120.png" ContentType="image/png"/>
  <Override PartName="/ppt/media/image36.png" ContentType="image/png"/>
  <Override PartName="/ppt/media/image0.png" ContentType="image/png"/>
  <Override PartName="/ppt/media/image38.png" ContentType="image/png"/>
  <Override PartName="/ppt/media/image2.png" ContentType="image/png"/>
  <Override PartName="/ppt/media/image4.png" ContentType="image/png"/>
  <Override PartName="/ppt/media/image6.png" ContentType="image/png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media/image8.png" ContentType="image/png"/>
  <Override PartName="/ppt/slideLayouts/slideLayout4.xml" ContentType="application/vnd.openxmlformats-officedocument.presentationml.slideLayout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.xml" ContentType="application/vnd.openxmlformats-officedocument.presentationml.slide+xml"/>
  <Override PartName="/ppt/media/image80.png" ContentType="image/png"/>
  <Override PartName="/ppt/media/image82.png" ContentType="image/png"/>
  <Override PartName="/ppt/slides/slide15.xml" ContentType="application/vnd.openxmlformats-officedocument.presentationml.slide+xml"/>
  <Override PartName="/ppt/media/image84.png" ContentType="image/png"/>
  <Override PartName="/ppt/slides/slide17.xml" ContentType="application/vnd.openxmlformats-officedocument.presentationml.slide+xml"/>
  <Override PartName="/ppt/media/image41.png" ContentType="image/png"/>
  <Override PartName="/ppt/media/image86.png" ContentType="image/png"/>
  <Override PartName="/ppt/slides/slide1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7D42116C-AC2A-434A-DC29-CE1D1D04AC9C}"/>
    <p:ext uri="{43E15D14-AEEE-406F-9DF3-67E38653B763}"/>
    <p:ext uri="{87C3A3FA-2028-466A-D8BF-0F969139518C}"/>
  </p:extLst>
</p:presentationPr>
</file>

<file path=ppt/tableStyles.xml><?xml version="1.0" encoding="utf-8"?>
<a:tblStyleLst xmlns:a="http://schemas.openxmlformats.org/drawingml/2006/main" def="{15BF5D81-62BA-4FA4-1ADA-582DFDF4649F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EABD-ADC0-41E1-48D4-A4F42477CAF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67167-96F4-4C55-65A5-5F1186A92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794F97F-3973-4D0D-562E-826235E82EE9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DBDB-D3C4-47A2-98B0-1CC2D40F602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B088A-E55A-415B-CA9A-C7E73A903B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1E614A65-6F98-481B-173F-D39D8897F5E8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E2B4-A28B-4651-37E3-0FCFD661B87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4155A-A508-4CB9-2E31-AC5D88CA5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83A8F2C-80AE-48BA-38DA-6118BE51EAAE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CF40-6444-41CD-A777-2DAC26291BE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A1933-43D4-410B-C3D4-023550542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5881787-F225-4C63-ED57-11AB7B2DC1FC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FC869-37B6-44C5-2E7C-70F7EA80BB1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0C9CF-FCF0-42B6-1376-AFE0A689D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FFB95E4-BB52-49B1-FD0A-E5597AC2DB6F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CEDBA-15FD-4F94-F4A3-B39A6C9F033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3659-F8FD-4B69-AA46-BDC4DD3ADC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F30CA70-B02B-4DD7-4659-69C1D7C9F7BB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6BD0-AEB9-4AAB-900B-A8262D7EDA1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AE1A-C264-4E69-701C-793CBDC1A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E515852-9D66-420E-5F55-E6EF88CC6DD1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92FD1-1E3C-4A65-3580-8E244B694F62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0F69D-63BE-45B2-11A8-9181E2E85D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E2CC59D-4C6E-4318-7AFA-968A0AE6A4A0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11-07A6-4C40-705A-52933007CF8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45594-EDF4-4D29-EECA-72920E54DF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8B7FEB6-8837-450B-F04E-E0EB32E9D2AD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EE7C0-1085-434D-CBB0-47BE78BC68E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5AC5E-6697-4E73-447D-03581E439A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6C15AD6D-DD39-44C0-BC64-B0E16467FF8B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3408-FE24-4E74-168C-C95D866A928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A2649-C246-4B07-BC85-AB4170505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2CC2278-F035-4E45-6BC3-DC22214892EE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EB1D0-59A9-4222-DBE5-81AC75BB1043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37847-66AD-4DDF-838C-606A9390B7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E6D7BEB-26BB-42D8-9B6E-B3FF6EBEC6C9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9.png"/><Relationship Id="rId3" Type="http://schemas.openxmlformats.org/officeDocument/2006/relationships/image" Target="/ppt/media/image70.png"/><Relationship Id="rId4" Type="http://schemas.openxmlformats.org/officeDocument/2006/relationships/image" Target="/ppt/media/image71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2.png"/><Relationship Id="rId3" Type="http://schemas.openxmlformats.org/officeDocument/2006/relationships/image" Target="/ppt/media/image73.png"/><Relationship Id="rId4" Type="http://schemas.openxmlformats.org/officeDocument/2006/relationships/image" Target="/ppt/media/image74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5.png"/><Relationship Id="rId3" Type="http://schemas.openxmlformats.org/officeDocument/2006/relationships/image" Target="/ppt/media/image76.png"/><Relationship Id="rId4" Type="http://schemas.openxmlformats.org/officeDocument/2006/relationships/image" Target="/ppt/media/image77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8.png"/><Relationship Id="rId3" Type="http://schemas.openxmlformats.org/officeDocument/2006/relationships/image" Target="/ppt/media/image79.png"/><Relationship Id="rId4" Type="http://schemas.openxmlformats.org/officeDocument/2006/relationships/image" Target="/ppt/media/image80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1.png"/><Relationship Id="rId3" Type="http://schemas.openxmlformats.org/officeDocument/2006/relationships/image" Target="/ppt/media/image82.png"/><Relationship Id="rId4" Type="http://schemas.openxmlformats.org/officeDocument/2006/relationships/image" Target="/ppt/media/image83.png"/><Relationship Id="rId5" Type="http://schemas.openxmlformats.org/officeDocument/2006/relationships/image" Target="/ppt/media/image84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5.png"/><Relationship Id="rId3" Type="http://schemas.openxmlformats.org/officeDocument/2006/relationships/image" Target="/ppt/media/image86.png"/><Relationship Id="rId4" Type="http://schemas.openxmlformats.org/officeDocument/2006/relationships/image" Target="/ppt/media/image87.png"/><Relationship Id="rId5" Type="http://schemas.openxmlformats.org/officeDocument/2006/relationships/image" Target="/ppt/media/image88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9.png"/><Relationship Id="rId3" Type="http://schemas.openxmlformats.org/officeDocument/2006/relationships/image" Target="/ppt/media/image90.png"/><Relationship Id="rId4" Type="http://schemas.openxmlformats.org/officeDocument/2006/relationships/image" Target="/ppt/media/image91.png"/><Relationship Id="rId5" Type="http://schemas.openxmlformats.org/officeDocument/2006/relationships/image" Target="/ppt/media/image92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3.png"/><Relationship Id="rId3" Type="http://schemas.openxmlformats.org/officeDocument/2006/relationships/image" Target="/ppt/media/image94.png"/><Relationship Id="rId4" Type="http://schemas.openxmlformats.org/officeDocument/2006/relationships/image" Target="/ppt/media/image95.png"/><Relationship Id="rId5" Type="http://schemas.openxmlformats.org/officeDocument/2006/relationships/image" Target="/ppt/media/image96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7.png"/><Relationship Id="rId3" Type="http://schemas.openxmlformats.org/officeDocument/2006/relationships/image" Target="/ppt/media/image98.png"/><Relationship Id="rId4" Type="http://schemas.openxmlformats.org/officeDocument/2006/relationships/image" Target="/ppt/media/image99.png"/><Relationship Id="rId5" Type="http://schemas.openxmlformats.org/officeDocument/2006/relationships/image" Target="/ppt/media/image100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1.png"/><Relationship Id="rId3" Type="http://schemas.openxmlformats.org/officeDocument/2006/relationships/image" Target="/ppt/media/image102.png"/><Relationship Id="rId4" Type="http://schemas.openxmlformats.org/officeDocument/2006/relationships/image" Target="/ppt/media/image103.png"/><Relationship Id="rId5" Type="http://schemas.openxmlformats.org/officeDocument/2006/relationships/image" Target="/ppt/media/image104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5.png"/><Relationship Id="rId3" Type="http://schemas.openxmlformats.org/officeDocument/2006/relationships/image" Target="/ppt/media/image106.png"/><Relationship Id="rId4" Type="http://schemas.openxmlformats.org/officeDocument/2006/relationships/image" Target="/ppt/media/image107.png"/><Relationship Id="rId5" Type="http://schemas.openxmlformats.org/officeDocument/2006/relationships/image" Target="/ppt/media/image108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9.png"/><Relationship Id="rId3" Type="http://schemas.openxmlformats.org/officeDocument/2006/relationships/image" Target="/ppt/media/image110.png"/><Relationship Id="rId4" Type="http://schemas.openxmlformats.org/officeDocument/2006/relationships/image" Target="/ppt/media/image111.png"/><Relationship Id="rId5" Type="http://schemas.openxmlformats.org/officeDocument/2006/relationships/image" Target="/ppt/media/image112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13.png"/><Relationship Id="rId3" Type="http://schemas.openxmlformats.org/officeDocument/2006/relationships/image" Target="/ppt/media/image114.png"/><Relationship Id="rId4" Type="http://schemas.openxmlformats.org/officeDocument/2006/relationships/image" Target="/ppt/media/image115.png"/><Relationship Id="rId5" Type="http://schemas.openxmlformats.org/officeDocument/2006/relationships/image" Target="/ppt/media/image116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17.png"/><Relationship Id="rId3" Type="http://schemas.openxmlformats.org/officeDocument/2006/relationships/image" Target="/ppt/media/image118.png"/><Relationship Id="rId4" Type="http://schemas.openxmlformats.org/officeDocument/2006/relationships/image" Target="/ppt/media/image119.png"/><Relationship Id="rId5" Type="http://schemas.openxmlformats.org/officeDocument/2006/relationships/image" Target="/ppt/media/image120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6F20EDC7-46A0-468D-096F-0293BE7E5F9F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7DF78E63-8CB2-4CDA-022D-08003005472F"/>
          <p:cNvPicPr>
            <a:picLocks noChangeAspect="1"/>
          </p:cNvPicPr>
          <p:nvPr/>
        </p:nvPicPr>
        <p:blipFill>
          <a:blip r:embed="rId2" cstate="print">
            <a:extLst>
              <a:ext uri="{18F63B62-1EAA-46F5-1D1F-50AB39D67A61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C57C5146-A0D6-4040-BF68-61E6B03087C5"/>
          <p:cNvPicPr>
            <a:picLocks noChangeAspect="1"/>
          </p:cNvPicPr>
          <p:nvPr/>
        </p:nvPicPr>
        <p:blipFill>
          <a:blip r:embed="rId3" cstate="print">
            <a:extLst>
              <a:ext uri="{69083FFC-090C-4A90-543A-C509066B1B8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608D93F2-4DFE-4687-A18C-973B608036DC"/>
          <p:cNvPicPr>
            <a:picLocks noChangeAspect="1"/>
          </p:cNvPicPr>
          <p:nvPr/>
        </p:nvPicPr>
        <p:blipFill>
          <a:blip r:embed="rId4" cstate="print">
            <a:extLst>
              <a:ext uri="{35A5D39C-F016-4B8D-F40E-4261DB987D2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318B9D46-09FC-4BA2-847B-9182A5B2E0A2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3F6D414D-568F-4CE2-0FCB-F2163FF6F1CC"/>
          <p:cNvPicPr>
            <a:picLocks noChangeAspect="1"/>
          </p:cNvPicPr>
          <p:nvPr/>
        </p:nvPicPr>
        <p:blipFill>
          <a:blip r:embed="rId2" cstate="print">
            <a:extLst>
              <a:ext uri="{D8FF50AF-5BE0-4749-E772-DC577756307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C78E085C-EA02-4A4F-36BB-1500AD3865C9"/>
          <p:cNvPicPr>
            <a:picLocks noChangeAspect="1"/>
          </p:cNvPicPr>
          <p:nvPr/>
        </p:nvPicPr>
        <p:blipFill>
          <a:blip r:embed="rId3" cstate="print">
            <a:extLst>
              <a:ext uri="{4BFD98B3-6885-4966-8A91-7065D971FBE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CCEF3947-DCDD-4A87-9C2C-5A9BDDEE8204"/>
          <p:cNvPicPr>
            <a:picLocks noChangeAspect="1"/>
          </p:cNvPicPr>
          <p:nvPr/>
        </p:nvPicPr>
        <p:blipFill>
          <a:blip r:embed="rId4" cstate="print">
            <a:extLst>
              <a:ext uri="{3F070C85-6856-4AB0-8FC2-8D9DC8E49BC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A0A3CEB-1192-40C8-34AE-DDEAF98C12EA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C8B7CE8A-57C5-4D89-8F3B-47857401298B"/>
          <p:cNvPicPr>
            <a:picLocks noChangeAspect="1"/>
          </p:cNvPicPr>
          <p:nvPr/>
        </p:nvPicPr>
        <p:blipFill>
          <a:blip r:embed="rId2" cstate="print">
            <a:extLst>
              <a:ext uri="{5D80B006-97C6-4C3B-C38A-785E224ACB7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3DA77BC5-495F-4CAF-1906-2BB7637F5169"/>
          <p:cNvPicPr>
            <a:picLocks noChangeAspect="1"/>
          </p:cNvPicPr>
          <p:nvPr/>
        </p:nvPicPr>
        <p:blipFill>
          <a:blip r:embed="rId3" cstate="print">
            <a:extLst>
              <a:ext uri="{FF8C361F-BB0B-4C15-F3E5-7C1A29A19B9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81A5A79E-E69D-427C-1BEC-555E859B4AC5"/>
          <p:cNvPicPr>
            <a:picLocks noChangeAspect="1"/>
          </p:cNvPicPr>
          <p:nvPr/>
        </p:nvPicPr>
        <p:blipFill>
          <a:blip r:embed="rId4" cstate="print">
            <a:extLst>
              <a:ext uri="{4D490578-A267-4E37-A2C1-96CD0929681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175A711-FE07-441D-0426-7E81450E7779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D09267FB-0BAE-4C27-A9D0-68177009E91D"/>
          <p:cNvPicPr>
            <a:picLocks noChangeAspect="1"/>
          </p:cNvPicPr>
          <p:nvPr/>
        </p:nvPicPr>
        <p:blipFill>
          <a:blip r:embed="rId2" cstate="print">
            <a:extLst>
              <a:ext uri="{D032660A-0779-4C47-6C4E-7C751F24C03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611176B9-C652-4867-4AD0-D575EA5684BC"/>
          <p:cNvPicPr>
            <a:picLocks noChangeAspect="1"/>
          </p:cNvPicPr>
          <p:nvPr/>
        </p:nvPicPr>
        <p:blipFill>
          <a:blip r:embed="rId3" cstate="print">
            <a:extLst>
              <a:ext uri="{7B9E82FC-C32B-4802-CA6F-78D85B63A61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29D189CF-BE72-42D4-A689-C4EDCB51BE7E"/>
          <p:cNvPicPr>
            <a:picLocks noChangeAspect="1"/>
          </p:cNvPicPr>
          <p:nvPr/>
        </p:nvPicPr>
        <p:blipFill>
          <a:blip r:embed="rId4" cstate="print">
            <a:extLst>
              <a:ext uri="{1439706A-EB29-4362-2942-1FD6AF99FE9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E0EE87A-C71E-47BB-E40E-F341961CA902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9A9F3E28-5636-4726-A514-51ADFDD027FA"/>
          <p:cNvPicPr>
            <a:picLocks noChangeAspect="1"/>
          </p:cNvPicPr>
          <p:nvPr/>
        </p:nvPicPr>
        <p:blipFill>
          <a:blip r:embed="rId2" cstate="print">
            <a:extLst>
              <a:ext uri="{B37F3C6A-6EA7-49D9-C539-D93C71FFC8E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" name="VectorPath 4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1" name="VectorPath 4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2" name="809CE72B-F247-462E-CDCE-731B26989D5E"/>
          <p:cNvPicPr>
            <a:picLocks noChangeAspect="1"/>
          </p:cNvPicPr>
          <p:nvPr/>
        </p:nvPicPr>
        <p:blipFill>
          <a:blip r:embed="rId3" cstate="print">
            <a:extLst>
              <a:ext uri="{9076B43B-9734-41D4-683C-3CCF345F9E4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" name="VectorPath 4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" name="TextBox44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" name="TextBox4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" name="16DFE3E6-B09C-4C33-34E6-310E2F6C3DDA"/>
          <p:cNvPicPr>
            <a:picLocks noChangeAspect="1"/>
          </p:cNvPicPr>
          <p:nvPr/>
        </p:nvPicPr>
        <p:blipFill>
          <a:blip r:embed="rId4" cstate="print">
            <a:extLst>
              <a:ext uri="{A6BC9A0E-6527-4231-8A9F-6E745272786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5DD16B9-E7B5-4F3C-1A9A-B225C2E0CC49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VectorPath 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" name="1B1E5BBF-2F08-4C4B-6E4C-285303863B69"/>
          <p:cNvPicPr>
            <a:picLocks noChangeAspect="1"/>
          </p:cNvPicPr>
          <p:nvPr/>
        </p:nvPicPr>
        <p:blipFill>
          <a:blip r:embed="rId2" cstate="print">
            <a:extLst>
              <a:ext uri="{775F08AE-9674-464E-ED10-D19CFD143F8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9" name="VectorPath 4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0" name="VectorPath 5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1" name="E74F04F1-BE25-4803-1472-5B012B5E14B9"/>
          <p:cNvPicPr>
            <a:picLocks noChangeAspect="1"/>
          </p:cNvPicPr>
          <p:nvPr/>
        </p:nvPicPr>
        <p:blipFill>
          <a:blip r:embed="rId3" cstate="print">
            <a:extLst>
              <a:ext uri="{E21E1C6A-2C9D-4501-8D9E-54EF3A081F2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2" name="VectorPath 5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3" name="TextBox53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4" name="TextBox54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5" name="42E253BC-0A5B-4D0E-C112-93B20CC6143F"/>
          <p:cNvPicPr>
            <a:picLocks noChangeAspect="1"/>
          </p:cNvPicPr>
          <p:nvPr/>
        </p:nvPicPr>
        <p:blipFill>
          <a:blip r:embed="rId4" cstate="print">
            <a:extLst>
              <a:ext uri="{41755CF6-C36F-472F-4984-611435B339D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6D86669-43D1-435B-E7C1-40D36123046F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VectorPath 5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7" name="CCBBA83A-A4CC-4817-6C7D-35A4D4191252"/>
          <p:cNvPicPr>
            <a:picLocks noChangeAspect="1"/>
          </p:cNvPicPr>
          <p:nvPr/>
        </p:nvPicPr>
        <p:blipFill>
          <a:blip r:embed="rId2" cstate="print">
            <a:extLst>
              <a:ext uri="{EA3500B6-64EB-4254-B576-5815CF9BE65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8" name="VectorPath 5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9" name="VectorPath 5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0" name="1A1E0836-8956-4912-3994-5C2DE1E9E0A7"/>
          <p:cNvPicPr>
            <a:picLocks noChangeAspect="1"/>
          </p:cNvPicPr>
          <p:nvPr/>
        </p:nvPicPr>
        <p:blipFill>
          <a:blip r:embed="rId3" cstate="print">
            <a:extLst>
              <a:ext uri="{F083F0A3-7B35-4270-9B3E-8723C124E01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1" name="VectorPath 6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2" name="TextBox62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3" name="TextBox63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4" name="C44195C6-06AD-46E6-B994-C060227752D3"/>
          <p:cNvPicPr>
            <a:picLocks noChangeAspect="1"/>
          </p:cNvPicPr>
          <p:nvPr/>
        </p:nvPicPr>
        <p:blipFill>
          <a:blip r:embed="rId4" cstate="print">
            <a:extLst>
              <a:ext uri="{0803E826-7C48-4986-FECD-0E72BC86558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ECC0C21-CC48-44DF-8A52-C1F99B0B7803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VectorPath 6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6" name="A2275F7A-F0E6-4B80-40AD-642E3A61658D"/>
          <p:cNvPicPr>
            <a:picLocks noChangeAspect="1"/>
          </p:cNvPicPr>
          <p:nvPr/>
        </p:nvPicPr>
        <p:blipFill>
          <a:blip r:embed="rId2" cstate="print">
            <a:extLst>
              <a:ext uri="{80AEE320-649F-4F79-DBA1-6E6B0AC4F32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7" name="VectorPath 6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8" name="VectorPath 6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9" name="2597A30A-C28F-4384-9BE3-428139A3F198"/>
          <p:cNvPicPr>
            <a:picLocks noChangeAspect="1"/>
          </p:cNvPicPr>
          <p:nvPr/>
        </p:nvPicPr>
        <p:blipFill>
          <a:blip r:embed="rId3" cstate="print">
            <a:extLst>
              <a:ext uri="{39AC1F8B-DF93-41A2-D1E5-56508E1EB5C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0" name="VectorPath 7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1" name="TextBox71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2" name="TextBox72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3" name="6D1D32D3-06C7-41F9-7248-E6C73BCECCCB"/>
          <p:cNvPicPr>
            <a:picLocks noChangeAspect="1"/>
          </p:cNvPicPr>
          <p:nvPr/>
        </p:nvPicPr>
        <p:blipFill>
          <a:blip r:embed="rId4" cstate="print">
            <a:extLst>
              <a:ext uri="{841AA220-0A66-4F85-BB61-5D550572CD8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A98C647-B840-4279-F3B1-33EB75AA848B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VectorPath 7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5" name="0694D126-779A-41C0-E49A-4049992203DE"/>
          <p:cNvPicPr>
            <a:picLocks noChangeAspect="1"/>
          </p:cNvPicPr>
          <p:nvPr/>
        </p:nvPicPr>
        <p:blipFill>
          <a:blip r:embed="rId2" cstate="print">
            <a:extLst>
              <a:ext uri="{F4B6057A-28D7-41F0-E11D-38D87973A51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6" name="VectorPath 7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7" name="VectorPath 7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8" name="C9F4CE99-FED5-4C84-7530-DFCC09278DC8"/>
          <p:cNvPicPr>
            <a:picLocks noChangeAspect="1"/>
          </p:cNvPicPr>
          <p:nvPr/>
        </p:nvPicPr>
        <p:blipFill>
          <a:blip r:embed="rId3" cstate="print">
            <a:extLst>
              <a:ext uri="{3ED2B304-AAB2-462F-CA8A-D72A56ACE47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9" name="VectorPath 7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0" name="TextBox80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1" name="TextBox81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2" name="2EFBEFA3-7EAA-4123-2EEC-362F968B46D1"/>
          <p:cNvPicPr>
            <a:picLocks noChangeAspect="1"/>
          </p:cNvPicPr>
          <p:nvPr/>
        </p:nvPicPr>
        <p:blipFill>
          <a:blip r:embed="rId4" cstate="print">
            <a:extLst>
              <a:ext uri="{B97F69C2-C372-4EA7-D96C-B8363D4E6F8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C840971-085E-4FDD-D46D-8B534007C50E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VectorPath 8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4" name="DE296FAA-2F33-4A8D-7CAE-5239F8DE2D21"/>
          <p:cNvPicPr>
            <a:picLocks noChangeAspect="1"/>
          </p:cNvPicPr>
          <p:nvPr/>
        </p:nvPicPr>
        <p:blipFill>
          <a:blip r:embed="rId2" cstate="print">
            <a:extLst>
              <a:ext uri="{4F2BD08E-F26B-4035-F671-F65EA4DAA05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85" name="VectorPath 8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6" name="VectorPath 8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7" name="CA67F8FC-D42B-444B-EC91-30BF14A77DE2"/>
          <p:cNvPicPr>
            <a:picLocks noChangeAspect="1"/>
          </p:cNvPicPr>
          <p:nvPr/>
        </p:nvPicPr>
        <p:blipFill>
          <a:blip r:embed="rId3" cstate="print">
            <a:extLst>
              <a:ext uri="{B8769B2C-1F23-49F1-AA35-BD907DEBF95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8" name="VectorPath 8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9" name="TextBox89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0" name="TextBox9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1" name="538E45CA-15CE-45E6-F4B7-96BCDC20CDD3"/>
          <p:cNvPicPr>
            <a:picLocks noChangeAspect="1"/>
          </p:cNvPicPr>
          <p:nvPr/>
        </p:nvPicPr>
        <p:blipFill>
          <a:blip r:embed="rId4" cstate="print">
            <a:extLst>
              <a:ext uri="{716356DC-659B-41C3-431B-3B9DCEA796B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F941E8E-0C6E-4E37-6B69-1330687EA266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VectorPath 9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3" name="2BBD45EA-28D8-4067-6879-BDEC0447D841"/>
          <p:cNvPicPr>
            <a:picLocks noChangeAspect="1"/>
          </p:cNvPicPr>
          <p:nvPr/>
        </p:nvPicPr>
        <p:blipFill>
          <a:blip r:embed="rId2" cstate="print">
            <a:extLst>
              <a:ext uri="{D50E755F-8858-49E2-980C-F2B2FAAB4B0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4" name="VectorPath 9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5" name="VectorPath 9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6" name="A8CEB0A5-CDC2-4957-0D09-7AD5D79B7FB5"/>
          <p:cNvPicPr>
            <a:picLocks noChangeAspect="1"/>
          </p:cNvPicPr>
          <p:nvPr/>
        </p:nvPicPr>
        <p:blipFill>
          <a:blip r:embed="rId3" cstate="print">
            <a:extLst>
              <a:ext uri="{47B81ACD-ECD6-41D0-26B6-F730ED2387B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7" name="VectorPath 9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8" name="TextBox98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9" name="TextBox99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0" name="1DA83EA5-BE41-4D32-E4E6-9A87A558C54E"/>
          <p:cNvPicPr>
            <a:picLocks noChangeAspect="1"/>
          </p:cNvPicPr>
          <p:nvPr/>
        </p:nvPicPr>
        <p:blipFill>
          <a:blip r:embed="rId4" cstate="print">
            <a:extLst>
              <a:ext uri="{9E7EC3CD-336B-4ABE-9810-99ACC57DD85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1143A94-6674-432C-3034-516EE6FC1541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VectorPath 10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2" name="D78FC56B-6A95-4EF1-51F2-A1C74015C8D7"/>
          <p:cNvPicPr>
            <a:picLocks noChangeAspect="1"/>
          </p:cNvPicPr>
          <p:nvPr/>
        </p:nvPicPr>
        <p:blipFill>
          <a:blip r:embed="rId2" cstate="print">
            <a:extLst>
              <a:ext uri="{EE2BD322-3DC5-473C-AEC9-58D7A7F9E31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3" name="VectorPath 10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4" name="VectorPath 10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5" name="9EC9816E-D21B-4286-5B2C-2B68239CAAF8"/>
          <p:cNvPicPr>
            <a:picLocks noChangeAspect="1"/>
          </p:cNvPicPr>
          <p:nvPr/>
        </p:nvPicPr>
        <p:blipFill>
          <a:blip r:embed="rId3" cstate="print">
            <a:extLst>
              <a:ext uri="{71400B36-F37B-4BCE-B56D-F41AEC900D0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06" name="VectorPath 10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7" name="TextBox107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8" name="TextBox10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9" name="0E096D6D-0469-44A4-72C2-F3444B1C9DFB"/>
          <p:cNvPicPr>
            <a:picLocks noChangeAspect="1"/>
          </p:cNvPicPr>
          <p:nvPr/>
        </p:nvPicPr>
        <p:blipFill>
          <a:blip r:embed="rId4" cstate="print">
            <a:extLst>
              <a:ext uri="{ABD658F8-F5A7-4F16-3FD6-6BF6D3404CB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442F249-2C5C-4686-4B6A-F3E1F5E73B7C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VectorPath 11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1" name="6EA83801-9B35-4766-1C95-4746FF3A9E27"/>
          <p:cNvPicPr>
            <a:picLocks noChangeAspect="1"/>
          </p:cNvPicPr>
          <p:nvPr/>
        </p:nvPicPr>
        <p:blipFill>
          <a:blip r:embed="rId2" cstate="print">
            <a:extLst>
              <a:ext uri="{CCA3C38D-81BB-49A2-2597-BDE4F10D8F3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2" name="VectorPath 11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3" name="VectorPath 11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4" name="8ADF8A63-7A32-4EF8-A6BE-22BE6FCADA65"/>
          <p:cNvPicPr>
            <a:picLocks noChangeAspect="1"/>
          </p:cNvPicPr>
          <p:nvPr/>
        </p:nvPicPr>
        <p:blipFill>
          <a:blip r:embed="rId3" cstate="print">
            <a:extLst>
              <a:ext uri="{C760956F-E0D4-40DC-D517-003588FF5D5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5" name="VectorPath 11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6" name="TextBox116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7" name="TextBox11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8" name="E0AD277F-20EC-41B3-F1F0-99646958C5DA"/>
          <p:cNvPicPr>
            <a:picLocks noChangeAspect="1"/>
          </p:cNvPicPr>
          <p:nvPr/>
        </p:nvPicPr>
        <p:blipFill>
          <a:blip r:embed="rId4" cstate="print">
            <a:extLst>
              <a:ext uri="{D9433F06-4DD2-4D03-E030-3AFEE60F4B8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F145294-8292-46BE-4C36-B3E7A380E8DE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VectorPath 11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0" name="AE7D1A41-F6D8-44B3-4B20-8364A16EFD92"/>
          <p:cNvPicPr>
            <a:picLocks noChangeAspect="1"/>
          </p:cNvPicPr>
          <p:nvPr/>
        </p:nvPicPr>
        <p:blipFill>
          <a:blip r:embed="rId2" cstate="print">
            <a:extLst>
              <a:ext uri="{D3106DDD-F791-4D8A-65B0-E34D19E4876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1" name="VectorPath 12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2" name="VectorPath 12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3" name="1ABCCC71-7DFC-493C-F078-2FCDD60ADC71"/>
          <p:cNvPicPr>
            <a:picLocks noChangeAspect="1"/>
          </p:cNvPicPr>
          <p:nvPr/>
        </p:nvPicPr>
        <p:blipFill>
          <a:blip r:embed="rId3" cstate="print">
            <a:extLst>
              <a:ext uri="{596D5EB7-5B9B-48D1-F984-253E713E990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4" name="VectorPath 12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5" name="TextBox125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6" name="TextBox12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7" name="4997BB8D-2165-4A3E-B0EE-9C089F2E7F78"/>
          <p:cNvPicPr>
            <a:picLocks noChangeAspect="1"/>
          </p:cNvPicPr>
          <p:nvPr/>
        </p:nvPicPr>
        <p:blipFill>
          <a:blip r:embed="rId4" cstate="print">
            <a:extLst>
              <a:ext uri="{62360FF7-AC2B-461F-E324-F3C6CC51A01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DE030F2-E201-4A76-4F05-E80144CF84F6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VectorPath 12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9" name="FEAFDBD0-DCBA-40F2-10DA-5A1296A53300"/>
          <p:cNvPicPr>
            <a:picLocks noChangeAspect="1"/>
          </p:cNvPicPr>
          <p:nvPr/>
        </p:nvPicPr>
        <p:blipFill>
          <a:blip r:embed="rId2" cstate="print">
            <a:extLst>
              <a:ext uri="{83F595DE-92F2-44B9-026F-CA5EE80D39C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0" name="VectorPath 13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1" name="VectorPath 13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2" name="CE5C5759-BD31-430C-DD0A-F08D03E0E3ED"/>
          <p:cNvPicPr>
            <a:picLocks noChangeAspect="1"/>
          </p:cNvPicPr>
          <p:nvPr/>
        </p:nvPicPr>
        <p:blipFill>
          <a:blip r:embed="rId3" cstate="print">
            <a:extLst>
              <a:ext uri="{39A02FC2-8F6B-4D39-B77C-158C98AECA7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3" name="VectorPath 13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4" name="TextBox134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5" name="TextBox13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6" name="48754F5D-D555-455D-EF8C-2A1DDC3BB815"/>
          <p:cNvPicPr>
            <a:picLocks noChangeAspect="1"/>
          </p:cNvPicPr>
          <p:nvPr/>
        </p:nvPicPr>
        <p:blipFill>
          <a:blip r:embed="rId4" cstate="print">
            <a:extLst>
              <a:ext uri="{2473220E-B89D-4034-FACC-A3938575294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3DC080E-94F6-486D-E6F4-58F7D86C3E8E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VectorPath 13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8" name="CC5402B7-B134-43D8-303B-FB1A2C2A2B86"/>
          <p:cNvPicPr>
            <a:picLocks noChangeAspect="1"/>
          </p:cNvPicPr>
          <p:nvPr/>
        </p:nvPicPr>
        <p:blipFill>
          <a:blip r:embed="rId2" cstate="print">
            <a:extLst>
              <a:ext uri="{82C6D677-7694-4B01-B7EE-AB0A7174FE1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9" name="VectorPath 13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0" name="VectorPath 14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1" name="ED68FCD7-1EDF-4127-5FD3-C6C27B0FA653"/>
          <p:cNvPicPr>
            <a:picLocks noChangeAspect="1"/>
          </p:cNvPicPr>
          <p:nvPr/>
        </p:nvPicPr>
        <p:blipFill>
          <a:blip r:embed="rId3" cstate="print">
            <a:extLst>
              <a:ext uri="{425BBE64-886A-4DF4-D023-24FBC91CD25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2" name="VectorPath 14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3" name="TextBox143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4" name="TextBox14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5" name="C9AE7971-969D-4AE2-0E02-9B667D994051"/>
          <p:cNvPicPr>
            <a:picLocks noChangeAspect="1"/>
          </p:cNvPicPr>
          <p:nvPr/>
        </p:nvPicPr>
        <p:blipFill>
          <a:blip r:embed="rId4" cstate="print">
            <a:extLst>
              <a:ext uri="{139E6490-64B6-4820-A923-9AC7DF51DAC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06A6A65-D6DB-4694-E238-161B5D55E212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VectorPath 14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7" name="74957F71-3BBE-43AF-3963-A8608EA2A20F"/>
          <p:cNvPicPr>
            <a:picLocks noChangeAspect="1"/>
          </p:cNvPicPr>
          <p:nvPr/>
        </p:nvPicPr>
        <p:blipFill>
          <a:blip r:embed="rId2" cstate="print">
            <a:extLst>
              <a:ext uri="{B7529556-3F1E-448D-CDEA-1B8B6A51E53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8" name="VectorPath 14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9" name="VectorPath 14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0" name="1CFA59B5-C52F-442F-854E-C012C4ABF6E8"/>
          <p:cNvPicPr>
            <a:picLocks noChangeAspect="1"/>
          </p:cNvPicPr>
          <p:nvPr/>
        </p:nvPicPr>
        <p:blipFill>
          <a:blip r:embed="rId3" cstate="print">
            <a:extLst>
              <a:ext uri="{6182BD19-DBF1-4A1E-E861-7014408AD98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1" name="VectorPath 15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2" name="TextBox152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3" name="TextBox15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4" name="895784B9-ABF1-421C-85D0-E60BDF50CC98"/>
          <p:cNvPicPr>
            <a:picLocks noChangeAspect="1"/>
          </p:cNvPicPr>
          <p:nvPr/>
        </p:nvPicPr>
        <p:blipFill>
          <a:blip r:embed="rId4" cstate="print">
            <a:extLst>
              <a:ext uri="{2391924E-9102-4A88-A490-DE01724260D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0474CF7-FCF4-4648-5383-89782B45AD34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VectorPath 15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6" name="E794A16D-49D5-4C75-C6B4-1358A3D1E58D"/>
          <p:cNvPicPr>
            <a:picLocks noChangeAspect="1"/>
          </p:cNvPicPr>
          <p:nvPr/>
        </p:nvPicPr>
        <p:blipFill>
          <a:blip r:embed="rId2" cstate="print">
            <a:extLst>
              <a:ext uri="{2EA6C361-1655-404D-F740-714CCE0C4CC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7" name="VectorPath 15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8" name="VectorPath 15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9" name="706AE01C-A804-4B43-77EB-384C8F921C53"/>
          <p:cNvPicPr>
            <a:picLocks noChangeAspect="1"/>
          </p:cNvPicPr>
          <p:nvPr/>
        </p:nvPicPr>
        <p:blipFill>
          <a:blip r:embed="rId3" cstate="print">
            <a:extLst>
              <a:ext uri="{DAA4D9D9-833D-40D7-3293-950B06F53AC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0" name="VectorPath 16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1" name="TextBox161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2" name="TextBox16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3" name="D9AE6361-7B5F-4FDA-0226-D4D5A2476D16"/>
          <p:cNvPicPr>
            <a:picLocks noChangeAspect="1"/>
          </p:cNvPicPr>
          <p:nvPr/>
        </p:nvPicPr>
        <p:blipFill>
          <a:blip r:embed="rId4" cstate="print">
            <a:extLst>
              <a:ext uri="{18C145D8-C478-4975-AFFA-28F581A274F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261364D-80DE-4177-2244-417E2C7664F9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VectorPath 16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5" name="69AC3CC5-8388-490D-F28F-E9118775D520"/>
          <p:cNvPicPr>
            <a:picLocks noChangeAspect="1"/>
          </p:cNvPicPr>
          <p:nvPr/>
        </p:nvPicPr>
        <p:blipFill>
          <a:blip r:embed="rId2" cstate="print">
            <a:extLst>
              <a:ext uri="{B3980962-BF31-4466-BC66-FD03EC59371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6" name="VectorPath 16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7" name="VectorPath 16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8" name="C4BE2412-273F-4DB7-AB31-BDFF04A33D5F"/>
          <p:cNvPicPr>
            <a:picLocks noChangeAspect="1"/>
          </p:cNvPicPr>
          <p:nvPr/>
        </p:nvPicPr>
        <p:blipFill>
          <a:blip r:embed="rId3" cstate="print">
            <a:extLst>
              <a:ext uri="{8EB915E7-7284-4650-4964-CB34A6D61B8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9" name="VectorPath 16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0" name="TextBox170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1" name="TextBox17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2" name="E78DD975-26C4-46A0-F5FB-13815CDA79FC"/>
          <p:cNvPicPr>
            <a:picLocks noChangeAspect="1"/>
          </p:cNvPicPr>
          <p:nvPr/>
        </p:nvPicPr>
        <p:blipFill>
          <a:blip r:embed="rId4" cstate="print">
            <a:extLst>
              <a:ext uri="{A16219A0-2BB3-41F1-91F8-923E4F6C780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C79D639-FA5F-492E-853D-F1655B4E6C26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VectorPath 17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4" name="0D8A617A-2B34-4BCD-ED7C-3436011E9494"/>
          <p:cNvPicPr>
            <a:picLocks noChangeAspect="1"/>
          </p:cNvPicPr>
          <p:nvPr/>
        </p:nvPicPr>
        <p:blipFill>
          <a:blip r:embed="rId2" cstate="print">
            <a:extLst>
              <a:ext uri="{CFCF3703-836A-41D5-1DF9-A6415874BE5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5" name="VectorPath 17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6" name="VectorPath 17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7" name="B5B4ECD0-B232-476E-213B-BFA0567F6862"/>
          <p:cNvPicPr>
            <a:picLocks noChangeAspect="1"/>
          </p:cNvPicPr>
          <p:nvPr/>
        </p:nvPicPr>
        <p:blipFill>
          <a:blip r:embed="rId3" cstate="print">
            <a:extLst>
              <a:ext uri="{2FD586B3-2839-4DD4-FA9A-91455D2CF48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78" name="VectorPath 17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9" name="TextBox179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0" name="TextBox18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81" name="11DE17C6-CFBA-4714-8F1E-77A0E2634F54"/>
          <p:cNvPicPr>
            <a:picLocks noChangeAspect="1"/>
          </p:cNvPicPr>
          <p:nvPr/>
        </p:nvPicPr>
        <p:blipFill>
          <a:blip r:embed="rId4" cstate="print">
            <a:extLst>
              <a:ext uri="{FFB81274-2016-403A-8E7E-F2ACEA80888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C913F1C-A262-4F47-C93C-9918C45B56B4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VectorPath 18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3" name="534680FE-74F4-41F8-2602-6FE485076280"/>
          <p:cNvPicPr>
            <a:picLocks noChangeAspect="1"/>
          </p:cNvPicPr>
          <p:nvPr/>
        </p:nvPicPr>
        <p:blipFill>
          <a:blip r:embed="rId2" cstate="print">
            <a:extLst>
              <a:ext uri="{4AF07AB2-EE00-463F-39B6-6204B8CB7A3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84" name="VectorPath 18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5" name="VectorPath 18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6" name="AD53F2B1-ECE0-4122-A035-A3628583B5DA"/>
          <p:cNvPicPr>
            <a:picLocks noChangeAspect="1"/>
          </p:cNvPicPr>
          <p:nvPr/>
        </p:nvPicPr>
        <p:blipFill>
          <a:blip r:embed="rId3" cstate="print">
            <a:extLst>
              <a:ext uri="{E6EE4930-1AEE-454D-EA39-B03898B51BE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87" name="VectorPath 18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8" name="TextBox188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9" name="TextBox18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0" name="C7E17A00-21CE-4FEC-9833-DBECF7FA04BD"/>
          <p:cNvPicPr>
            <a:picLocks noChangeAspect="1"/>
          </p:cNvPicPr>
          <p:nvPr/>
        </p:nvPicPr>
        <p:blipFill>
          <a:blip r:embed="rId4" cstate="print">
            <a:extLst>
              <a:ext uri="{1FDCCA52-9136-4B4F-E2B0-0D15CDA4628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7667E7B-DBE5-41B5-F840-5D166782ACA8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VectorPath 19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2" name="72094927-B87D-4ECB-6EAC-975B1A7CEBD4"/>
          <p:cNvPicPr>
            <a:picLocks noChangeAspect="1"/>
          </p:cNvPicPr>
          <p:nvPr/>
        </p:nvPicPr>
        <p:blipFill>
          <a:blip r:embed="rId2" cstate="print">
            <a:extLst>
              <a:ext uri="{93F9E8BC-078F-470E-968D-769117BBDBA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93" name="VectorPath 19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4" name="VectorPath 19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5" name="181E6DDE-716E-482A-C4A3-BFA65053CF3B"/>
          <p:cNvPicPr>
            <a:picLocks noChangeAspect="1"/>
          </p:cNvPicPr>
          <p:nvPr/>
        </p:nvPicPr>
        <p:blipFill>
          <a:blip r:embed="rId3" cstate="print">
            <a:extLst>
              <a:ext uri="{7476AB01-18F4-40B7-0725-7A13975D648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96" name="VectorPath 19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7" name="TextBox197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98" name="TextBox19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9" name="60A075B6-983C-4381-DB78-97A0B8CB0AD5"/>
          <p:cNvPicPr>
            <a:picLocks noChangeAspect="1"/>
          </p:cNvPicPr>
          <p:nvPr/>
        </p:nvPicPr>
        <p:blipFill>
          <a:blip r:embed="rId4" cstate="print">
            <a:extLst>
              <a:ext uri="{012454D2-4A12-4650-3560-40BE32EE2E6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8E78D0E-68FF-42DE-4C47-932F32118257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VectorPath 20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1" name="9BC46EAB-90BD-4FE7-111F-86BDAA14F296"/>
          <p:cNvPicPr>
            <a:picLocks noChangeAspect="1"/>
          </p:cNvPicPr>
          <p:nvPr/>
        </p:nvPicPr>
        <p:blipFill>
          <a:blip r:embed="rId2" cstate="print">
            <a:extLst>
              <a:ext uri="{B9310E0E-BB99-48E2-42D0-3BA443061F2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02" name="VectorPath 20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3" name="VectorPath 20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4" name="2AD432A4-4DAC-4BBB-DA23-02D0E234EDD4"/>
          <p:cNvPicPr>
            <a:picLocks noChangeAspect="1"/>
          </p:cNvPicPr>
          <p:nvPr/>
        </p:nvPicPr>
        <p:blipFill>
          <a:blip r:embed="rId3" cstate="print">
            <a:extLst>
              <a:ext uri="{3AD18F03-8FB1-4B2B-7F1D-987F12E4607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05" name="VectorPath 20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6" name="TextBox206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7" name="TextBox20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08" name="D2287FD3-3F73-4E7C-C62F-3505AE6BA5D5"/>
          <p:cNvPicPr>
            <a:picLocks noChangeAspect="1"/>
          </p:cNvPicPr>
          <p:nvPr/>
        </p:nvPicPr>
        <p:blipFill>
          <a:blip r:embed="rId4" cstate="print">
            <a:extLst>
              <a:ext uri="{36AE4ACD-A66C-45E9-570D-49C489EDBD7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4499E0E-94CC-4D78-0DB8-53F24AD3B68F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VectorPath 20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0" name="34CBC388-9945-4BB1-A65D-9EE922221FF4"/>
          <p:cNvPicPr>
            <a:picLocks noChangeAspect="1"/>
          </p:cNvPicPr>
          <p:nvPr/>
        </p:nvPicPr>
        <p:blipFill>
          <a:blip r:embed="rId2" cstate="print">
            <a:extLst>
              <a:ext uri="{E7D1A620-647E-46D1-DEAF-4D4058BEC31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11" name="VectorPath 21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12" name="VectorPath 21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13" name="1EC63CAA-4F1E-40EF-11A0-4973E0B3F9D9"/>
          <p:cNvPicPr>
            <a:picLocks noChangeAspect="1"/>
          </p:cNvPicPr>
          <p:nvPr/>
        </p:nvPicPr>
        <p:blipFill>
          <a:blip r:embed="rId3" cstate="print">
            <a:extLst>
              <a:ext uri="{E56A3086-6473-43B3-C14E-DCCD8CEB3FC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14" name="VectorPath 21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5" name="TextBox215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6" name="TextBox21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17" name="2DACD171-84E3-41F5-97F7-F400E04C36FF"/>
          <p:cNvPicPr>
            <a:picLocks noChangeAspect="1"/>
          </p:cNvPicPr>
          <p:nvPr/>
        </p:nvPicPr>
        <p:blipFill>
          <a:blip r:embed="rId4" cstate="print">
            <a:extLst>
              <a:ext uri="{242193FA-52C8-4C99-A92F-5E2B2B71277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00D77B4-7118-4F72-A205-9F75C9AB4FA3}"/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VectorPath 21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9" name="FEEF090A-14A8-45DC-1AEE-598A93F459E7"/>
          <p:cNvPicPr>
            <a:picLocks noChangeAspect="1"/>
          </p:cNvPicPr>
          <p:nvPr/>
        </p:nvPicPr>
        <p:blipFill>
          <a:blip r:embed="rId2" cstate="print">
            <a:extLst>
              <a:ext uri="{80972FDE-3877-45C4-2F8F-EAEB8AEE9C0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0" name="VectorPath 22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1" name="VectorPath 22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2" name="0B2F27F4-67B2-4310-1F9A-1DB5DC4FDCE2"/>
          <p:cNvPicPr>
            <a:picLocks noChangeAspect="1"/>
          </p:cNvPicPr>
          <p:nvPr/>
        </p:nvPicPr>
        <p:blipFill>
          <a:blip r:embed="rId3" cstate="print">
            <a:extLst>
              <a:ext uri="{EB6D212F-B26A-4D31-9E27-26FC34EF872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23" name="VectorPath 22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24" name="TextBox224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25" name="TextBox22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6" name="F8815791-7D69-4DCA-F659-F7AC6FA06122"/>
          <p:cNvPicPr>
            <a:picLocks noChangeAspect="1"/>
          </p:cNvPicPr>
          <p:nvPr/>
        </p:nvPicPr>
        <p:blipFill>
          <a:blip r:embed="rId4" cstate="print">
            <a:extLst>
              <a:ext uri="{82E6BFD5-77E2-4D0C-4602-23ECDBD8B17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628A55D-0A60-4794-4D23-F4E197BE74F2}"/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VectorPath 22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28" name="56F1E496-2296-48AF-B6DA-7805EE3D136C"/>
          <p:cNvPicPr>
            <a:picLocks noChangeAspect="1"/>
          </p:cNvPicPr>
          <p:nvPr/>
        </p:nvPicPr>
        <p:blipFill>
          <a:blip r:embed="rId2" cstate="print">
            <a:extLst>
              <a:ext uri="{5387CB33-EF2D-4CE0-1C3B-FA0612187A6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9" name="VectorPath 22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0" name="VectorPath 23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1" name="10D5D0A5-41FF-4AE0-EA6F-3EC35EB7B328"/>
          <p:cNvPicPr>
            <a:picLocks noChangeAspect="1"/>
          </p:cNvPicPr>
          <p:nvPr/>
        </p:nvPicPr>
        <p:blipFill>
          <a:blip r:embed="rId3" cstate="print">
            <a:extLst>
              <a:ext uri="{BDB85490-6B67-4241-F63F-1F67739F13F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32" name="VectorPath 23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3" name="TextBox233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34" name="TextBox23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35" name="8F57AF41-0971-43F1-1B06-ADFDA2FF117B"/>
          <p:cNvPicPr>
            <a:picLocks noChangeAspect="1"/>
          </p:cNvPicPr>
          <p:nvPr/>
        </p:nvPicPr>
        <p:blipFill>
          <a:blip r:embed="rId4" cstate="print">
            <a:extLst>
              <a:ext uri="{BFB0BA45-2C83-472F-CED9-76E2D7CE6BC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E9DBA66-3CCA-4448-B9ED-75AD72C7DBF9}"/>
    </p:extLst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VectorPath 23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37" name="C7287D0B-D9FF-4929-9BEE-B0024218313D"/>
          <p:cNvPicPr>
            <a:picLocks noChangeAspect="1"/>
          </p:cNvPicPr>
          <p:nvPr/>
        </p:nvPicPr>
        <p:blipFill>
          <a:blip r:embed="rId2" cstate="print">
            <a:extLst>
              <a:ext uri="{7131920B-90A8-462D-FF2F-EBD349BFB9F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38" name="VectorPath 23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9" name="VectorPath 23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0" name="7E6BEE48-63D4-46F1-BD00-C2A1205079F3"/>
          <p:cNvPicPr>
            <a:picLocks noChangeAspect="1"/>
          </p:cNvPicPr>
          <p:nvPr/>
        </p:nvPicPr>
        <p:blipFill>
          <a:blip r:embed="rId3" cstate="print">
            <a:extLst>
              <a:ext uri="{07F1E4B2-C6F9-46E9-A677-0FE72F6DFAD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41" name="VectorPath 24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42" name="TextBox242"/>
          <p:cNvSpPr txBox="1"/>
          <p:nvPr/>
        </p:nvSpPr>
        <p:spPr>
          <a:xfrm>
            <a:off x="946547" y="7229071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43" name="TextBox24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44" name="9BF04D72-0012-4853-3358-84526253B78E"/>
          <p:cNvPicPr>
            <a:picLocks noChangeAspect="1"/>
          </p:cNvPicPr>
          <p:nvPr/>
        </p:nvPicPr>
        <p:blipFill>
          <a:blip r:embed="rId4" cstate="print">
            <a:extLst>
              <a:ext uri="{E5F32FFE-2404-453C-BED3-9878BD45830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2E9F2BE-161B-4B22-6A07-6F7A5C5EB6EB}"/>
    </p:extLst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VectorPath 24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46" name="06617582-12C6-46CD-259C-247B8E2569FB"/>
          <p:cNvPicPr>
            <a:picLocks noChangeAspect="1"/>
          </p:cNvPicPr>
          <p:nvPr/>
        </p:nvPicPr>
        <p:blipFill>
          <a:blip r:embed="rId2" cstate="print">
            <a:extLst>
              <a:ext uri="{A050BF9C-0050-4865-5D5F-4BD5E657F16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47" name="VectorPath 247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48" name="94381BFB-1A79-403E-A350-13F2F5CED41C"/>
          <p:cNvPicPr>
            <a:picLocks noChangeAspect="1"/>
          </p:cNvPicPr>
          <p:nvPr/>
        </p:nvPicPr>
        <p:blipFill>
          <a:blip r:embed="rId3" cstate="print">
            <a:extLst>
              <a:ext uri="{AC02AE71-D54E-427A-446E-39DEF54AE0D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49" name="C78C690D-432A-4151-FED4-D1A3119DCE5A"/>
          <p:cNvPicPr>
            <a:picLocks noChangeAspect="1"/>
          </p:cNvPicPr>
          <p:nvPr/>
        </p:nvPicPr>
        <p:blipFill>
          <a:blip r:embed="rId4" cstate="print">
            <a:extLst>
              <a:ext uri="{55F9603C-647B-43FA-8535-4D44E4D7560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0" name="VectorPath 250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51" name="TextBox251"/>
          <p:cNvSpPr txBox="1"/>
          <p:nvPr/>
        </p:nvSpPr>
        <p:spPr>
          <a:xfrm>
            <a:off x="946547" y="7229058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52" name="TextBox252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53" name="96EBF703-9F0F-493F-8B08-A177D669A79C"/>
          <p:cNvPicPr>
            <a:picLocks noChangeAspect="1"/>
          </p:cNvPicPr>
          <p:nvPr/>
        </p:nvPicPr>
        <p:blipFill>
          <a:blip r:embed="rId5" cstate="print">
            <a:extLst>
              <a:ext uri="{1E918039-E587-40DF-ECA6-F2B60EAD9C8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102DB5B-3599-420C-93B7-E4F2EBC2F7BF}"/>
    </p:extLst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VectorPath 25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55" name="C4DAEB87-838C-449E-922A-1C4A10D224F0"/>
          <p:cNvPicPr>
            <a:picLocks noChangeAspect="1"/>
          </p:cNvPicPr>
          <p:nvPr/>
        </p:nvPicPr>
        <p:blipFill>
          <a:blip r:embed="rId2" cstate="print">
            <a:extLst>
              <a:ext uri="{29BF2636-5EA7-45BD-4913-29C5B9FFE2F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56" name="VectorPath 256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57" name="9D57D98E-91D2-4F79-C7D6-F2229832A9EB"/>
          <p:cNvPicPr>
            <a:picLocks noChangeAspect="1"/>
          </p:cNvPicPr>
          <p:nvPr/>
        </p:nvPicPr>
        <p:blipFill>
          <a:blip r:embed="rId3" cstate="print">
            <a:extLst>
              <a:ext uri="{149285A1-3858-4D95-8542-5A890B0EB9A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58" name="8232EBFC-4382-495D-919A-1383EC155600"/>
          <p:cNvPicPr>
            <a:picLocks noChangeAspect="1"/>
          </p:cNvPicPr>
          <p:nvPr/>
        </p:nvPicPr>
        <p:blipFill>
          <a:blip r:embed="rId4" cstate="print">
            <a:extLst>
              <a:ext uri="{5068801B-D850-47D8-1E42-1BB20DC1254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9" name="VectorPath 25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0" name="TextBox260"/>
          <p:cNvSpPr txBox="1"/>
          <p:nvPr/>
        </p:nvSpPr>
        <p:spPr>
          <a:xfrm>
            <a:off x="946547" y="7229058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61" name="TextBox26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62" name="4B4637D0-490A-4F53-84E3-D48F1B064506"/>
          <p:cNvPicPr>
            <a:picLocks noChangeAspect="1"/>
          </p:cNvPicPr>
          <p:nvPr/>
        </p:nvPicPr>
        <p:blipFill>
          <a:blip r:embed="rId5" cstate="print">
            <a:extLst>
              <a:ext uri="{FFED36B6-9573-4AFB-28F3-1B6A7CF5375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9CC458C-514D-4125-3DB3-C8C4633976E1}"/>
    </p:extLst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VectorPath 26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64" name="9D86201E-2601-46AF-C81C-E5F446469035"/>
          <p:cNvPicPr>
            <a:picLocks noChangeAspect="1"/>
          </p:cNvPicPr>
          <p:nvPr/>
        </p:nvPicPr>
        <p:blipFill>
          <a:blip r:embed="rId2" cstate="print">
            <a:extLst>
              <a:ext uri="{D0D9943A-8446-4E60-0FDA-86F72EFF4B0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65" name="VectorPath 26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66" name="8090DBB7-638C-4C44-0B04-471EE44C5406"/>
          <p:cNvPicPr>
            <a:picLocks noChangeAspect="1"/>
          </p:cNvPicPr>
          <p:nvPr/>
        </p:nvPicPr>
        <p:blipFill>
          <a:blip r:embed="rId3" cstate="print">
            <a:extLst>
              <a:ext uri="{C1F242CC-A4C3-4C94-041B-29141DA8CC8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67" name="F0FF7190-A5F0-4C1B-6687-BB534689B393"/>
          <p:cNvPicPr>
            <a:picLocks noChangeAspect="1"/>
          </p:cNvPicPr>
          <p:nvPr/>
        </p:nvPicPr>
        <p:blipFill>
          <a:blip r:embed="rId4" cstate="print">
            <a:extLst>
              <a:ext uri="{03C9B098-59C1-4982-C8B1-F31110595EB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68" name="VectorPath 268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9" name="TextBox269"/>
          <p:cNvSpPr txBox="1"/>
          <p:nvPr/>
        </p:nvSpPr>
        <p:spPr>
          <a:xfrm>
            <a:off x="946547" y="7229058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0" name="TextBox270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71" name="33608664-C76A-4CF3-6A57-5926064AFD2C"/>
          <p:cNvPicPr>
            <a:picLocks noChangeAspect="1"/>
          </p:cNvPicPr>
          <p:nvPr/>
        </p:nvPicPr>
        <p:blipFill>
          <a:blip r:embed="rId5" cstate="print">
            <a:extLst>
              <a:ext uri="{F87F2AC2-F112-48F0-1F6F-7180AD06526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7C7E80C-7F34-4F9D-79A2-B4DDCD070755}"/>
    </p:extLst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VectorPath 27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73" name="817CF161-27CB-4476-B21E-344B2DD853FB"/>
          <p:cNvPicPr>
            <a:picLocks noChangeAspect="1"/>
          </p:cNvPicPr>
          <p:nvPr/>
        </p:nvPicPr>
        <p:blipFill>
          <a:blip r:embed="rId2" cstate="print">
            <a:extLst>
              <a:ext uri="{FB354FE7-6BFA-4841-1D5A-84E797F91D1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74" name="VectorPath 274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75" name="2FC78175-8B02-4834-2061-956F2771E07B"/>
          <p:cNvPicPr>
            <a:picLocks noChangeAspect="1"/>
          </p:cNvPicPr>
          <p:nvPr/>
        </p:nvPicPr>
        <p:blipFill>
          <a:blip r:embed="rId3" cstate="print">
            <a:extLst>
              <a:ext uri="{99175D0D-8961-445F-AD26-95606AED8DC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76" name="CC55FF5D-38D9-4073-C43B-989F31A443BC"/>
          <p:cNvPicPr>
            <a:picLocks noChangeAspect="1"/>
          </p:cNvPicPr>
          <p:nvPr/>
        </p:nvPicPr>
        <p:blipFill>
          <a:blip r:embed="rId4" cstate="print">
            <a:extLst>
              <a:ext uri="{EC753D3A-EB9B-49B5-5496-A1E3F3A1280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77" name="VectorPath 277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78" name="TextBox278"/>
          <p:cNvSpPr txBox="1"/>
          <p:nvPr/>
        </p:nvSpPr>
        <p:spPr>
          <a:xfrm>
            <a:off x="946547" y="7229058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9" name="TextBox279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0" name="9ECAF34F-8B8A-4A80-109B-77A3502AF1ED"/>
          <p:cNvPicPr>
            <a:picLocks noChangeAspect="1"/>
          </p:cNvPicPr>
          <p:nvPr/>
        </p:nvPicPr>
        <p:blipFill>
          <a:blip r:embed="rId5" cstate="print">
            <a:extLst>
              <a:ext uri="{1255D36C-4838-413F-4141-B2DEC2A9A6C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0A880AB-B930-4CD6-B92F-6B9DFE5FAF4A}"/>
    </p:extLst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VectorPath 28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82" name="0C3B7C90-1F3C-464C-1C11-F3C9BC1CC0E9"/>
          <p:cNvPicPr>
            <a:picLocks noChangeAspect="1"/>
          </p:cNvPicPr>
          <p:nvPr/>
        </p:nvPicPr>
        <p:blipFill>
          <a:blip r:embed="rId2" cstate="print">
            <a:extLst>
              <a:ext uri="{38509375-06CB-4A38-930C-1F65A760FA0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83" name="VectorPath 283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84" name="E1EAB14C-4FD4-4814-EBB4-95458D1002D6"/>
          <p:cNvPicPr>
            <a:picLocks noChangeAspect="1"/>
          </p:cNvPicPr>
          <p:nvPr/>
        </p:nvPicPr>
        <p:blipFill>
          <a:blip r:embed="rId3" cstate="print">
            <a:extLst>
              <a:ext uri="{4FA80488-A5A0-49F3-6EC1-A408C605752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85" name="CB6BB5A0-4171-493A-6865-4DE541FA3B4B"/>
          <p:cNvPicPr>
            <a:picLocks noChangeAspect="1"/>
          </p:cNvPicPr>
          <p:nvPr/>
        </p:nvPicPr>
        <p:blipFill>
          <a:blip r:embed="rId4" cstate="print">
            <a:extLst>
              <a:ext uri="{1051C42C-15C6-4D97-3FB3-852EA3EF0C7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86" name="VectorPath 286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87" name="TextBox287"/>
          <p:cNvSpPr txBox="1"/>
          <p:nvPr/>
        </p:nvSpPr>
        <p:spPr>
          <a:xfrm>
            <a:off x="946547" y="7229058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88" name="TextBox288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9" name="688DC0D8-67E5-4D2C-AC97-6E5135E9EA75"/>
          <p:cNvPicPr>
            <a:picLocks noChangeAspect="1"/>
          </p:cNvPicPr>
          <p:nvPr/>
        </p:nvPicPr>
        <p:blipFill>
          <a:blip r:embed="rId5" cstate="print">
            <a:extLst>
              <a:ext uri="{3E5D2AA4-8407-435E-73BF-D08E773A0D1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9F70EBF-F4FE-4105-CDD6-40481FDCAC77}"/>
    </p:extLst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VectorPath 29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91" name="AA0B5219-F2AF-46F3-CEA9-298929556B88"/>
          <p:cNvPicPr>
            <a:picLocks noChangeAspect="1"/>
          </p:cNvPicPr>
          <p:nvPr/>
        </p:nvPicPr>
        <p:blipFill>
          <a:blip r:embed="rId2" cstate="print">
            <a:extLst>
              <a:ext uri="{3D270822-6709-4951-0B3C-A37F660FD01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92" name="VectorPath 292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93" name="AF87292A-0610-47E9-3938-2593DD383EC8"/>
          <p:cNvPicPr>
            <a:picLocks noChangeAspect="1"/>
          </p:cNvPicPr>
          <p:nvPr/>
        </p:nvPicPr>
        <p:blipFill>
          <a:blip r:embed="rId3" cstate="print">
            <a:extLst>
              <a:ext uri="{F43066EC-F3E1-4750-FBD1-53B8CA98654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94" name="076E83EA-4E2F-4ED5-954D-73FAFCB6869B"/>
          <p:cNvPicPr>
            <a:picLocks noChangeAspect="1"/>
          </p:cNvPicPr>
          <p:nvPr/>
        </p:nvPicPr>
        <p:blipFill>
          <a:blip r:embed="rId4" cstate="print">
            <a:extLst>
              <a:ext uri="{352E9C2D-F8F7-4C44-E9D6-D287E1C373F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95" name="VectorPath 29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96" name="TextBox296"/>
          <p:cNvSpPr txBox="1"/>
          <p:nvPr/>
        </p:nvSpPr>
        <p:spPr>
          <a:xfrm>
            <a:off x="946547" y="7229058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97" name="TextBox29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98" name="77F2E4EF-8436-440A-F6F8-9A12C61AF1DD"/>
          <p:cNvPicPr>
            <a:picLocks noChangeAspect="1"/>
          </p:cNvPicPr>
          <p:nvPr/>
        </p:nvPicPr>
        <p:blipFill>
          <a:blip r:embed="rId5" cstate="print">
            <a:extLst>
              <a:ext uri="{79B5C794-4DCD-49AF-9599-08327848BD2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AEA3771-9A79-4D05-8AB8-BEBACB8AC198}"/>
    </p:extLst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VectorPath 29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0" name="54D0E119-FC38-45F7-189F-3CC75189B6E7"/>
          <p:cNvPicPr>
            <a:picLocks noChangeAspect="1"/>
          </p:cNvPicPr>
          <p:nvPr/>
        </p:nvPicPr>
        <p:blipFill>
          <a:blip r:embed="rId2" cstate="print">
            <a:extLst>
              <a:ext uri="{263B393F-BFEB-449F-C072-B0891C48AE6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301" name="A1693DFA-1253-45E4-D56A-7713C2061791"/>
          <p:cNvPicPr>
            <a:picLocks noChangeAspect="1"/>
          </p:cNvPicPr>
          <p:nvPr/>
        </p:nvPicPr>
        <p:blipFill>
          <a:blip r:embed="rId3" cstate="print">
            <a:extLst>
              <a:ext uri="{6F89EF63-F890-45E1-9704-31408D3F031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302" name="VectorPath 302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03" name="889678CA-EFBD-46D5-AD75-D12490A2BB21"/>
          <p:cNvPicPr>
            <a:picLocks noChangeAspect="1"/>
          </p:cNvPicPr>
          <p:nvPr/>
        </p:nvPicPr>
        <p:blipFill>
          <a:blip r:embed="rId4" cstate="print">
            <a:extLst>
              <a:ext uri="{E4F58F70-048D-4B50-88C2-99FA594CE70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04" name="66814DFA-F57F-4AB3-390E-F614CB8F6BD2"/>
          <p:cNvPicPr>
            <a:picLocks noChangeAspect="1"/>
          </p:cNvPicPr>
          <p:nvPr/>
        </p:nvPicPr>
        <p:blipFill>
          <a:blip r:embed="rId5" cstate="print">
            <a:extLst>
              <a:ext uri="{AE46C93C-F16C-426A-8911-03B15070033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305" name="Combination 305"/>
          <p:cNvGrpSpPr/>
          <p:nvPr/>
        </p:nvGrpSpPr>
        <p:grpSpPr>
          <a:xfrm>
            <a:off x="2000250" y="3076576"/>
            <a:ext cx="495300" cy="1323975"/>
            <a:chOff x="2000250" y="3076576"/>
            <a:chExt cx="495300" cy="1323975"/>
          </a:xfrm>
        </p:grpSpPr>
        <p:sp>
          <p:nvSpPr>
            <p:cNvPr id="306" name="VectorPath 306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307" name="VectorPath 307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308" name="TextBox308"/>
          <p:cNvSpPr txBox="1"/>
          <p:nvPr/>
        </p:nvSpPr>
        <p:spPr>
          <a:xfrm>
            <a:off x="2128540" y="3100166"/>
            <a:ext cx="240446" cy="125516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309" name="VectorPath 30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10" name="TextBox310"/>
          <p:cNvSpPr txBox="1"/>
          <p:nvPr/>
        </p:nvSpPr>
        <p:spPr>
          <a:xfrm>
            <a:off x="946547" y="7229058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11" name="TextBox31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F4ADAB84-57A3-4DBF-331C-CBA19ACF750A}"/>
    </p:extLst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VectorPath 31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13" name="76A81C76-A7A0-443E-CCE0-9B6C4104F728"/>
          <p:cNvPicPr>
            <a:picLocks noChangeAspect="1"/>
          </p:cNvPicPr>
          <p:nvPr/>
        </p:nvPicPr>
        <p:blipFill>
          <a:blip r:embed="rId2" cstate="print">
            <a:extLst>
              <a:ext uri="{C85EBFCA-CE3A-4CD8-4A03-F0E0340716C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314" name="95E905D1-9976-4C89-2904-10BF58D154B8"/>
          <p:cNvPicPr>
            <a:picLocks noChangeAspect="1"/>
          </p:cNvPicPr>
          <p:nvPr/>
        </p:nvPicPr>
        <p:blipFill>
          <a:blip r:embed="rId3" cstate="print">
            <a:extLst>
              <a:ext uri="{82A0F6B4-F115-4AB7-C81C-F9775E5D5F8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315" name="VectorPath 31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16" name="FEC4DDBC-ACE0-492E-21A6-8EA10328A916"/>
          <p:cNvPicPr>
            <a:picLocks noChangeAspect="1"/>
          </p:cNvPicPr>
          <p:nvPr/>
        </p:nvPicPr>
        <p:blipFill>
          <a:blip r:embed="rId4" cstate="print">
            <a:extLst>
              <a:ext uri="{4649928F-9C3B-447E-38E0-A268D3BF12F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17" name="2940AD8C-33C5-42D7-2030-D1A5A0F573B5"/>
          <p:cNvPicPr>
            <a:picLocks noChangeAspect="1"/>
          </p:cNvPicPr>
          <p:nvPr/>
        </p:nvPicPr>
        <p:blipFill>
          <a:blip r:embed="rId5" cstate="print">
            <a:extLst>
              <a:ext uri="{3EB0A948-065A-4A97-1671-18532D83CEC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318" name="Combination 318"/>
          <p:cNvGrpSpPr/>
          <p:nvPr/>
        </p:nvGrpSpPr>
        <p:grpSpPr>
          <a:xfrm>
            <a:off x="2000250" y="3076576"/>
            <a:ext cx="495300" cy="1323975"/>
            <a:chOff x="2000250" y="3076576"/>
            <a:chExt cx="495300" cy="1323975"/>
          </a:xfrm>
        </p:grpSpPr>
        <p:sp>
          <p:nvSpPr>
            <p:cNvPr id="319" name="VectorPath 319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20" name="VectorPath 320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321" name="TextBox321"/>
          <p:cNvSpPr txBox="1"/>
          <p:nvPr/>
        </p:nvSpPr>
        <p:spPr>
          <a:xfrm>
            <a:off x="2128540" y="3100166"/>
            <a:ext cx="240446" cy="125516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322" name="VectorPath 322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23" name="TextBox323"/>
          <p:cNvSpPr txBox="1"/>
          <p:nvPr/>
        </p:nvSpPr>
        <p:spPr>
          <a:xfrm>
            <a:off x="946547" y="7229058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24" name="TextBox324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D438C59E-641A-46A0-9637-3922DEFFAFAA}"/>
    </p:extLst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VectorPath 32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26" name="8D57C975-7C73-4F45-106B-9EA5B738B5B5"/>
          <p:cNvPicPr>
            <a:picLocks noChangeAspect="1"/>
          </p:cNvPicPr>
          <p:nvPr/>
        </p:nvPicPr>
        <p:blipFill>
          <a:blip r:embed="rId2" cstate="print">
            <a:extLst>
              <a:ext uri="{CB506C9B-630E-432E-5A6D-C9BC02E8B21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27" name="VectorPath 327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28" name="3F19D717-081B-41CB-5613-1D133EDD4290"/>
          <p:cNvPicPr>
            <a:picLocks noChangeAspect="1"/>
          </p:cNvPicPr>
          <p:nvPr/>
        </p:nvPicPr>
        <p:blipFill>
          <a:blip r:embed="rId3" cstate="print">
            <a:extLst>
              <a:ext uri="{75A098DE-11B3-482A-DA00-54B6499EDFF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29" name="7AAE8B3F-4466-4538-EB0D-A3343751D926"/>
          <p:cNvPicPr>
            <a:picLocks noChangeAspect="1"/>
          </p:cNvPicPr>
          <p:nvPr/>
        </p:nvPicPr>
        <p:blipFill>
          <a:blip r:embed="rId4" cstate="print">
            <a:extLst>
              <a:ext uri="{A845408B-EA91-4061-A36D-8489DC95DE5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30" name="VectorPath 330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31" name="TextBox331"/>
          <p:cNvSpPr txBox="1"/>
          <p:nvPr/>
        </p:nvSpPr>
        <p:spPr>
          <a:xfrm>
            <a:off x="946547" y="7229058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32" name="TextBox332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33" name="9E4F813E-9B92-4545-8FFD-B8C367117DE0"/>
          <p:cNvPicPr>
            <a:picLocks noChangeAspect="1"/>
          </p:cNvPicPr>
          <p:nvPr/>
        </p:nvPicPr>
        <p:blipFill>
          <a:blip r:embed="rId5" cstate="print">
            <a:extLst>
              <a:ext uri="{A0EF9B89-865D-4CE1-B4CC-169241FBA75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D8325E6-8789-4C98-3084-057A78207D49}"/>
    </p:extLst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VectorPath 33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35" name="ACC43ED5-FD6B-4A18-6C65-316D63F07F8F"/>
          <p:cNvPicPr>
            <a:picLocks noChangeAspect="1"/>
          </p:cNvPicPr>
          <p:nvPr/>
        </p:nvPicPr>
        <p:blipFill>
          <a:blip r:embed="rId2" cstate="print">
            <a:extLst>
              <a:ext uri="{089CA958-B436-4A3C-AE54-30AD70F1906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36" name="VectorPath 336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37" name="E045EBD7-A37C-45D7-1F6F-07B1F5D44D81"/>
          <p:cNvPicPr>
            <a:picLocks noChangeAspect="1"/>
          </p:cNvPicPr>
          <p:nvPr/>
        </p:nvPicPr>
        <p:blipFill>
          <a:blip r:embed="rId3" cstate="print">
            <a:extLst>
              <a:ext uri="{74214902-AEF6-468F-FE60-1CC7E087669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38" name="9D66F231-5FF3-4BB7-2BEF-8175BB469A57"/>
          <p:cNvPicPr>
            <a:picLocks noChangeAspect="1"/>
          </p:cNvPicPr>
          <p:nvPr/>
        </p:nvPicPr>
        <p:blipFill>
          <a:blip r:embed="rId4" cstate="print">
            <a:extLst>
              <a:ext uri="{B7552D62-58F8-49F9-A50B-B870D05DEC6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39" name="VectorPath 33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40" name="TextBox340"/>
          <p:cNvSpPr txBox="1"/>
          <p:nvPr/>
        </p:nvSpPr>
        <p:spPr>
          <a:xfrm>
            <a:off x="946547" y="7229058"/>
            <a:ext cx="64454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6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论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41" name="TextBox34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42" name="5E2730F2-110F-4A12-6671-38D35F9D875F"/>
          <p:cNvPicPr>
            <a:picLocks noChangeAspect="1"/>
          </p:cNvPicPr>
          <p:nvPr/>
        </p:nvPicPr>
        <p:blipFill>
          <a:blip r:embed="rId5" cstate="print">
            <a:extLst>
              <a:ext uri="{B2BA8EB5-1BDB-4210-AE39-DF996A26DC3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B76A786-770C-468E-DB28-2E2BFDAE8AC0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12514770-6B33-46A2-BB4B-8E44F54B5F88}"/>
  </a:extLst>
</a:theme>
</file>