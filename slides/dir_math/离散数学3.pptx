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media/image50.png" ContentType="image/png"/>
  <Override PartName="/ppt/slides/slide28.xml" ContentType="application/vnd.openxmlformats-officedocument.presentationml.slide+xml"/>
  <Override PartName="/ppt/media/image51.png" ContentType="image/png"/>
  <Override PartName="/ppt/media/image52.png" ContentType="image/png"/>
  <Override PartName="/ppt/media/image53.png" ContentType="image/png"/>
  <Override PartName="/ppt/presProps.xml" ContentType="application/vnd.openxmlformats-officedocument.presentationml.presProps+xml"/>
  <Override PartName="/ppt/media/image54.png" ContentType="image/png"/>
  <Override PartName="/ppt/media/image10.png" ContentType="image/png"/>
  <Override PartName="/ppt/media/image55.png" ContentType="image/png"/>
  <Override PartName="/ppt/theme/theme1.xml" ContentType="application/vnd.openxmlformats-officedocument.theme+xml"/>
  <Override PartName="/ppt/media/image11.png" ContentType="image/png"/>
  <Override PartName="/ppt/media/image56.png" ContentType="image/png"/>
  <Override PartName="/ppt/media/image12.png" ContentType="image/png"/>
  <Override PartName="/ppt/media/image57.png" ContentType="image/png"/>
  <Override PartName="/ppt/media/image13.png" ContentType="image/png"/>
  <Override PartName="/ppt/media/image58.png" ContentType="image/png"/>
  <Override PartName="/ppt/media/image14.png" ContentType="image/png"/>
  <Override PartName="/ppt/media/image59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presentation.xml" ContentType="application/vnd.openxmlformats-officedocument.presentationml.presentation.main+xml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20.png" ContentType="image/png"/>
  <Override PartName="/ppt/media/image65.png" ContentType="image/png"/>
  <Override PartName="/ppt/media/image21.png" ContentType="image/png"/>
  <Override PartName="/ppt/media/image66.png" ContentType="image/png"/>
  <Override PartName="/ppt/media/image22.png" ContentType="image/png"/>
  <Override PartName="/ppt/media/image67.png" ContentType="image/png"/>
  <Override PartName="/ppt/media/image23.png" ContentType="image/png"/>
  <Override PartName="/ppt/media/image68.png" ContentType="image/png"/>
  <Override PartName="/ppt/media/image24.png" ContentType="image/png"/>
  <Override PartName="/ppt/media/image69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media/image70.png" ContentType="image/png"/>
  <Override PartName="/ppt/media/image71.png" ContentType="image/png"/>
  <Override PartName="/ppt/media/image72.png" ContentType="image/png"/>
  <Override PartName="/ppt/media/image73.png" ContentType="image/png"/>
  <Override PartName="/ppt/media/image74.png" ContentType="image/png"/>
  <Override PartName="/ppt/media/image30.png" ContentType="image/png"/>
  <Override PartName="/ppt/media/image75.png" ContentType="image/png"/>
  <Override PartName="/ppt/media/image31.png" ContentType="image/png"/>
  <Override PartName="/ppt/media/image76.png" ContentType="image/png"/>
  <Override PartName="/ppt/media/image32.png" ContentType="image/png"/>
  <Override PartName="/ppt/media/image77.png" ContentType="image/png"/>
  <Override PartName="/ppt/media/image33.png" ContentType="image/png"/>
  <Override PartName="/ppt/media/image78.png" ContentType="image/png"/>
  <Override PartName="/ppt/media/image34.png" ContentType="image/png"/>
  <Override PartName="/ppt/media/image79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0.png" ContentType="image/png"/>
  <Override PartName="/ppt/media/image38.png" ContentType="image/png"/>
  <Override PartName="/ppt/media/image1.png" ContentType="image/png"/>
  <Override PartName="/ppt/media/image39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media/image8.png" ContentType="image/png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media/image9.png" ContentType="image/png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media/image80.png" ContentType="image/pn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40.png" ContentType="image/png"/>
  <Override PartName="/ppt/slides/slide18.xml" ContentType="application/vnd.openxmlformats-officedocument.presentationml.slide+xml"/>
  <Override PartName="/ppt/media/image41.png" ContentType="image/png"/>
  <Override PartName="/ppt/slides/slide19.xml" ContentType="application/vnd.openxmlformats-officedocument.presentationml.slide+xml"/>
  <Override PartName="/ppt/media/image42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99864FC5-6592-497B-D852-154DFE3E731B}"/>
    <p:ext uri="{5D9FFF2B-C180-494C-6B8F-C3919C01AC63}"/>
    <p:ext uri="{388E609A-E328-4FFB-7812-4F429C3EC566}"/>
  </p:extLst>
</p:presentationPr>
</file>

<file path=ppt/tableStyles.xml><?xml version="1.0" encoding="utf-8"?>
<a:tblStyleLst xmlns:a="http://schemas.openxmlformats.org/drawingml/2006/main" def="{E660976C-5B5B-49C0-F63A-8D14BB20490C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29CAB-07FD-4DE5-CAC9-5B55716176C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1F714-4144-4245-CAC6-AFA24A169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84C178C-E227-4B2E-99D2-791F2FB6C8B9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2BD7E-C3E1-410C-6BEF-6BCE36192AD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1376E-178A-4F6F-4D27-82EFE04A9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D7D6C6B-CFEB-4303-1CC5-3543EEF87687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64E6D-134D-41C7-E400-2DEE8D5B223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F1877-8FB8-4504-BE51-1E2AB85DAA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47F5F32-750B-49B1-ACF2-819C91FFE9C7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6A469-08B5-464B-2E9B-9E53E75164D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2C8BD-A6A8-4886-8CE0-E80C03EB40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F649325-187B-4734-942C-46663ECD2C68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468A-64A7-4CD9-A231-E58A3901A6B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C5018-1EEC-48B0-36F9-90F98F1256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330ABA0-66CA-49D0-869C-A15DFE40E2BB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7756-746B-4F39-2DB3-08867AB207C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28115-9EF3-4FE1-42DE-EFE9E492BD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9A6E1F1-8264-45F6-7540-8C8647CA43ED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BB32A-C1E6-4EF3-4B90-DFF4C863336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30E7-DE54-4B0E-1C09-80EEEBF33D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F213C1F-5B1D-4B92-0A0A-B1CC469EF02D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EABC8-0AEB-49E8-B4B7-70A7DB6252A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266F-2295-40FC-D6BA-A64D07DF65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13C0AA8-8765-43D6-BE08-5E5C6A99EB2C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09F4-415B-43D3-3861-9A56336A742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4A7A9-93FB-4AD5-7389-FDC201072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E3E494A-1050-43DC-5AFC-84F5F6239E12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DA45-57C3-4FF1-606F-0C82BD707EE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CE059-946C-4C1C-7176-25A66552A4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00FF6B6-0E83-4CAB-F2DC-78692305D637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37AF-5C28-4A88-394A-9F13F6E30AC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4F597-8D73-46A2-4816-D54DA6D4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1B16968-E103-4546-2A25-C7CA586D31D3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6DB49-E793-4873-E180-070C2376988B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2677A-804C-4157-1A30-1C2B2B6D2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512010C-F60F-43E7-5807-103417434E9F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9.png"/><Relationship Id="rId3" Type="http://schemas.openxmlformats.org/officeDocument/2006/relationships/image" Target="/ppt/media/image70.png"/><Relationship Id="rId4" Type="http://schemas.openxmlformats.org/officeDocument/2006/relationships/image" Target="/ppt/media/image71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2.png"/><Relationship Id="rId3" Type="http://schemas.openxmlformats.org/officeDocument/2006/relationships/image" Target="/ppt/media/image73.png"/><Relationship Id="rId4" Type="http://schemas.openxmlformats.org/officeDocument/2006/relationships/image" Target="/ppt/media/image74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5.png"/><Relationship Id="rId3" Type="http://schemas.openxmlformats.org/officeDocument/2006/relationships/image" Target="/ppt/media/image76.png"/><Relationship Id="rId4" Type="http://schemas.openxmlformats.org/officeDocument/2006/relationships/image" Target="/ppt/media/image77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8.png"/><Relationship Id="rId3" Type="http://schemas.openxmlformats.org/officeDocument/2006/relationships/image" Target="/ppt/media/image79.png"/><Relationship Id="rId4" Type="http://schemas.openxmlformats.org/officeDocument/2006/relationships/image" Target="/ppt/media/image80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F8BB7808-C9F9-438B-A5E7-760C0DE6FD39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2446E1AF-ABCD-4B70-6406-0BF59B52BE56"/>
          <p:cNvPicPr>
            <a:picLocks noChangeAspect="1"/>
          </p:cNvPicPr>
          <p:nvPr/>
        </p:nvPicPr>
        <p:blipFill>
          <a:blip r:embed="rId2" cstate="print">
            <a:extLst>
              <a:ext uri="{0B44A7F0-8EAD-4556-0E98-094185C1D446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A1626DA4-C1D8-4082-4611-6F967B9956B6"/>
          <p:cNvPicPr>
            <a:picLocks noChangeAspect="1"/>
          </p:cNvPicPr>
          <p:nvPr/>
        </p:nvPicPr>
        <p:blipFill>
          <a:blip r:embed="rId3" cstate="print">
            <a:extLst>
              <a:ext uri="{C7C05461-A5B9-41FD-1154-489341E274E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377E5717-E6B8-40C9-026E-ACDE619EA98B"/>
          <p:cNvPicPr>
            <a:picLocks noChangeAspect="1"/>
          </p:cNvPicPr>
          <p:nvPr/>
        </p:nvPicPr>
        <p:blipFill>
          <a:blip r:embed="rId4" cstate="print">
            <a:extLst>
              <a:ext uri="{BCFCA4ED-AB5E-4DD9-AADE-2423F0A0D3C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5589404E-AE0B-477E-477D-8EAACAD0D8F2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77AEE48D-90BA-41B5-5A54-75A789DABB3D"/>
          <p:cNvPicPr>
            <a:picLocks noChangeAspect="1"/>
          </p:cNvPicPr>
          <p:nvPr/>
        </p:nvPicPr>
        <p:blipFill>
          <a:blip r:embed="rId2" cstate="print">
            <a:extLst>
              <a:ext uri="{2C37CD7A-C24A-45E9-6B0D-F881DFE7248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87C051E7-0C60-4917-222B-89279080B871"/>
          <p:cNvPicPr>
            <a:picLocks noChangeAspect="1"/>
          </p:cNvPicPr>
          <p:nvPr/>
        </p:nvPicPr>
        <p:blipFill>
          <a:blip r:embed="rId3" cstate="print">
            <a:extLst>
              <a:ext uri="{39DC7AD1-875F-4549-10FA-AACA98B6238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C5944225-8C44-4FBD-AF98-AF6D7F72DD55"/>
          <p:cNvPicPr>
            <a:picLocks noChangeAspect="1"/>
          </p:cNvPicPr>
          <p:nvPr/>
        </p:nvPicPr>
        <p:blipFill>
          <a:blip r:embed="rId4" cstate="print">
            <a:extLst>
              <a:ext uri="{D3FA3041-473E-4966-05B9-9B599D42581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B66A4BA-6FF9-4F0A-3E9D-59C133636673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47F7982B-1381-4AC1-287C-FB713EE3D341"/>
          <p:cNvPicPr>
            <a:picLocks noChangeAspect="1"/>
          </p:cNvPicPr>
          <p:nvPr/>
        </p:nvPicPr>
        <p:blipFill>
          <a:blip r:embed="rId2" cstate="print">
            <a:extLst>
              <a:ext uri="{218C76FF-130B-4A5E-05BC-52F32ED9D29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30246214-1DFC-400A-7B8F-EA7436826D25"/>
          <p:cNvPicPr>
            <a:picLocks noChangeAspect="1"/>
          </p:cNvPicPr>
          <p:nvPr/>
        </p:nvPicPr>
        <p:blipFill>
          <a:blip r:embed="rId3" cstate="print">
            <a:extLst>
              <a:ext uri="{6734DE93-B052-4D70-35F8-D64E4D735E2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2C41D8EB-1C7C-45CC-D331-732827529051"/>
          <p:cNvPicPr>
            <a:picLocks noChangeAspect="1"/>
          </p:cNvPicPr>
          <p:nvPr/>
        </p:nvPicPr>
        <p:blipFill>
          <a:blip r:embed="rId4" cstate="print">
            <a:extLst>
              <a:ext uri="{A2642EF9-9985-4B3C-E2D3-6E4E07EB8E5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DA4357A-265B-424B-B83F-8E94CF2CA09E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F67A44C6-A390-43B8-2AD7-A20E668EDF67"/>
          <p:cNvPicPr>
            <a:picLocks noChangeAspect="1"/>
          </p:cNvPicPr>
          <p:nvPr/>
        </p:nvPicPr>
        <p:blipFill>
          <a:blip r:embed="rId2" cstate="print">
            <a:extLst>
              <a:ext uri="{F77A6B79-D6BE-4088-0F76-21DA0812280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5E7B18ED-771A-40E2-6A2E-B63233B6EE51"/>
          <p:cNvPicPr>
            <a:picLocks noChangeAspect="1"/>
          </p:cNvPicPr>
          <p:nvPr/>
        </p:nvPicPr>
        <p:blipFill>
          <a:blip r:embed="rId3" cstate="print">
            <a:extLst>
              <a:ext uri="{780CF950-E6F4-460B-3811-C3CAF4235FB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8E64F019-AB51-4275-DB68-E960B8C364C1"/>
          <p:cNvPicPr>
            <a:picLocks noChangeAspect="1"/>
          </p:cNvPicPr>
          <p:nvPr/>
        </p:nvPicPr>
        <p:blipFill>
          <a:blip r:embed="rId4" cstate="print">
            <a:extLst>
              <a:ext uri="{30AF7C1A-B252-4643-4230-52AC897AA32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773DCBA-F834-47A1-7192-844E18A8DF65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710EEE49-E85F-4A24-7A2D-3359B8EB0CCF"/>
          <p:cNvPicPr>
            <a:picLocks noChangeAspect="1"/>
          </p:cNvPicPr>
          <p:nvPr/>
        </p:nvPicPr>
        <p:blipFill>
          <a:blip r:embed="rId2" cstate="print">
            <a:extLst>
              <a:ext uri="{CECF347C-1A0C-4D1B-A4D2-F9B66987280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" name="VectorPath 4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1" name="VectorPath 4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2" name="8F58ACFB-6ABE-4DDA-0175-A28449809836"/>
          <p:cNvPicPr>
            <a:picLocks noChangeAspect="1"/>
          </p:cNvPicPr>
          <p:nvPr/>
        </p:nvPicPr>
        <p:blipFill>
          <a:blip r:embed="rId3" cstate="print">
            <a:extLst>
              <a:ext uri="{E06359B2-F4D3-456B-FCF5-9E7C6E7636F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" name="VectorPath 4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" name="TextBox44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" name="TextBox4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" name="CFD4D8F9-24B2-48B6-D9EA-999477155170"/>
          <p:cNvPicPr>
            <a:picLocks noChangeAspect="1"/>
          </p:cNvPicPr>
          <p:nvPr/>
        </p:nvPicPr>
        <p:blipFill>
          <a:blip r:embed="rId4" cstate="print">
            <a:extLst>
              <a:ext uri="{72C38FCA-F4A4-45B0-8DF8-6E6E5FFBA74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C2ED919-BD18-49AD-E135-47381D09E6BD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VectorPath 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" name="AF9D26B0-B8DF-4535-3573-51F0ACBF73B0"/>
          <p:cNvPicPr>
            <a:picLocks noChangeAspect="1"/>
          </p:cNvPicPr>
          <p:nvPr/>
        </p:nvPicPr>
        <p:blipFill>
          <a:blip r:embed="rId2" cstate="print">
            <a:extLst>
              <a:ext uri="{D58B5BFA-748B-4A6B-C884-56598F2A111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9" name="VectorPath 4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0" name="VectorPath 5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1" name="8EDD49B5-2239-47CA-3D9F-66E1E8CFA250"/>
          <p:cNvPicPr>
            <a:picLocks noChangeAspect="1"/>
          </p:cNvPicPr>
          <p:nvPr/>
        </p:nvPicPr>
        <p:blipFill>
          <a:blip r:embed="rId3" cstate="print">
            <a:extLst>
              <a:ext uri="{D89F194B-7B35-4917-2217-A5D29D1EF3E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2" name="VectorPath 5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3" name="TextBox5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4" name="TextBox54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5" name="3C0E960F-319F-400C-5991-39C437F62765"/>
          <p:cNvPicPr>
            <a:picLocks noChangeAspect="1"/>
          </p:cNvPicPr>
          <p:nvPr/>
        </p:nvPicPr>
        <p:blipFill>
          <a:blip r:embed="rId4" cstate="print">
            <a:extLst>
              <a:ext uri="{3F4E12B0-1535-49FF-0547-93D521906A5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BA927D2-5532-4602-DE8A-50537E8320B2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VectorPath 5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7" name="A5482180-345D-4CF8-7243-2FF0DFC5A657"/>
          <p:cNvPicPr>
            <a:picLocks noChangeAspect="1"/>
          </p:cNvPicPr>
          <p:nvPr/>
        </p:nvPicPr>
        <p:blipFill>
          <a:blip r:embed="rId2" cstate="print">
            <a:extLst>
              <a:ext uri="{52BAEFEB-4A36-45D7-B66A-0F6F6F419BD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8" name="VectorPath 5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9" name="VectorPath 5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0" name="C8DCBF12-0853-4F0A-20C3-DCB392CFE6B0"/>
          <p:cNvPicPr>
            <a:picLocks noChangeAspect="1"/>
          </p:cNvPicPr>
          <p:nvPr/>
        </p:nvPicPr>
        <p:blipFill>
          <a:blip r:embed="rId3" cstate="print">
            <a:extLst>
              <a:ext uri="{6B29483B-0BB8-4138-A388-A7F3923D2D0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1" name="VectorPath 6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2" name="TextBox6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3" name="TextBox63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4" name="9E16F52D-4DDE-442D-784E-AEC6F9224556"/>
          <p:cNvPicPr>
            <a:picLocks noChangeAspect="1"/>
          </p:cNvPicPr>
          <p:nvPr/>
        </p:nvPicPr>
        <p:blipFill>
          <a:blip r:embed="rId4" cstate="print">
            <a:extLst>
              <a:ext uri="{80AF3EE0-39B8-48D6-1156-7D84913C4EC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2FCE9FE-800D-43F7-506B-8CFF4060E34E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VectorPath 6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6" name="B9127D93-0877-458D-24DD-2F665D401DEF"/>
          <p:cNvPicPr>
            <a:picLocks noChangeAspect="1"/>
          </p:cNvPicPr>
          <p:nvPr/>
        </p:nvPicPr>
        <p:blipFill>
          <a:blip r:embed="rId2" cstate="print">
            <a:extLst>
              <a:ext uri="{F355E280-B4B2-465F-AC92-B2DD10FB7DA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7" name="VectorPath 6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8" name="VectorPath 6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9" name="A921F502-3D55-4714-C80B-1C218BE3924E"/>
          <p:cNvPicPr>
            <a:picLocks noChangeAspect="1"/>
          </p:cNvPicPr>
          <p:nvPr/>
        </p:nvPicPr>
        <p:blipFill>
          <a:blip r:embed="rId3" cstate="print">
            <a:extLst>
              <a:ext uri="{C1A57884-5849-4F3D-B428-CAB28FC310A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0" name="VectorPath 7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1" name="TextBox7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2" name="TextBox72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3" name="05B7EDD8-3070-4B90-33FE-DBE0D63E147D"/>
          <p:cNvPicPr>
            <a:picLocks noChangeAspect="1"/>
          </p:cNvPicPr>
          <p:nvPr/>
        </p:nvPicPr>
        <p:blipFill>
          <a:blip r:embed="rId4" cstate="print">
            <a:extLst>
              <a:ext uri="{2DCAA8D5-46E5-4B27-4DC0-6A28CE7B15F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418DCE3-9640-4C11-E3F8-12240852A029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VectorPath 7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5" name="91B6BC3F-A76E-4370-F24B-1C6C6FF8061E"/>
          <p:cNvPicPr>
            <a:picLocks noChangeAspect="1"/>
          </p:cNvPicPr>
          <p:nvPr/>
        </p:nvPicPr>
        <p:blipFill>
          <a:blip r:embed="rId2" cstate="print">
            <a:extLst>
              <a:ext uri="{6C196ED8-574F-4776-C8E8-35B9F2C3937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6" name="VectorPath 7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7" name="VectorPath 7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8" name="FC1279E7-2F51-43FD-A8BE-40C79896EB84"/>
          <p:cNvPicPr>
            <a:picLocks noChangeAspect="1"/>
          </p:cNvPicPr>
          <p:nvPr/>
        </p:nvPicPr>
        <p:blipFill>
          <a:blip r:embed="rId3" cstate="print">
            <a:extLst>
              <a:ext uri="{5F4EBA56-4E5F-4E6C-39B5-8CC48878239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9" name="VectorPath 7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0" name="TextBox80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1" name="TextBox81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2" name="F72B4786-8EB8-4CDE-CFC4-7AFC6CD97E8D"/>
          <p:cNvPicPr>
            <a:picLocks noChangeAspect="1"/>
          </p:cNvPicPr>
          <p:nvPr/>
        </p:nvPicPr>
        <p:blipFill>
          <a:blip r:embed="rId4" cstate="print">
            <a:extLst>
              <a:ext uri="{C9D4EAA9-8CF2-4627-FEF8-1A786C8ACFF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F0661AB-B2C0-4499-2FCE-A8070647DDD8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VectorPath 8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4" name="15465CAF-8439-4C5E-D7BC-776007ACFA26"/>
          <p:cNvPicPr>
            <a:picLocks noChangeAspect="1"/>
          </p:cNvPicPr>
          <p:nvPr/>
        </p:nvPicPr>
        <p:blipFill>
          <a:blip r:embed="rId2" cstate="print">
            <a:extLst>
              <a:ext uri="{DCE081FE-F2AD-4A73-6861-2E9A8B0C0DD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85" name="VectorPath 8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6" name="VectorPath 8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7" name="B1F604A1-79A4-4BA9-C493-DBE3E6315392"/>
          <p:cNvPicPr>
            <a:picLocks noChangeAspect="1"/>
          </p:cNvPicPr>
          <p:nvPr/>
        </p:nvPicPr>
        <p:blipFill>
          <a:blip r:embed="rId3" cstate="print">
            <a:extLst>
              <a:ext uri="{804DCF32-B72D-4115-3305-7004C7B2BF3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8" name="VectorPath 8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9" name="TextBox8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0" name="TextBox9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1" name="AC5A3376-3813-4927-683D-2F778AFBF9C7"/>
          <p:cNvPicPr>
            <a:picLocks noChangeAspect="1"/>
          </p:cNvPicPr>
          <p:nvPr/>
        </p:nvPicPr>
        <p:blipFill>
          <a:blip r:embed="rId4" cstate="print">
            <a:extLst>
              <a:ext uri="{EB26ADC8-A5CF-45B8-6E76-C7CDAA045F9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639B6E9-E12E-44A7-BF9B-06F1318240E1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VectorPath 9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3" name="70958028-226C-4C1A-49AD-A341FE54782D"/>
          <p:cNvPicPr>
            <a:picLocks noChangeAspect="1"/>
          </p:cNvPicPr>
          <p:nvPr/>
        </p:nvPicPr>
        <p:blipFill>
          <a:blip r:embed="rId2" cstate="print">
            <a:extLst>
              <a:ext uri="{1E438522-49A1-48F5-7C25-25CBED1A8DF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4" name="VectorPath 9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5" name="VectorPath 9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6" name="95154A56-C2AC-4461-798D-D00566033CF3"/>
          <p:cNvPicPr>
            <a:picLocks noChangeAspect="1"/>
          </p:cNvPicPr>
          <p:nvPr/>
        </p:nvPicPr>
        <p:blipFill>
          <a:blip r:embed="rId3" cstate="print">
            <a:extLst>
              <a:ext uri="{2EB984AD-054F-4396-2ECC-7F3910C02C6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7" name="VectorPath 9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8" name="TextBox98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9" name="TextBox99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0" name="5D1E7FFE-AA8B-42BD-2B04-679DE7549ADE"/>
          <p:cNvPicPr>
            <a:picLocks noChangeAspect="1"/>
          </p:cNvPicPr>
          <p:nvPr/>
        </p:nvPicPr>
        <p:blipFill>
          <a:blip r:embed="rId4" cstate="print">
            <a:extLst>
              <a:ext uri="{1781A7F8-31F7-454A-75E9-F5B74A650A9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4800872-A94F-4BCD-7D84-53A14B42AB72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VectorPath 10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2" name="EDF01894-AFA9-430D-EFEF-89B76A1D7ED5"/>
          <p:cNvPicPr>
            <a:picLocks noChangeAspect="1"/>
          </p:cNvPicPr>
          <p:nvPr/>
        </p:nvPicPr>
        <p:blipFill>
          <a:blip r:embed="rId2" cstate="print">
            <a:extLst>
              <a:ext uri="{02C0160A-F89C-4183-0E43-9120420762F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3" name="VectorPath 10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4" name="VectorPath 10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5" name="FDF580EA-462B-4178-F469-D84F829AC736"/>
          <p:cNvPicPr>
            <a:picLocks noChangeAspect="1"/>
          </p:cNvPicPr>
          <p:nvPr/>
        </p:nvPicPr>
        <p:blipFill>
          <a:blip r:embed="rId3" cstate="print">
            <a:extLst>
              <a:ext uri="{DBC1C701-5BF6-4020-8820-AB3AC65424B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06" name="VectorPath 10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7" name="TextBox10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8" name="TextBox10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9" name="09C5999F-F326-4A80-5DFB-402E9AA40D12"/>
          <p:cNvPicPr>
            <a:picLocks noChangeAspect="1"/>
          </p:cNvPicPr>
          <p:nvPr/>
        </p:nvPicPr>
        <p:blipFill>
          <a:blip r:embed="rId4" cstate="print">
            <a:extLst>
              <a:ext uri="{AD82D184-5656-41F4-4C29-52F0BDEAAD6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260B141-FD8A-4A54-397F-353AA9B90CEA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VectorPath 11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1" name="205D367B-C422-4119-3F1D-154A7CB5AFA2"/>
          <p:cNvPicPr>
            <a:picLocks noChangeAspect="1"/>
          </p:cNvPicPr>
          <p:nvPr/>
        </p:nvPicPr>
        <p:blipFill>
          <a:blip r:embed="rId2" cstate="print">
            <a:extLst>
              <a:ext uri="{A2F71E39-0276-498D-17B4-8FF830050B4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2" name="VectorPath 11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3" name="VectorPath 11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4" name="9E50DFA7-B7E8-468F-B191-866EF195C46E"/>
          <p:cNvPicPr>
            <a:picLocks noChangeAspect="1"/>
          </p:cNvPicPr>
          <p:nvPr/>
        </p:nvPicPr>
        <p:blipFill>
          <a:blip r:embed="rId3" cstate="print">
            <a:extLst>
              <a:ext uri="{E82603E2-E90A-450A-79C4-189C2A83AC7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5" name="VectorPath 11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6" name="TextBox11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7" name="TextBox11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8" name="D85A11E2-99BA-49F6-80CF-C8D875DC97F8"/>
          <p:cNvPicPr>
            <a:picLocks noChangeAspect="1"/>
          </p:cNvPicPr>
          <p:nvPr/>
        </p:nvPicPr>
        <p:blipFill>
          <a:blip r:embed="rId4" cstate="print">
            <a:extLst>
              <a:ext uri="{5C8BC606-4A94-4B18-187F-22C1CDB359B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7A95F9E-90AB-43E5-A7F8-530085C3428A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VectorPath 11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0" name="B80729A0-99CA-411D-1B1A-B05416F43953"/>
          <p:cNvPicPr>
            <a:picLocks noChangeAspect="1"/>
          </p:cNvPicPr>
          <p:nvPr/>
        </p:nvPicPr>
        <p:blipFill>
          <a:blip r:embed="rId2" cstate="print">
            <a:extLst>
              <a:ext uri="{33983169-FA37-4327-B20F-FA2370AEC81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1" name="VectorPath 12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2" name="VectorPath 12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3" name="D7436AE4-505F-404D-F84B-13245397CD3C"/>
          <p:cNvPicPr>
            <a:picLocks noChangeAspect="1"/>
          </p:cNvPicPr>
          <p:nvPr/>
        </p:nvPicPr>
        <p:blipFill>
          <a:blip r:embed="rId3" cstate="print">
            <a:extLst>
              <a:ext uri="{956B3276-17B1-44AD-9F2B-C6C66B1471D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4" name="VectorPath 12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5" name="TextBox12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6" name="TextBox12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7" name="8D69D8EC-E3AA-4317-2D65-21A534535626"/>
          <p:cNvPicPr>
            <a:picLocks noChangeAspect="1"/>
          </p:cNvPicPr>
          <p:nvPr/>
        </p:nvPicPr>
        <p:blipFill>
          <a:blip r:embed="rId4" cstate="print">
            <a:extLst>
              <a:ext uri="{AED16D59-0455-403B-A1EC-A767D4B084F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5FBA484-0276-4F33-48D4-D31189E55834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VectorPath 12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9" name="38EDD81C-EC2E-495C-8F74-DEC0819C2B6D"/>
          <p:cNvPicPr>
            <a:picLocks noChangeAspect="1"/>
          </p:cNvPicPr>
          <p:nvPr/>
        </p:nvPicPr>
        <p:blipFill>
          <a:blip r:embed="rId2" cstate="print">
            <a:extLst>
              <a:ext uri="{17B6582E-0BC5-46A4-19FA-E8CFFC5C683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0" name="VectorPath 13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1" name="VectorPath 13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2" name="16CD31C9-6825-42BC-47AA-4770E96BAA1B"/>
          <p:cNvPicPr>
            <a:picLocks noChangeAspect="1"/>
          </p:cNvPicPr>
          <p:nvPr/>
        </p:nvPicPr>
        <p:blipFill>
          <a:blip r:embed="rId3" cstate="print">
            <a:extLst>
              <a:ext uri="{9B468E8D-CCDE-4ECE-CE56-5D2C3CB9196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3" name="VectorPath 13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4" name="TextBox134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5" name="TextBox13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6" name="275123B5-8429-4195-FBB0-020852FA1845"/>
          <p:cNvPicPr>
            <a:picLocks noChangeAspect="1"/>
          </p:cNvPicPr>
          <p:nvPr/>
        </p:nvPicPr>
        <p:blipFill>
          <a:blip r:embed="rId4" cstate="print">
            <a:extLst>
              <a:ext uri="{8CCC6AD7-8831-4E75-8951-A3861352D6C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F26B528-9824-49E4-EA5B-DE53E9D50D99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VectorPath 13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8" name="1219F4C9-8078-4493-EDFE-8B45E2F04855"/>
          <p:cNvPicPr>
            <a:picLocks noChangeAspect="1"/>
          </p:cNvPicPr>
          <p:nvPr/>
        </p:nvPicPr>
        <p:blipFill>
          <a:blip r:embed="rId2" cstate="print">
            <a:extLst>
              <a:ext uri="{1BF45484-F192-49D4-0E1B-9AEFBEEBDED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9" name="VectorPath 13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0" name="VectorPath 14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1" name="761B5E39-3398-432B-509E-99F1D1EBE577"/>
          <p:cNvPicPr>
            <a:picLocks noChangeAspect="1"/>
          </p:cNvPicPr>
          <p:nvPr/>
        </p:nvPicPr>
        <p:blipFill>
          <a:blip r:embed="rId3" cstate="print">
            <a:extLst>
              <a:ext uri="{8099D1E5-FD5B-438A-13D1-37CCFFB0F19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2" name="VectorPath 14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3" name="TextBox14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4" name="TextBox14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5" name="DB087432-99E6-4473-886D-82E184B8C070"/>
          <p:cNvPicPr>
            <a:picLocks noChangeAspect="1"/>
          </p:cNvPicPr>
          <p:nvPr/>
        </p:nvPicPr>
        <p:blipFill>
          <a:blip r:embed="rId4" cstate="print">
            <a:extLst>
              <a:ext uri="{F944C2CE-BD85-4C48-7CB2-1C6E0E5569D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FEA527C-3366-40C1-6FAF-D255AB2F6A2F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VectorPath 14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7" name="12EFA4B3-E4CE-470D-98DD-113E94217F56"/>
          <p:cNvPicPr>
            <a:picLocks noChangeAspect="1"/>
          </p:cNvPicPr>
          <p:nvPr/>
        </p:nvPicPr>
        <p:blipFill>
          <a:blip r:embed="rId2" cstate="print">
            <a:extLst>
              <a:ext uri="{80D84714-9329-43D9-6F82-0C767C6239C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8" name="VectorPath 14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9" name="VectorPath 14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0" name="0FB37348-CE7E-409E-3F29-F7C9F7A2ABC7"/>
          <p:cNvPicPr>
            <a:picLocks noChangeAspect="1"/>
          </p:cNvPicPr>
          <p:nvPr/>
        </p:nvPicPr>
        <p:blipFill>
          <a:blip r:embed="rId3" cstate="print">
            <a:extLst>
              <a:ext uri="{14786A36-9AC0-4AC0-D7F2-DEEC8835913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1" name="VectorPath 15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2" name="TextBox15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3" name="TextBox15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4" name="E23A1A04-9C33-42CA-0F32-CB05B0C7B177"/>
          <p:cNvPicPr>
            <a:picLocks noChangeAspect="1"/>
          </p:cNvPicPr>
          <p:nvPr/>
        </p:nvPicPr>
        <p:blipFill>
          <a:blip r:embed="rId4" cstate="print">
            <a:extLst>
              <a:ext uri="{476F8D12-FF61-4D61-7A4A-28C13A7DCF0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E5E3FFF-2194-4C2A-6785-5B8DD56DF23E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VectorPath 15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6" name="55437244-0589-48B8-125E-25980FEF0BC9"/>
          <p:cNvPicPr>
            <a:picLocks noChangeAspect="1"/>
          </p:cNvPicPr>
          <p:nvPr/>
        </p:nvPicPr>
        <p:blipFill>
          <a:blip r:embed="rId2" cstate="print">
            <a:extLst>
              <a:ext uri="{9A9728EE-A13B-42AC-C66F-82F2FD3F24D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7" name="VectorPath 15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8" name="VectorPath 15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9" name="546BDDF8-6623-4D37-FA33-21FBB3D97DC4"/>
          <p:cNvPicPr>
            <a:picLocks noChangeAspect="1"/>
          </p:cNvPicPr>
          <p:nvPr/>
        </p:nvPicPr>
        <p:blipFill>
          <a:blip r:embed="rId3" cstate="print">
            <a:extLst>
              <a:ext uri="{5D65AF1B-8613-4929-4A1B-56B8D7DFA16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0" name="VectorPath 16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1" name="TextBox16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2" name="TextBox16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3" name="461C5B27-2825-4B58-8E3E-8FDFDA112C60"/>
          <p:cNvPicPr>
            <a:picLocks noChangeAspect="1"/>
          </p:cNvPicPr>
          <p:nvPr/>
        </p:nvPicPr>
        <p:blipFill>
          <a:blip r:embed="rId4" cstate="print">
            <a:extLst>
              <a:ext uri="{F962CF28-AF7D-4F38-78EB-A1F38E3028C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6FA9878-2494-4766-DD63-69D213E3545E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VectorPath 16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5" name="E07DCC8F-C16A-49F5-E8CE-3F43C923D322"/>
          <p:cNvPicPr>
            <a:picLocks noChangeAspect="1"/>
          </p:cNvPicPr>
          <p:nvPr/>
        </p:nvPicPr>
        <p:blipFill>
          <a:blip r:embed="rId2" cstate="print">
            <a:extLst>
              <a:ext uri="{E20B455B-3F81-4BA6-C6C2-285CFC4E521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6" name="VectorPath 16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7" name="VectorPath 16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8" name="9886365F-E6AB-46DE-C896-C10EB9DDA028"/>
          <p:cNvPicPr>
            <a:picLocks noChangeAspect="1"/>
          </p:cNvPicPr>
          <p:nvPr/>
        </p:nvPicPr>
        <p:blipFill>
          <a:blip r:embed="rId3" cstate="print">
            <a:extLst>
              <a:ext uri="{8015887F-9668-4A7E-9F7C-69BA6ADF2BC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9" name="VectorPath 16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0" name="TextBox170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1" name="TextBox17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2" name="5BC14B56-15E8-4D54-0F5B-12F8BC754AC8"/>
          <p:cNvPicPr>
            <a:picLocks noChangeAspect="1"/>
          </p:cNvPicPr>
          <p:nvPr/>
        </p:nvPicPr>
        <p:blipFill>
          <a:blip r:embed="rId4" cstate="print">
            <a:extLst>
              <a:ext uri="{7C730FC8-AA8F-4F2C-1EDE-8347EC64CAC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B5EA3C8-9B5E-4F57-1BAA-8BAE631CD5E7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VectorPath 17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4" name="FC262742-1842-47E4-0073-27F9D7779E43"/>
          <p:cNvPicPr>
            <a:picLocks noChangeAspect="1"/>
          </p:cNvPicPr>
          <p:nvPr/>
        </p:nvPicPr>
        <p:blipFill>
          <a:blip r:embed="rId2" cstate="print">
            <a:extLst>
              <a:ext uri="{EAF96308-6C14-44F8-F8AC-4C95C090D48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5" name="VectorPath 17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6" name="VectorPath 17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7" name="31A1FE38-2BD5-4490-63A0-937F6DC19D57"/>
          <p:cNvPicPr>
            <a:picLocks noChangeAspect="1"/>
          </p:cNvPicPr>
          <p:nvPr/>
        </p:nvPicPr>
        <p:blipFill>
          <a:blip r:embed="rId3" cstate="print">
            <a:extLst>
              <a:ext uri="{049BCFC5-58AD-400F-434D-553AB006105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78" name="VectorPath 17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9" name="TextBox17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0" name="TextBox18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81" name="08951C76-2F8A-4C72-93D6-BFF9CA6F7DB1"/>
          <p:cNvPicPr>
            <a:picLocks noChangeAspect="1"/>
          </p:cNvPicPr>
          <p:nvPr/>
        </p:nvPicPr>
        <p:blipFill>
          <a:blip r:embed="rId4" cstate="print">
            <a:extLst>
              <a:ext uri="{105231A7-F7CC-4F27-5D86-DEDF8EFFB60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B3D5ACE-B118-4122-43DC-AD4DB231DE57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VectorPath 18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3" name="8270BB93-E534-4418-B30E-AA379446BAF4"/>
          <p:cNvPicPr>
            <a:picLocks noChangeAspect="1"/>
          </p:cNvPicPr>
          <p:nvPr/>
        </p:nvPicPr>
        <p:blipFill>
          <a:blip r:embed="rId2" cstate="print">
            <a:extLst>
              <a:ext uri="{DB528C49-A4B5-4114-3E8D-0BB0FF833AC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84" name="VectorPath 18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5" name="VectorPath 18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6" name="F2A96D87-F3BB-47D7-EF6B-971B091D1F42"/>
          <p:cNvPicPr>
            <a:picLocks noChangeAspect="1"/>
          </p:cNvPicPr>
          <p:nvPr/>
        </p:nvPicPr>
        <p:blipFill>
          <a:blip r:embed="rId3" cstate="print">
            <a:extLst>
              <a:ext uri="{58E2B9F2-B629-4542-DE40-A623F405F7D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87" name="VectorPath 18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8" name="TextBox188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9" name="TextBox18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0" name="CEF29B53-88B0-4C1A-1CE7-F6EE25422888"/>
          <p:cNvPicPr>
            <a:picLocks noChangeAspect="1"/>
          </p:cNvPicPr>
          <p:nvPr/>
        </p:nvPicPr>
        <p:blipFill>
          <a:blip r:embed="rId4" cstate="print">
            <a:extLst>
              <a:ext uri="{3E589796-820D-4A43-4898-FF958825893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974599F-61C2-423C-F7D4-9BA2CC5FE13A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VectorPath 19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2" name="B70C990C-4ED6-42B3-3D19-FF583FA94308"/>
          <p:cNvPicPr>
            <a:picLocks noChangeAspect="1"/>
          </p:cNvPicPr>
          <p:nvPr/>
        </p:nvPicPr>
        <p:blipFill>
          <a:blip r:embed="rId2" cstate="print">
            <a:extLst>
              <a:ext uri="{56514034-1495-4AD3-0CB1-13FDC432461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93" name="VectorPath 19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4" name="VectorPath 19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5" name="A7FB8DD5-85F8-4F78-7CE5-A8A689B4B15F"/>
          <p:cNvPicPr>
            <a:picLocks noChangeAspect="1"/>
          </p:cNvPicPr>
          <p:nvPr/>
        </p:nvPicPr>
        <p:blipFill>
          <a:blip r:embed="rId3" cstate="print">
            <a:extLst>
              <a:ext uri="{75BD4277-9470-4385-5C1B-7E976CBA6A5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96" name="VectorPath 19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7" name="TextBox19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98" name="TextBox19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9" name="2A23051C-F844-4D38-C02A-D005BEC1D5F6"/>
          <p:cNvPicPr>
            <a:picLocks noChangeAspect="1"/>
          </p:cNvPicPr>
          <p:nvPr/>
        </p:nvPicPr>
        <p:blipFill>
          <a:blip r:embed="rId4" cstate="print">
            <a:extLst>
              <a:ext uri="{F228C904-7A1C-4209-56BD-ACC9FC328A0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AB064F0-489A-4CB7-3400-FFD71C18C8A8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VectorPath 20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1" name="AF5C1A44-2DB7-4FA5-79CA-FBC01A5DE892"/>
          <p:cNvPicPr>
            <a:picLocks noChangeAspect="1"/>
          </p:cNvPicPr>
          <p:nvPr/>
        </p:nvPicPr>
        <p:blipFill>
          <a:blip r:embed="rId2" cstate="print">
            <a:extLst>
              <a:ext uri="{81C340E6-B8CA-4ECD-783A-4B8F430CF34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02" name="VectorPath 20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3" name="VectorPath 20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4" name="8302DCD2-CFA0-4D87-8722-5A7B97AA5AB7"/>
          <p:cNvPicPr>
            <a:picLocks noChangeAspect="1"/>
          </p:cNvPicPr>
          <p:nvPr/>
        </p:nvPicPr>
        <p:blipFill>
          <a:blip r:embed="rId3" cstate="print">
            <a:extLst>
              <a:ext uri="{E6C5AD3B-D068-4905-249F-7E63240CD9F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05" name="VectorPath 20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6" name="TextBox20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7" name="TextBox20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08" name="7D49D7B9-97AE-4FB7-E230-C44A4073703E"/>
          <p:cNvPicPr>
            <a:picLocks noChangeAspect="1"/>
          </p:cNvPicPr>
          <p:nvPr/>
        </p:nvPicPr>
        <p:blipFill>
          <a:blip r:embed="rId4" cstate="print">
            <a:extLst>
              <a:ext uri="{E5AC2148-CEB1-4E45-3D66-4BE6B5D6F0F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0D9E15E-5262-4927-8122-240ED9B362FE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VectorPath 20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0" name="498ADF2B-D7B1-43FA-F5B3-627D14AA292B"/>
          <p:cNvPicPr>
            <a:picLocks noChangeAspect="1"/>
          </p:cNvPicPr>
          <p:nvPr/>
        </p:nvPicPr>
        <p:blipFill>
          <a:blip r:embed="rId2" cstate="print">
            <a:extLst>
              <a:ext uri="{13EC0787-AB39-427E-DC99-94FAF05D8F6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11" name="VectorPath 21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12" name="VectorPath 21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13" name="C1B0C9F7-465F-4A7C-A8F7-55CDFB491D74"/>
          <p:cNvPicPr>
            <a:picLocks noChangeAspect="1"/>
          </p:cNvPicPr>
          <p:nvPr/>
        </p:nvPicPr>
        <p:blipFill>
          <a:blip r:embed="rId3" cstate="print">
            <a:extLst>
              <a:ext uri="{0305D9C5-71B3-4A31-AA74-98ED5B0A74A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14" name="VectorPath 21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5" name="TextBox21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6" name="TextBox21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17" name="71463616-4554-406F-B6AE-60CC4EF316E2"/>
          <p:cNvPicPr>
            <a:picLocks noChangeAspect="1"/>
          </p:cNvPicPr>
          <p:nvPr/>
        </p:nvPicPr>
        <p:blipFill>
          <a:blip r:embed="rId4" cstate="print">
            <a:extLst>
              <a:ext uri="{466A5ACE-BB50-4328-813C-1B55F27D1AA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D12FDD3-795E-4B41-D399-41D76F946F28}"/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VectorPath 21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9" name="85C9E7BB-1D2E-419C-1C15-097782749B0B"/>
          <p:cNvPicPr>
            <a:picLocks noChangeAspect="1"/>
          </p:cNvPicPr>
          <p:nvPr/>
        </p:nvPicPr>
        <p:blipFill>
          <a:blip r:embed="rId2" cstate="print">
            <a:extLst>
              <a:ext uri="{2E9B9F09-D937-494C-F64F-5A5570174C4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20" name="C211003D-C75B-438D-C5C6-4844D0D6CCCB"/>
          <p:cNvPicPr>
            <a:picLocks noChangeAspect="1"/>
          </p:cNvPicPr>
          <p:nvPr/>
        </p:nvPicPr>
        <p:blipFill>
          <a:blip r:embed="rId3" cstate="print">
            <a:extLst>
              <a:ext uri="{00261254-07F4-46DF-CECE-95B18E6F3C9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21" name="VectorPath 22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2" name="VectorPath 22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3" name="8302A428-C301-428C-F609-8B2F00F38C39"/>
          <p:cNvPicPr>
            <a:picLocks noChangeAspect="1"/>
          </p:cNvPicPr>
          <p:nvPr/>
        </p:nvPicPr>
        <p:blipFill>
          <a:blip r:embed="rId4" cstate="print">
            <a:extLst>
              <a:ext uri="{7094398F-EAEE-4373-3735-420244A531B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24" name="Combination 224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225" name="VectorPath 225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26" name="VectorPath 226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27" name="VectorPath 227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28" name="VectorPath 228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229" name="TextBox229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30" name="VectorPath 23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1" name="TextBox23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32" name="TextBox23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E066E46D-7370-47EB-1CCF-3F114CDCD491}"/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VectorPath 23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34" name="8FC9DEFC-E80C-4AE5-328B-654A63FA2E06"/>
          <p:cNvPicPr>
            <a:picLocks noChangeAspect="1"/>
          </p:cNvPicPr>
          <p:nvPr/>
        </p:nvPicPr>
        <p:blipFill>
          <a:blip r:embed="rId2" cstate="print">
            <a:extLst>
              <a:ext uri="{F277FF64-A142-4952-47EF-59DE9425801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35" name="0FC93402-3791-4522-10AD-F7A64221E9CF"/>
          <p:cNvPicPr>
            <a:picLocks noChangeAspect="1"/>
          </p:cNvPicPr>
          <p:nvPr/>
        </p:nvPicPr>
        <p:blipFill>
          <a:blip r:embed="rId3" cstate="print">
            <a:extLst>
              <a:ext uri="{E70C4274-3212-4288-C780-4046FB0124E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36" name="VectorPath 23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7" name="VectorPath 23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8" name="52854693-9138-418F-06AE-D4223EF04F2B"/>
          <p:cNvPicPr>
            <a:picLocks noChangeAspect="1"/>
          </p:cNvPicPr>
          <p:nvPr/>
        </p:nvPicPr>
        <p:blipFill>
          <a:blip r:embed="rId4" cstate="print">
            <a:extLst>
              <a:ext uri="{BD036819-1586-425F-CE29-14040F6DFB0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39" name="Combination 239"/>
          <p:cNvGrpSpPr/>
          <p:nvPr/>
        </p:nvGrpSpPr>
        <p:grpSpPr>
          <a:xfrm>
            <a:off x="2000250" y="3076576"/>
            <a:ext cx="495300" cy="2162175"/>
            <a:chOff x="2000250" y="3076576"/>
            <a:chExt cx="495300" cy="2162175"/>
          </a:xfrm>
        </p:grpSpPr>
        <p:sp>
          <p:nvSpPr>
            <p:cNvPr id="240" name="VectorPath 240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41" name="VectorPath 241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42" name="VectorPath 242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243" name="TextBox243"/>
          <p:cNvSpPr txBox="1"/>
          <p:nvPr/>
        </p:nvSpPr>
        <p:spPr>
          <a:xfrm>
            <a:off x="2118568" y="3100166"/>
            <a:ext cx="259884" cy="20838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44" name="VectorPath 24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45" name="TextBox24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46" name="TextBox24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0A4F3A7F-F580-447D-426A-609BD389D330}"/>
    </p:extLst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VectorPath 2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48" name="06F2543D-E20E-40F6-0C62-DB679BCD0D97"/>
          <p:cNvPicPr>
            <a:picLocks noChangeAspect="1"/>
          </p:cNvPicPr>
          <p:nvPr/>
        </p:nvPicPr>
        <p:blipFill>
          <a:blip r:embed="rId2" cstate="print">
            <a:extLst>
              <a:ext uri="{2F6E0417-4C68-45FE-7639-AA96DEABA7F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49" name="VectorPath 24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50" name="VectorPath 25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51" name="4066450C-AB67-4045-CF4F-E5A236588987"/>
          <p:cNvPicPr>
            <a:picLocks noChangeAspect="1"/>
          </p:cNvPicPr>
          <p:nvPr/>
        </p:nvPicPr>
        <p:blipFill>
          <a:blip r:embed="rId3" cstate="print">
            <a:extLst>
              <a:ext uri="{557FD8F1-7487-4EB8-363F-F324EE377CF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2" name="VectorPath 25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53" name="TextBox25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54" name="TextBox25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55" name="82576E56-7F58-48F8-0D2B-EDD7AAA5BA66"/>
          <p:cNvPicPr>
            <a:picLocks noChangeAspect="1"/>
          </p:cNvPicPr>
          <p:nvPr/>
        </p:nvPicPr>
        <p:blipFill>
          <a:blip r:embed="rId4" cstate="print">
            <a:extLst>
              <a:ext uri="{8344356F-C604-4995-387F-4CC91FDE6ED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3773455-619D-463F-A21C-9BA5AEDE4488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80CDA468-FA57-4543-3E88-DE49BE01E2CB}"/>
  </a:extLst>
</a:theme>
</file>