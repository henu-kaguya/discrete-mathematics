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174.png" ContentType="image/png"/>
  <Override PartName="/ppt/media/image47.png" ContentType="image/png"/>
  <Override PartName="/ppt/media/image133.png" ContentType="image/png"/>
  <Override PartName="/ppt/media/image178.png" ContentType="image/png"/>
  <Override PartName="/ppt/media/image137.png" ContentType="image/png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media/image91.png" ContentType="image/png"/>
  <Override PartName="/ppt/media/image50.png" ContentType="image/png"/>
  <Override PartName="/ppt/slides/slide28.xml" ContentType="application/vnd.openxmlformats-officedocument.presentationml.slide+xml"/>
  <Override PartName="/ppt/media/image95.png" ContentType="image/png"/>
  <Override PartName="/ppt/media/image181.png" ContentType="image/png"/>
  <Override PartName="/ppt/media/image54.png" ContentType="image/png"/>
  <Override PartName="/ppt/media/image99.png" ContentType="image/png"/>
  <Override PartName="/ppt/media/image140.png" ContentType="image/png"/>
  <Override PartName="/ppt/media/image185.png" ContentType="image/png"/>
  <Override PartName="/ppt/media/image13.png" ContentType="image/png"/>
  <Override PartName="/ppt/media/image58.png" ContentType="image/png"/>
  <Override PartName="/ppt/media/image144.png" ContentType="image/png"/>
  <Override PartName="/ppt/media/image17.png" ContentType="image/png"/>
  <Override PartName="/ppt/media/image103.png" ContentType="image/png"/>
  <Override PartName="/ppt/media/image148.png" ContentType="image/png"/>
  <Override PartName="/ppt/presentation.xml" ContentType="application/vnd.openxmlformats-officedocument.presentationml.presentation.main+xml"/>
  <Override PartName="/ppt/media/image107.png" ContentType="image/png"/>
  <Override PartName="/ppt/slides/slide31.xml" ContentType="application/vnd.openxmlformats-officedocument.presentationml.slide+xml"/>
  <Override PartName="/ppt/slides/slide35.xml" ContentType="application/vnd.openxmlformats-officedocument.presentationml.slide+xml"/>
  <Override PartName="/ppt/media/image61.png" ContentType="image/png"/>
  <Override PartName="/ppt/slides/slide39.xml" ContentType="application/vnd.openxmlformats-officedocument.presentationml.slide+xml"/>
  <Override PartName="/ppt/media/image20.png" ContentType="image/png"/>
  <Override PartName="/ppt/media/image65.png" ContentType="image/png"/>
  <Override PartName="/ppt/media/image151.png" ContentType="image/png"/>
  <Override PartName="/ppt/media/image24.png" ContentType="image/png"/>
  <Override PartName="/ppt/media/image69.png" ContentType="image/png"/>
  <Override PartName="/ppt/media/image110.png" ContentType="image/png"/>
  <Override PartName="/ppt/media/image155.png" ContentType="image/png"/>
  <Override PartName="/ppt/media/image28.png" ContentType="image/png"/>
  <Override PartName="/ppt/media/image114.png" ContentType="image/png"/>
  <Override PartName="/ppt/media/image159.png" ContentType="image/png"/>
  <Override PartName="/ppt/media/image118.png" ContentType="image/png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media/image72.png" ContentType="image/png"/>
  <Override PartName="/ppt/media/image31.png" ContentType="image/png"/>
  <Override PartName="/ppt/media/image76.png" ContentType="image/png"/>
  <Override PartName="/ppt/media/image162.png" ContentType="image/png"/>
  <Override PartName="/ppt/media/image35.png" ContentType="image/png"/>
  <Override PartName="/ppt/media/image121.png" ContentType="image/png"/>
  <Override PartName="/ppt/media/image1.png" ContentType="image/png"/>
  <Override PartName="/ppt/media/image166.png" ContentType="image/png"/>
  <Override PartName="/ppt/media/image39.png" ContentType="image/png"/>
  <Override PartName="/ppt/media/image125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media/image129.png" ContentType="image/png"/>
  <Override PartName="/ppt/media/image9.png" ContentType="image/png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5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media/image83.png" ContentType="image/png"/>
  <Override PartName="/ppt/media/image42.png" ContentType="image/png"/>
  <Override PartName="/ppt/media/image87.png" ContentType="image/png"/>
  <Override PartName="/ppt/media/image173.png" ContentType="image/png"/>
  <Override PartName="/ppt/media/image46.png" ContentType="image/png"/>
  <Override PartName="/ppt/media/image132.png" ContentType="image/png"/>
  <Override PartName="/ppt/media/image177.png" ContentType="image/png"/>
  <Override PartName="/ppt/media/image136.png" ContentType="image/png"/>
  <Override PartName="/ppt/slides/slide23.xml" ContentType="application/vnd.openxmlformats-officedocument.presentationml.slide+xml"/>
  <Override PartName="/ppt/media/image90.png" ContentType="image/png"/>
  <Override PartName="/ppt/slides/slide27.xml" ContentType="application/vnd.openxmlformats-officedocument.presentationml.slide+xml"/>
  <Override PartName="/ppt/media/image94.png" ContentType="image/png"/>
  <Override PartName="/ppt/media/image180.png" ContentType="image/png"/>
  <Override PartName="/ppt/media/image53.png" ContentType="image/png"/>
  <Override PartName="/ppt/media/image98.png" ContentType="image/png"/>
  <Override PartName="/ppt/media/image12.png" ContentType="image/png"/>
  <Override PartName="/ppt/media/image184.png" ContentType="image/png"/>
  <Override PartName="/ppt/media/image57.png" ContentType="image/png"/>
  <Override PartName="/ppt/media/image143.png" ContentType="image/png"/>
  <Override PartName="/ppt/media/image188.png" ContentType="image/png"/>
  <Override PartName="/ppt/media/image16.png" ContentType="image/png"/>
  <Override PartName="/ppt/media/image102.png" ContentType="image/png"/>
  <Override PartName="/ppt/media/image147.png" ContentType="image/png"/>
  <Override PartName="/ppt/media/image106.png" ContentType="image/png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media/image60.png" ContentType="image/png"/>
  <Override PartName="/ppt/slides/slide38.xml" ContentType="application/vnd.openxmlformats-officedocument.presentationml.slide+xml"/>
  <Override PartName="/ppt/media/image64.png" ContentType="image/png"/>
  <Override PartName="/ppt/media/image150.png" ContentType="image/png"/>
  <Override PartName="/ppt/media/image23.png" ContentType="image/png"/>
  <Override PartName="/ppt/media/image68.png" ContentType="image/png"/>
  <Override PartName="/ppt/media/image154.png" ContentType="image/png"/>
  <Override PartName="/ppt/media/image27.png" ContentType="image/png"/>
  <Override PartName="/ppt/media/image113.png" ContentType="image/png"/>
  <Override PartName="/ppt/media/image158.png" ContentType="image/png"/>
  <Override PartName="/ppt/viewProps.xml" ContentType="application/vnd.openxmlformats-officedocument.presentationml.viewProps+xml"/>
  <Override PartName="/ppt/media/image117.png" ContentType="image/png"/>
  <Override PartName="/ppt/slides/slide41.xml" ContentType="application/vnd.openxmlformats-officedocument.presentationml.slide+xml"/>
  <Override PartName="/ppt/slides/slide45.xml" ContentType="application/vnd.openxmlformats-officedocument.presentationml.slide+xml"/>
  <Override PartName="/ppt/media/image71.png" ContentType="image/png"/>
  <Override PartName="/ppt/slides/slide49.xml" ContentType="application/vnd.openxmlformats-officedocument.presentationml.slide+xml"/>
  <Override PartName="/ppt/media/image30.png" ContentType="image/png"/>
  <Override PartName="/ppt/media/image75.png" ContentType="image/png"/>
  <Override PartName="/ppt/media/image161.png" ContentType="image/png"/>
  <Override PartName="/ppt/media/image34.png" ContentType="image/png"/>
  <Override PartName="/ppt/media/image79.png" ContentType="image/png"/>
  <Override PartName="/ppt/media/image120.png" ContentType="image/png"/>
  <Override PartName="/ppt/media/image0.png" ContentType="image/png"/>
  <Override PartName="/ppt/media/image165.png" ContentType="image/png"/>
  <Override PartName="/ppt/media/image38.png" ContentType="image/png"/>
  <Override PartName="/ppt/media/image124.png" ContentType="image/png"/>
  <Override PartName="/ppt/media/image4.png" ContentType="image/png"/>
  <Override PartName="/ppt/media/image169.png" ContentType="image/png"/>
  <Override PartName="/ppt/media/image128.png" ContentType="image/png"/>
  <Override PartName="/ppt/media/image8.png" ContentType="image/png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2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media/image82.png" ContentType="image/png"/>
  <Override PartName="/ppt/media/image41.png" ContentType="image/png"/>
  <Override PartName="/ppt/slides/slide19.xml" ContentType="application/vnd.openxmlformats-officedocument.presentationml.slide+xml"/>
  <Override PartName="/ppt/media/image86.png" ContentType="image/png"/>
  <Override PartName="/ppt/media/image172.png" ContentType="image/png"/>
  <Override PartName="/ppt/media/image45.png" ContentType="image/png"/>
  <Override PartName="/ppt/media/image131.png" ContentType="image/png"/>
  <Override PartName="/ppt/media/image176.png" ContentType="image/png"/>
  <Override PartName="/ppt/media/image49.png" ContentType="image/png"/>
  <Override PartName="/ppt/media/image135.png" ContentType="image/png"/>
  <Override PartName="/ppt/media/image139.png" ContentType="image/png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media/image93.png" ContentType="image/png"/>
  <Override PartName="/ppt/media/image52.png" ContentType="image/png"/>
  <Override PartName="/ppt/media/image97.png" ContentType="image/png"/>
  <Override PartName="/ppt/media/image11.png" ContentType="image/png"/>
  <Override PartName="/ppt/media/image183.png" ContentType="image/png"/>
  <Override PartName="/ppt/media/image56.png" ContentType="image/png"/>
  <Override PartName="/ppt/media/image142.png" ContentType="image/png"/>
  <Override PartName="/ppt/media/image187.png" ContentType="image/png"/>
  <Override PartName="/ppt/media/image15.png" ContentType="image/png"/>
  <Override PartName="/ppt/media/image101.png" ContentType="image/png"/>
  <Override PartName="/ppt/media/image146.png" ContentType="image/png"/>
  <Override PartName="/ppt/media/image19.png" ContentType="image/png"/>
  <Override PartName="/ppt/media/image105.png" ContentType="image/png"/>
  <Override PartName="/ppt/media/image109.png" ContentType="image/png"/>
  <Override PartName="/ppt/slides/slide33.xml" ContentType="application/vnd.openxmlformats-officedocument.presentationml.slide+xml"/>
  <Override PartName="/ppt/slides/slide37.xml" ContentType="application/vnd.openxmlformats-officedocument.presentationml.slide+xml"/>
  <Override PartName="/ppt/media/image63.png" ContentType="image/png"/>
  <Override PartName="/ppt/media/image22.png" ContentType="image/png"/>
  <Override PartName="/ppt/media/image67.png" ContentType="image/png"/>
  <Override PartName="/ppt/media/image153.png" ContentType="image/png"/>
  <Override PartName="/ppt/media/image26.png" ContentType="image/png"/>
  <Override PartName="/ppt/media/image112.png" ContentType="image/png"/>
  <Override PartName="/ppt/media/image157.png" ContentType="image/png"/>
  <Override PartName="/ppt/media/image116.png" ContentType="image/png"/>
  <Override PartName="/ppt/tableStyles.xml" ContentType="application/vnd.openxmlformats-officedocument.presentationml.tableStyles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media/image70.png" ContentType="image/png"/>
  <Override PartName="/ppt/slides/slide48.xml" ContentType="application/vnd.openxmlformats-officedocument.presentationml.slide+xml"/>
  <Override PartName="/ppt/media/image74.png" ContentType="image/png"/>
  <Override PartName="/ppt/media/image160.png" ContentType="image/png"/>
  <Override PartName="/ppt/media/image33.png" ContentType="image/png"/>
  <Override PartName="/ppt/media/image78.png" ContentType="image/png"/>
  <Override PartName="/ppt/media/image164.png" ContentType="image/png"/>
  <Override PartName="/ppt/media/image37.png" ContentType="image/png"/>
  <Override PartName="/ppt/media/image123.png" ContentType="image/png"/>
  <Override PartName="/ppt/media/image3.png" ContentType="image/png"/>
  <Override PartName="/ppt/media/image168.png" ContentType="image/png"/>
  <Override PartName="/ppt/media/image127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55.xml" ContentType="application/vnd.openxmlformats-officedocument.presentationml.slide+xml"/>
  <Override PartName="/ppt/media/image81.png" ContentType="image/png"/>
  <Override PartName="/ppt/slides/slide14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85.png" ContentType="image/png"/>
  <Override PartName="/ppt/media/image171.png" ContentType="image/png"/>
  <Override PartName="/ppt/media/image44.png" ContentType="image/png"/>
  <Override PartName="/ppt/media/image89.png" ContentType="image/png"/>
  <Override PartName="/ppt/media/image130.png" ContentType="image/png"/>
  <Override PartName="/ppt/media/image175.png" ContentType="image/png"/>
  <Override PartName="/ppt/media/image48.png" ContentType="image/png"/>
  <Override PartName="/ppt/media/image134.png" ContentType="image/png"/>
  <Override PartName="/ppt/media/image179.png" ContentType="image/png"/>
  <Override PartName="/ppt/media/image138.png" ContentType="image/png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media/image92.png" ContentType="image/png"/>
  <Override PartName="/ppt/media/image51.png" ContentType="image/png"/>
  <Override PartName="/ppt/slides/slide29.xml" ContentType="application/vnd.openxmlformats-officedocument.presentationml.slide+xml"/>
  <Override PartName="/ppt/media/image96.png" ContentType="image/png"/>
  <Override PartName="/ppt/presProps.xml" ContentType="application/vnd.openxmlformats-officedocument.presentationml.presProps+xml"/>
  <Override PartName="/ppt/media/image10.png" ContentType="image/png"/>
  <Override PartName="/ppt/media/image182.png" ContentType="image/png"/>
  <Override PartName="/ppt/media/image55.png" ContentType="image/png"/>
  <Override PartName="/ppt/theme/theme1.xml" ContentType="application/vnd.openxmlformats-officedocument.theme+xml"/>
  <Override PartName="/ppt/media/image141.png" ContentType="image/png"/>
  <Override PartName="/ppt/media/image186.png" ContentType="image/png"/>
  <Override PartName="/ppt/media/image14.png" ContentType="image/png"/>
  <Override PartName="/ppt/media/image59.png" ContentType="image/png"/>
  <Override PartName="/ppt/media/image100.png" ContentType="image/png"/>
  <Override PartName="/ppt/media/image145.png" ContentType="image/png"/>
  <Override PartName="/ppt/media/image18.png" ContentType="image/png"/>
  <Override PartName="/ppt/media/image104.png" ContentType="image/png"/>
  <Override PartName="/ppt/media/image149.png" ContentType="image/png"/>
  <Override PartName="/ppt/media/image108.png" ContentType="image/png"/>
  <Override PartName="/ppt/slides/slide32.xml" ContentType="application/vnd.openxmlformats-officedocument.presentationml.slide+xml"/>
  <Override PartName="/ppt/slides/slide36.xml" ContentType="application/vnd.openxmlformats-officedocument.presentationml.slide+xml"/>
  <Override PartName="/ppt/media/image62.png" ContentType="image/png"/>
  <Override PartName="/ppt/media/image21.png" ContentType="image/png"/>
  <Override PartName="/ppt/media/image66.png" ContentType="image/png"/>
  <Override PartName="/ppt/media/image152.png" ContentType="image/png"/>
  <Override PartName="/ppt/media/image25.png" ContentType="image/png"/>
  <Override PartName="/ppt/media/image111.png" ContentType="image/png"/>
  <Override PartName="/ppt/media/image156.png" ContentType="image/png"/>
  <Override PartName="/ppt/media/image29.png" ContentType="image/png"/>
  <Override PartName="/ppt/media/image115.png" ContentType="image/png"/>
  <Override PartName="/ppt/media/image119.png" ContentType="image/png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media/image73.png" ContentType="image/png"/>
  <Override PartName="/ppt/media/image32.png" ContentType="image/png"/>
  <Override PartName="/ppt/media/image77.png" ContentType="image/png"/>
  <Override PartName="/ppt/media/image163.png" ContentType="image/png"/>
  <Override PartName="/ppt/media/image36.png" ContentType="image/png"/>
  <Override PartName="/ppt/media/image122.png" ContentType="image/png"/>
  <Override PartName="/ppt/media/image2.png" ContentType="image/png"/>
  <Override PartName="/ppt/media/image167.png" ContentType="image/png"/>
  <Override PartName="/ppt/media/image126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54.xml" ContentType="application/vnd.openxmlformats-officedocument.presentationml.slide+xml"/>
  <Override PartName="/ppt/slideLayouts/slideLayout11.xml" ContentType="application/vnd.openxmlformats-officedocument.presentationml.slideLayout+xml"/>
  <Override PartName="/ppt/media/image80.png" ContentType="image/png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media/image84.png" ContentType="image/png"/>
  <Override PartName="/ppt/media/image170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6EEF0832-9AF3-4E1F-77A4-3D84955F2049}"/>
    <p:ext uri="{F6AC73C8-5FA6-42AF-5357-FB4915277FBC}"/>
    <p:ext uri="{62F3408F-1569-403F-ECF1-EABC59F1A9CF}"/>
  </p:extLst>
</p:presentationPr>
</file>

<file path=ppt/tableStyles.xml><?xml version="1.0" encoding="utf-8"?>
<a:tblStyleLst xmlns:a="http://schemas.openxmlformats.org/drawingml/2006/main" def="{8F2F971B-E8EC-4D01-1C9C-A239B249D7E1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84DA7-D0C1-4281-0425-D5B93B38427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EB146-C6D7-4CC0-B426-059968506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6DC5662-C30D-43DB-E0C5-BE37C799D671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FC6B-BC26-4293-1EA8-D59B199BF00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6D1E9-90CA-4FB8-EEF2-71FA3ACDA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8A0C1E5-9278-426F-7492-F43820039B2C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C238-337C-46F7-654A-6CBAEF01DF3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5C4D-40B1-4B37-A6D1-C6E42ED77F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0694344-E93B-4B51-9906-4017F82F4D92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D9D0-FC31-4A4F-821B-790FC14BD14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915CB-21BC-4788-5897-0369DF9B2C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FACA329-54B9-4AB8-278D-C54456D732DB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379C-2B58-43F9-89AF-2F3B63C6AA7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329C7-F01C-469C-56AB-F2FCA443AD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9F2AA7E-900C-4BE6-8C92-48152A8589A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5AAFE-025D-442D-7323-DADCDCE2636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3ED8-640C-4593-2D66-8110BA7718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FCF22FD-AA2A-410F-3A57-BA43806F0309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BC88-8916-4418-EB89-35366741A99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6B0E0-8C8E-4869-A9FF-85374483F9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CB8FA36-0A4E-46D6-30D7-D34AEC6FE0F6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020E5-F78B-4CFD-D9D1-827E3149667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2CB3-3A3D-4FA2-E4C1-6C31E4E3D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5F951B4-E61C-448D-68CF-4E7F1687FF50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B16B-E0A4-4E99-61A5-3F4CE37B2DE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E27D-BF85-48C4-E76F-CCFC377CB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5A5E11A-B13C-47A4-52D6-3D69B3E51BEC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D78D9-C391-464F-11FC-CEF3DC6698F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5D737-9DA6-4196-536A-0E22E919F6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E3A2411-8010-4F93-1082-D4A82F12D247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C144C-56DE-4064-16CB-41D786DF4E3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CDFC8-8685-4E59-023C-8A47068F5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1AF01D5-B3DB-4DB7-8A67-589B1D38469D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39A69-2D10-4208-2EC7-4E74CC584121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C7E38-8E0D-4C12-6B3A-FAEF74EEB7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3E1193E-2DBA-410E-2B29-88D2AF1C3416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7.png"/><Relationship Id="rId3" Type="http://schemas.openxmlformats.org/officeDocument/2006/relationships/image" Target="/ppt/media/image98.png"/><Relationship Id="rId4" Type="http://schemas.openxmlformats.org/officeDocument/2006/relationships/image" Target="/ppt/media/image99.png"/><Relationship Id="rId5" Type="http://schemas.openxmlformats.org/officeDocument/2006/relationships/image" Target="/ppt/media/image100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1.png"/><Relationship Id="rId3" Type="http://schemas.openxmlformats.org/officeDocument/2006/relationships/image" Target="/ppt/media/image102.png"/><Relationship Id="rId4" Type="http://schemas.openxmlformats.org/officeDocument/2006/relationships/image" Target="/ppt/media/image103.png"/><Relationship Id="rId5" Type="http://schemas.openxmlformats.org/officeDocument/2006/relationships/image" Target="/ppt/media/image104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5.png"/><Relationship Id="rId3" Type="http://schemas.openxmlformats.org/officeDocument/2006/relationships/image" Target="/ppt/media/image106.png"/><Relationship Id="rId4" Type="http://schemas.openxmlformats.org/officeDocument/2006/relationships/image" Target="/ppt/media/image107.png"/><Relationship Id="rId5" Type="http://schemas.openxmlformats.org/officeDocument/2006/relationships/image" Target="/ppt/media/image10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09.png"/><Relationship Id="rId3" Type="http://schemas.openxmlformats.org/officeDocument/2006/relationships/image" Target="/ppt/media/image110.png"/><Relationship Id="rId4" Type="http://schemas.openxmlformats.org/officeDocument/2006/relationships/image" Target="/ppt/media/image111.png"/><Relationship Id="rId5" Type="http://schemas.openxmlformats.org/officeDocument/2006/relationships/image" Target="/ppt/media/image112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3.png"/><Relationship Id="rId3" Type="http://schemas.openxmlformats.org/officeDocument/2006/relationships/image" Target="/ppt/media/image114.png"/><Relationship Id="rId4" Type="http://schemas.openxmlformats.org/officeDocument/2006/relationships/image" Target="/ppt/media/image115.png"/><Relationship Id="rId5" Type="http://schemas.openxmlformats.org/officeDocument/2006/relationships/image" Target="/ppt/media/image116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17.png"/><Relationship Id="rId3" Type="http://schemas.openxmlformats.org/officeDocument/2006/relationships/image" Target="/ppt/media/image118.png"/><Relationship Id="rId4" Type="http://schemas.openxmlformats.org/officeDocument/2006/relationships/image" Target="/ppt/media/image119.png"/><Relationship Id="rId5" Type="http://schemas.openxmlformats.org/officeDocument/2006/relationships/image" Target="/ppt/media/image120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1.png"/><Relationship Id="rId3" Type="http://schemas.openxmlformats.org/officeDocument/2006/relationships/image" Target="/ppt/media/image122.png"/><Relationship Id="rId4" Type="http://schemas.openxmlformats.org/officeDocument/2006/relationships/image" Target="/ppt/media/image123.png"/><Relationship Id="rId5" Type="http://schemas.openxmlformats.org/officeDocument/2006/relationships/image" Target="/ppt/media/image124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5.png"/><Relationship Id="rId3" Type="http://schemas.openxmlformats.org/officeDocument/2006/relationships/image" Target="/ppt/media/image126.png"/><Relationship Id="rId4" Type="http://schemas.openxmlformats.org/officeDocument/2006/relationships/image" Target="/ppt/media/image127.png"/><Relationship Id="rId5" Type="http://schemas.openxmlformats.org/officeDocument/2006/relationships/image" Target="/ppt/media/image128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9.png"/><Relationship Id="rId3" Type="http://schemas.openxmlformats.org/officeDocument/2006/relationships/image" Target="/ppt/media/image130.png"/><Relationship Id="rId4" Type="http://schemas.openxmlformats.org/officeDocument/2006/relationships/image" Target="/ppt/media/image131.png"/><Relationship Id="rId5" Type="http://schemas.openxmlformats.org/officeDocument/2006/relationships/image" Target="/ppt/media/image132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3.png"/><Relationship Id="rId3" Type="http://schemas.openxmlformats.org/officeDocument/2006/relationships/image" Target="/ppt/media/image134.png"/><Relationship Id="rId4" Type="http://schemas.openxmlformats.org/officeDocument/2006/relationships/image" Target="/ppt/media/image135.png"/><Relationship Id="rId5" Type="http://schemas.openxmlformats.org/officeDocument/2006/relationships/image" Target="/ppt/media/image136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7.png"/><Relationship Id="rId3" Type="http://schemas.openxmlformats.org/officeDocument/2006/relationships/image" Target="/ppt/media/image138.png"/><Relationship Id="rId4" Type="http://schemas.openxmlformats.org/officeDocument/2006/relationships/image" Target="/ppt/media/image139.png"/><Relationship Id="rId5" Type="http://schemas.openxmlformats.org/officeDocument/2006/relationships/image" Target="/ppt/media/image140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1.png"/><Relationship Id="rId3" Type="http://schemas.openxmlformats.org/officeDocument/2006/relationships/image" Target="/ppt/media/image142.png"/><Relationship Id="rId4" Type="http://schemas.openxmlformats.org/officeDocument/2006/relationships/image" Target="/ppt/media/image143.png"/><Relationship Id="rId5" Type="http://schemas.openxmlformats.org/officeDocument/2006/relationships/image" Target="/ppt/media/image144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5.png"/><Relationship Id="rId3" Type="http://schemas.openxmlformats.org/officeDocument/2006/relationships/image" Target="/ppt/media/image146.png"/><Relationship Id="rId4" Type="http://schemas.openxmlformats.org/officeDocument/2006/relationships/image" Target="/ppt/media/image147.png"/><Relationship Id="rId5" Type="http://schemas.openxmlformats.org/officeDocument/2006/relationships/image" Target="/ppt/media/image148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49.png"/><Relationship Id="rId3" Type="http://schemas.openxmlformats.org/officeDocument/2006/relationships/image" Target="/ppt/media/image150.png"/><Relationship Id="rId4" Type="http://schemas.openxmlformats.org/officeDocument/2006/relationships/image" Target="/ppt/media/image151.png"/><Relationship Id="rId5" Type="http://schemas.openxmlformats.org/officeDocument/2006/relationships/image" Target="/ppt/media/image152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3.png"/><Relationship Id="rId3" Type="http://schemas.openxmlformats.org/officeDocument/2006/relationships/image" Target="/ppt/media/image154.png"/><Relationship Id="rId4" Type="http://schemas.openxmlformats.org/officeDocument/2006/relationships/image" Target="/ppt/media/image155.png"/><Relationship Id="rId5" Type="http://schemas.openxmlformats.org/officeDocument/2006/relationships/image" Target="/ppt/media/image156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7.png"/><Relationship Id="rId3" Type="http://schemas.openxmlformats.org/officeDocument/2006/relationships/image" Target="/ppt/media/image158.png"/><Relationship Id="rId4" Type="http://schemas.openxmlformats.org/officeDocument/2006/relationships/image" Target="/ppt/media/image159.png"/><Relationship Id="rId5" Type="http://schemas.openxmlformats.org/officeDocument/2006/relationships/image" Target="/ppt/media/image160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1.png"/><Relationship Id="rId3" Type="http://schemas.openxmlformats.org/officeDocument/2006/relationships/image" Target="/ppt/media/image162.png"/><Relationship Id="rId4" Type="http://schemas.openxmlformats.org/officeDocument/2006/relationships/image" Target="/ppt/media/image163.png"/><Relationship Id="rId5" Type="http://schemas.openxmlformats.org/officeDocument/2006/relationships/image" Target="/ppt/media/image164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5.png"/><Relationship Id="rId3" Type="http://schemas.openxmlformats.org/officeDocument/2006/relationships/image" Target="/ppt/media/image166.png"/><Relationship Id="rId4" Type="http://schemas.openxmlformats.org/officeDocument/2006/relationships/image" Target="/ppt/media/image167.png"/><Relationship Id="rId5" Type="http://schemas.openxmlformats.org/officeDocument/2006/relationships/image" Target="/ppt/media/image168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9.png"/><Relationship Id="rId3" Type="http://schemas.openxmlformats.org/officeDocument/2006/relationships/image" Target="/ppt/media/image170.png"/><Relationship Id="rId4" Type="http://schemas.openxmlformats.org/officeDocument/2006/relationships/image" Target="/ppt/media/image171.png"/><Relationship Id="rId5" Type="http://schemas.openxmlformats.org/officeDocument/2006/relationships/image" Target="/ppt/media/image172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3.png"/><Relationship Id="rId3" Type="http://schemas.openxmlformats.org/officeDocument/2006/relationships/image" Target="/ppt/media/image174.png"/><Relationship Id="rId4" Type="http://schemas.openxmlformats.org/officeDocument/2006/relationships/image" Target="/ppt/media/image175.png"/><Relationship Id="rId5" Type="http://schemas.openxmlformats.org/officeDocument/2006/relationships/image" Target="/ppt/media/image176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77.png"/><Relationship Id="rId3" Type="http://schemas.openxmlformats.org/officeDocument/2006/relationships/image" Target="/ppt/media/image178.png"/><Relationship Id="rId4" Type="http://schemas.openxmlformats.org/officeDocument/2006/relationships/image" Target="/ppt/media/image179.png"/><Relationship Id="rId5" Type="http://schemas.openxmlformats.org/officeDocument/2006/relationships/image" Target="/ppt/media/image180.png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1.png"/><Relationship Id="rId3" Type="http://schemas.openxmlformats.org/officeDocument/2006/relationships/image" Target="/ppt/media/image182.png"/><Relationship Id="rId4" Type="http://schemas.openxmlformats.org/officeDocument/2006/relationships/image" Target="/ppt/media/image183.png"/><Relationship Id="rId5" Type="http://schemas.openxmlformats.org/officeDocument/2006/relationships/image" Target="/ppt/media/image184.pn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5.png"/><Relationship Id="rId3" Type="http://schemas.openxmlformats.org/officeDocument/2006/relationships/image" Target="/ppt/media/image186.png"/><Relationship Id="rId4" Type="http://schemas.openxmlformats.org/officeDocument/2006/relationships/image" Target="/ppt/media/image187.png"/><Relationship Id="rId5" Type="http://schemas.openxmlformats.org/officeDocument/2006/relationships/image" Target="/ppt/media/image188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1387FC1D-FD37-42D6-AC09-3BECBDABE46F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B5E3FF52-643D-4824-CC02-63115D3AEEB5"/>
          <p:cNvPicPr>
            <a:picLocks noChangeAspect="1"/>
          </p:cNvPicPr>
          <p:nvPr/>
        </p:nvPicPr>
        <p:blipFill>
          <a:blip r:embed="rId2" cstate="print">
            <a:extLst>
              <a:ext uri="{6887F2F2-16F2-43B4-8A12-00FEDAB8EFE8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F299E505-8A0A-4B21-2C21-797A21AE2BFF"/>
          <p:cNvPicPr>
            <a:picLocks noChangeAspect="1"/>
          </p:cNvPicPr>
          <p:nvPr/>
        </p:nvPicPr>
        <p:blipFill>
          <a:blip r:embed="rId3" cstate="print">
            <a:extLst>
              <a:ext uri="{F996BF62-5895-412E-E756-2A32377268F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910333CF-264C-49B7-E062-A4E5113C42CC"/>
          <p:cNvPicPr>
            <a:picLocks noChangeAspect="1"/>
          </p:cNvPicPr>
          <p:nvPr/>
        </p:nvPicPr>
        <p:blipFill>
          <a:blip r:embed="rId4" cstate="print">
            <a:extLst>
              <a:ext uri="{86570889-2260-4C89-D8D5-E8C0E3B03BC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2C75474-AE73-4EAE-4078-6F19F7BD1503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6D2248A1-8FFF-46CB-9402-2D240F13F652"/>
          <p:cNvPicPr>
            <a:picLocks noChangeAspect="1"/>
          </p:cNvPicPr>
          <p:nvPr/>
        </p:nvPicPr>
        <p:blipFill>
          <a:blip r:embed="rId2" cstate="print">
            <a:extLst>
              <a:ext uri="{CC489217-6F2D-48B0-4CDF-ADE892B1245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1C918FBC-EA53-464F-BEBD-B6A2C6B77051"/>
          <p:cNvPicPr>
            <a:picLocks noChangeAspect="1"/>
          </p:cNvPicPr>
          <p:nvPr/>
        </p:nvPicPr>
        <p:blipFill>
          <a:blip r:embed="rId3" cstate="print">
            <a:extLst>
              <a:ext uri="{F56F4655-2264-46B6-D93E-ECE2D5207F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3C7DD225-D29F-4A59-98F4-3C36F1B13F4C"/>
          <p:cNvPicPr>
            <a:picLocks noChangeAspect="1"/>
          </p:cNvPicPr>
          <p:nvPr/>
        </p:nvPicPr>
        <p:blipFill>
          <a:blip r:embed="rId4" cstate="print">
            <a:extLst>
              <a:ext uri="{77B86581-2FA3-4D9A-B380-5D6E8B97886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B101F9B-7D18-4BDA-CB41-AC75F4B360C2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A68DFEFF-8FC6-4EB4-1320-F54A07052092"/>
          <p:cNvPicPr>
            <a:picLocks noChangeAspect="1"/>
          </p:cNvPicPr>
          <p:nvPr/>
        </p:nvPicPr>
        <p:blipFill>
          <a:blip r:embed="rId2" cstate="print">
            <a:extLst>
              <a:ext uri="{7A016432-7A85-4458-AD8F-487FF3F85A9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78195447-404D-49A8-F7B5-F6CBA41D1898"/>
          <p:cNvPicPr>
            <a:picLocks noChangeAspect="1"/>
          </p:cNvPicPr>
          <p:nvPr/>
        </p:nvPicPr>
        <p:blipFill>
          <a:blip r:embed="rId3" cstate="print">
            <a:extLst>
              <a:ext uri="{878D4F66-C2AE-444A-A725-D7A954B79F8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74022760-0CF3-4E92-EE70-CD0593700976"/>
          <p:cNvPicPr>
            <a:picLocks noChangeAspect="1"/>
          </p:cNvPicPr>
          <p:nvPr/>
        </p:nvPicPr>
        <p:blipFill>
          <a:blip r:embed="rId4" cstate="print">
            <a:extLst>
              <a:ext uri="{14813304-E18B-4FAA-1E0D-31BA21B6B92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4F2347F-9484-48E6-E88D-1C2B89AFE08B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53F9D86D-B54F-4D0E-25D7-884FFC608830"/>
          <p:cNvPicPr>
            <a:picLocks noChangeAspect="1"/>
          </p:cNvPicPr>
          <p:nvPr/>
        </p:nvPicPr>
        <p:blipFill>
          <a:blip r:embed="rId2" cstate="print">
            <a:extLst>
              <a:ext uri="{39C06686-6E06-485E-24E7-4744EC18314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CAE489E7-60F0-4782-F454-E474E03F25F9"/>
          <p:cNvPicPr>
            <a:picLocks noChangeAspect="1"/>
          </p:cNvPicPr>
          <p:nvPr/>
        </p:nvPicPr>
        <p:blipFill>
          <a:blip r:embed="rId3" cstate="print">
            <a:extLst>
              <a:ext uri="{621E4A53-F7EE-4E9C-57E8-F4213703C42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01DBCDB3-45DB-4B1E-008D-85C2A5EEBE02"/>
          <p:cNvPicPr>
            <a:picLocks noChangeAspect="1"/>
          </p:cNvPicPr>
          <p:nvPr/>
        </p:nvPicPr>
        <p:blipFill>
          <a:blip r:embed="rId4" cstate="print">
            <a:extLst>
              <a:ext uri="{89E7A340-775B-436D-A1C4-02424CA5A84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C6E1712-20C7-48D1-C4A3-80840535397E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4ED73F2F-224F-47E6-9D0D-3B942380ED08"/>
          <p:cNvPicPr>
            <a:picLocks noChangeAspect="1"/>
          </p:cNvPicPr>
          <p:nvPr/>
        </p:nvPicPr>
        <p:blipFill>
          <a:blip r:embed="rId2" cstate="print">
            <a:extLst>
              <a:ext uri="{DF0EAD05-5058-47BE-7954-FA086460A5A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C972C21A-8EB2-4A03-2F1B-9CB2CB0E5E51"/>
          <p:cNvPicPr>
            <a:picLocks noChangeAspect="1"/>
          </p:cNvPicPr>
          <p:nvPr/>
        </p:nvPicPr>
        <p:blipFill>
          <a:blip r:embed="rId3" cstate="print">
            <a:extLst>
              <a:ext uri="{B2C06AAF-570E-4CCD-ED7D-872A5D8C45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D6279F5F-0ED5-4489-B6A9-0E18655EEA6F"/>
          <p:cNvPicPr>
            <a:picLocks noChangeAspect="1"/>
          </p:cNvPicPr>
          <p:nvPr/>
        </p:nvPicPr>
        <p:blipFill>
          <a:blip r:embed="rId4" cstate="print">
            <a:extLst>
              <a:ext uri="{8F468DEC-126A-4E8D-CCB4-0DE4BAC0276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8CA5863-8AD4-4B5B-16E0-30F854E1B4D9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B46A4AD9-AE14-48E6-7AD6-B05DE9CEFE12"/>
          <p:cNvPicPr>
            <a:picLocks noChangeAspect="1"/>
          </p:cNvPicPr>
          <p:nvPr/>
        </p:nvPicPr>
        <p:blipFill>
          <a:blip r:embed="rId2" cstate="print">
            <a:extLst>
              <a:ext uri="{88D45762-E8F9-4138-998D-956527666D5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8F0E5B0E-A253-4999-901D-57EE6B769210"/>
          <p:cNvPicPr>
            <a:picLocks noChangeAspect="1"/>
          </p:cNvPicPr>
          <p:nvPr/>
        </p:nvPicPr>
        <p:blipFill>
          <a:blip r:embed="rId3" cstate="print">
            <a:extLst>
              <a:ext uri="{8673AC96-5218-4659-9DC3-B47EE7ACC88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AC3BEEF6-7EE9-4661-4A16-914EEF9AA1D4"/>
          <p:cNvPicPr>
            <a:picLocks noChangeAspect="1"/>
          </p:cNvPicPr>
          <p:nvPr/>
        </p:nvPicPr>
        <p:blipFill>
          <a:blip r:embed="rId4" cstate="print">
            <a:extLst>
              <a:ext uri="{E9876D23-5B9D-445A-A265-768C0FCDADA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5AAA6FA-EAB3-4344-8F1B-E837F56A41EE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4C35652C-0057-4829-2BEF-97D9B44BC997"/>
          <p:cNvPicPr>
            <a:picLocks noChangeAspect="1"/>
          </p:cNvPicPr>
          <p:nvPr/>
        </p:nvPicPr>
        <p:blipFill>
          <a:blip r:embed="rId2" cstate="print">
            <a:extLst>
              <a:ext uri="{B107D268-987D-4ED6-4196-4D8D2B7A240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1D71F823-D5D8-4BD0-EAE6-0440510B64D1"/>
          <p:cNvPicPr>
            <a:picLocks noChangeAspect="1"/>
          </p:cNvPicPr>
          <p:nvPr/>
        </p:nvPicPr>
        <p:blipFill>
          <a:blip r:embed="rId3" cstate="print">
            <a:extLst>
              <a:ext uri="{678214EA-F088-46A3-3F27-95B27152423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7B08FCE4-E840-4A4A-0EDE-5FB985FD0910"/>
          <p:cNvPicPr>
            <a:picLocks noChangeAspect="1"/>
          </p:cNvPicPr>
          <p:nvPr/>
        </p:nvPicPr>
        <p:blipFill>
          <a:blip r:embed="rId4" cstate="print">
            <a:extLst>
              <a:ext uri="{017F3C9B-0BC4-4B11-0F14-BEDEBEE6CEA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8229864-D633-4CD8-8116-8EED9D369247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91D81923-B530-47E4-076D-E33433E1F58F"/>
          <p:cNvPicPr>
            <a:picLocks noChangeAspect="1"/>
          </p:cNvPicPr>
          <p:nvPr/>
        </p:nvPicPr>
        <p:blipFill>
          <a:blip r:embed="rId2" cstate="print">
            <a:extLst>
              <a:ext uri="{DD9BC6B4-D617-417E-A69B-15E61FEB537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D621F0A4-65A8-4470-BA43-D9ED466F6A2E"/>
          <p:cNvPicPr>
            <a:picLocks noChangeAspect="1"/>
          </p:cNvPicPr>
          <p:nvPr/>
        </p:nvPicPr>
        <p:blipFill>
          <a:blip r:embed="rId3" cstate="print">
            <a:extLst>
              <a:ext uri="{022DAAF9-6D7E-4D23-1D1E-34261B6EB3A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473043E2-E6C3-4AB0-3FB0-583B491D419B"/>
          <p:cNvPicPr>
            <a:picLocks noChangeAspect="1"/>
          </p:cNvPicPr>
          <p:nvPr/>
        </p:nvPicPr>
        <p:blipFill>
          <a:blip r:embed="rId4" cstate="print">
            <a:extLst>
              <a:ext uri="{E7E322E4-1513-4BB9-DB89-C9CFF6C3C8C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566F0B2-AF8B-422D-60E2-3F203DB38323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3252F713-9594-4B84-B91D-2B02D6ADE016"/>
          <p:cNvPicPr>
            <a:picLocks noChangeAspect="1"/>
          </p:cNvPicPr>
          <p:nvPr/>
        </p:nvPicPr>
        <p:blipFill>
          <a:blip r:embed="rId2" cstate="print">
            <a:extLst>
              <a:ext uri="{BCD5F6DF-84A5-4592-E06A-D2F5F0C909C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88CC23E3-BED4-4B21-A6D0-7A1A3BE6CC5E"/>
          <p:cNvPicPr>
            <a:picLocks noChangeAspect="1"/>
          </p:cNvPicPr>
          <p:nvPr/>
        </p:nvPicPr>
        <p:blipFill>
          <a:blip r:embed="rId3" cstate="print">
            <a:extLst>
              <a:ext uri="{32BB6FBF-F84C-4939-7EFA-8C02CFDF348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2912A969-D415-45F0-F372-713C17055A2E"/>
          <p:cNvPicPr>
            <a:picLocks noChangeAspect="1"/>
          </p:cNvPicPr>
          <p:nvPr/>
        </p:nvPicPr>
        <p:blipFill>
          <a:blip r:embed="rId4" cstate="print">
            <a:extLst>
              <a:ext uri="{D561FD68-D0A2-4921-34C7-145D7B28C38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2B6D7D4-AA5F-4873-7081-221AE884BA56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33C4A396-4D47-4FDF-4B62-4E9B1AEE7B00"/>
          <p:cNvPicPr>
            <a:picLocks noChangeAspect="1"/>
          </p:cNvPicPr>
          <p:nvPr/>
        </p:nvPicPr>
        <p:blipFill>
          <a:blip r:embed="rId2" cstate="print">
            <a:extLst>
              <a:ext uri="{23B04F3B-429E-4890-D6EA-D3712FD5B91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E69EAFD7-4050-4B4D-6110-6C4D4654DA7E"/>
          <p:cNvPicPr>
            <a:picLocks noChangeAspect="1"/>
          </p:cNvPicPr>
          <p:nvPr/>
        </p:nvPicPr>
        <p:blipFill>
          <a:blip r:embed="rId3" cstate="print">
            <a:extLst>
              <a:ext uri="{5FF3FB22-C271-4220-6861-2C63B633D2F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C574F970-3ACD-407A-01E5-D14B2906F14A"/>
          <p:cNvPicPr>
            <a:picLocks noChangeAspect="1"/>
          </p:cNvPicPr>
          <p:nvPr/>
        </p:nvPicPr>
        <p:blipFill>
          <a:blip r:embed="rId4" cstate="print">
            <a:extLst>
              <a:ext uri="{DA85231B-450B-4E7F-9742-E4D0982DCA1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15098FA-D10C-47AE-1FD8-06749353E5F9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E89E1B82-E651-4599-887D-B5ED2F436FD7"/>
          <p:cNvPicPr>
            <a:picLocks noChangeAspect="1"/>
          </p:cNvPicPr>
          <p:nvPr/>
        </p:nvPicPr>
        <p:blipFill>
          <a:blip r:embed="rId2" cstate="print">
            <a:extLst>
              <a:ext uri="{BF1160E9-C5A5-4F4D-5AAB-6A2091A6CC4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F8345FDC-F5B5-4421-CDDB-9FF8EBA48536"/>
          <p:cNvPicPr>
            <a:picLocks noChangeAspect="1"/>
          </p:cNvPicPr>
          <p:nvPr/>
        </p:nvPicPr>
        <p:blipFill>
          <a:blip r:embed="rId3" cstate="print">
            <a:extLst>
              <a:ext uri="{70937DB4-759A-4C38-CE5C-A8B09FC7BEA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DD149499-1CA6-4922-8699-82188D63EE37"/>
          <p:cNvPicPr>
            <a:picLocks noChangeAspect="1"/>
          </p:cNvPicPr>
          <p:nvPr/>
        </p:nvPicPr>
        <p:blipFill>
          <a:blip r:embed="rId4" cstate="print">
            <a:extLst>
              <a:ext uri="{0A139BE6-07AF-42CA-0814-6281E9002A1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67DDFF3-9D04-4179-D459-AA798B4588BD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DBF8563B-C556-480B-018E-1616D6B09935"/>
          <p:cNvPicPr>
            <a:picLocks noChangeAspect="1"/>
          </p:cNvPicPr>
          <p:nvPr/>
        </p:nvPicPr>
        <p:blipFill>
          <a:blip r:embed="rId2" cstate="print">
            <a:extLst>
              <a:ext uri="{1BD739D9-57E9-4EEC-8B90-6BB6D72DCAD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31B088ED-2A3F-432C-3785-0087EE160536"/>
          <p:cNvPicPr>
            <a:picLocks noChangeAspect="1"/>
          </p:cNvPicPr>
          <p:nvPr/>
        </p:nvPicPr>
        <p:blipFill>
          <a:blip r:embed="rId3" cstate="print">
            <a:extLst>
              <a:ext uri="{040BFCE7-FE91-4665-7E1C-8C6C687A0F9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401928CC-C1C2-4A75-E8EF-9760885011E6"/>
          <p:cNvPicPr>
            <a:picLocks noChangeAspect="1"/>
          </p:cNvPicPr>
          <p:nvPr/>
        </p:nvPicPr>
        <p:blipFill>
          <a:blip r:embed="rId4" cstate="print">
            <a:extLst>
              <a:ext uri="{90E388D4-E6CC-4021-B16C-15A3A4B9C7D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87979A1-AA91-497A-B958-68A5351C165B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51A49612-4F90-4DA2-5184-13F279AFE1C4"/>
          <p:cNvPicPr>
            <a:picLocks noChangeAspect="1"/>
          </p:cNvPicPr>
          <p:nvPr/>
        </p:nvPicPr>
        <p:blipFill>
          <a:blip r:embed="rId2" cstate="print">
            <a:extLst>
              <a:ext uri="{0C71C6C0-537E-495C-8FDA-EF34E4C5E3A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83D93047-6346-42BA-4C80-A73197975A2E"/>
          <p:cNvPicPr>
            <a:picLocks noChangeAspect="1"/>
          </p:cNvPicPr>
          <p:nvPr/>
        </p:nvPicPr>
        <p:blipFill>
          <a:blip r:embed="rId3" cstate="print">
            <a:extLst>
              <a:ext uri="{29B7992A-C3C7-42B3-D6AB-7114643A3B7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EDDA90D3-38A7-468C-E99D-EE7032720449"/>
          <p:cNvPicPr>
            <a:picLocks noChangeAspect="1"/>
          </p:cNvPicPr>
          <p:nvPr/>
        </p:nvPicPr>
        <p:blipFill>
          <a:blip r:embed="rId4" cstate="print">
            <a:extLst>
              <a:ext uri="{36813C46-96BD-4DCD-42DE-99D6AC775D5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C959DD2-6F82-43E3-C58B-9E34DE6C78B5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E887172B-D601-48E2-5A3C-7EB2600E7110"/>
          <p:cNvPicPr>
            <a:picLocks noChangeAspect="1"/>
          </p:cNvPicPr>
          <p:nvPr/>
        </p:nvPicPr>
        <p:blipFill>
          <a:blip r:embed="rId2" cstate="print">
            <a:extLst>
              <a:ext uri="{94DED350-52DC-4C37-66C6-19DD9544F6A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F59A805F-73CD-4CFA-5323-EBB5DF7CF8C1"/>
          <p:cNvPicPr>
            <a:picLocks noChangeAspect="1"/>
          </p:cNvPicPr>
          <p:nvPr/>
        </p:nvPicPr>
        <p:blipFill>
          <a:blip r:embed="rId3" cstate="print">
            <a:extLst>
              <a:ext uri="{71ECA706-079A-457B-6CFE-D8BE6DA68E3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CB03F910-2F0D-402B-86A2-86EB9EFF9D0D"/>
          <p:cNvPicPr>
            <a:picLocks noChangeAspect="1"/>
          </p:cNvPicPr>
          <p:nvPr/>
        </p:nvPicPr>
        <p:blipFill>
          <a:blip r:embed="rId4" cstate="print">
            <a:extLst>
              <a:ext uri="{30875201-9524-4B5B-5C85-AEA2A64CE42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4E4FB54-5654-4833-C790-3580805BE2DD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07E8F19D-2714-4CDA-17EC-A04C305026A3"/>
          <p:cNvPicPr>
            <a:picLocks noChangeAspect="1"/>
          </p:cNvPicPr>
          <p:nvPr/>
        </p:nvPicPr>
        <p:blipFill>
          <a:blip r:embed="rId2" cstate="print">
            <a:extLst>
              <a:ext uri="{90856D6A-1F1A-4FD3-4850-353971E7863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E77F6C0F-D580-4817-6F3E-AA3BE8A46421"/>
          <p:cNvPicPr>
            <a:picLocks noChangeAspect="1"/>
          </p:cNvPicPr>
          <p:nvPr/>
        </p:nvPicPr>
        <p:blipFill>
          <a:blip r:embed="rId3" cstate="print">
            <a:extLst>
              <a:ext uri="{67CFF020-D8B8-4BED-1B10-FFB278DA51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4E0192C6-C525-4950-8DF1-A3F88754E9CE"/>
          <p:cNvPicPr>
            <a:picLocks noChangeAspect="1"/>
          </p:cNvPicPr>
          <p:nvPr/>
        </p:nvPicPr>
        <p:blipFill>
          <a:blip r:embed="rId4" cstate="print">
            <a:extLst>
              <a:ext uri="{2186846D-5FA9-49E1-DC50-255749D43D5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42FB37C-5120-420F-F3E5-D194A549DD23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97EE1301-6688-49FD-34C9-664E471B30FE"/>
          <p:cNvPicPr>
            <a:picLocks noChangeAspect="1"/>
          </p:cNvPicPr>
          <p:nvPr/>
        </p:nvPicPr>
        <p:blipFill>
          <a:blip r:embed="rId2" cstate="print">
            <a:extLst>
              <a:ext uri="{7023C022-77D2-438D-64AE-C923BE9291C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55681F6E-5E72-4D4E-5F9A-EC5D8622809D"/>
          <p:cNvPicPr>
            <a:picLocks noChangeAspect="1"/>
          </p:cNvPicPr>
          <p:nvPr/>
        </p:nvPicPr>
        <p:blipFill>
          <a:blip r:embed="rId3" cstate="print">
            <a:extLst>
              <a:ext uri="{33EE8ABB-DE12-4F74-6165-0DD0A15125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036598FC-EF42-43EA-5533-58174DED1EAF"/>
          <p:cNvPicPr>
            <a:picLocks noChangeAspect="1"/>
          </p:cNvPicPr>
          <p:nvPr/>
        </p:nvPicPr>
        <p:blipFill>
          <a:blip r:embed="rId4" cstate="print">
            <a:extLst>
              <a:ext uri="{63753144-5CAB-478D-A76C-6AF97166C62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6E6CED9-9508-43FA-F7C4-94AF204B4B4D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ED082BF0-58FB-401C-7E26-6D48BE2C35CD"/>
          <p:cNvPicPr>
            <a:picLocks noChangeAspect="1"/>
          </p:cNvPicPr>
          <p:nvPr/>
        </p:nvPicPr>
        <p:blipFill>
          <a:blip r:embed="rId2" cstate="print">
            <a:extLst>
              <a:ext uri="{58457CF4-DEB0-4379-1A12-7EBEAE81C90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D30AF852-65D9-46CC-72F8-566C96D3F0D8"/>
          <p:cNvPicPr>
            <a:picLocks noChangeAspect="1"/>
          </p:cNvPicPr>
          <p:nvPr/>
        </p:nvPicPr>
        <p:blipFill>
          <a:blip r:embed="rId3" cstate="print">
            <a:extLst>
              <a:ext uri="{03D8FB81-319C-418B-CF14-805A10D74A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5ADFADFE-B1FC-4327-0A4C-EC7B44BC0585"/>
          <p:cNvPicPr>
            <a:picLocks noChangeAspect="1"/>
          </p:cNvPicPr>
          <p:nvPr/>
        </p:nvPicPr>
        <p:blipFill>
          <a:blip r:embed="rId4" cstate="print">
            <a:extLst>
              <a:ext uri="{D49D2EDF-6104-49FF-F6CC-FC8F98216B1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9EBE13C-46FD-42D5-8BE4-E5F230AD1FB1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520F7C02-5557-4AD8-885C-98C048DDCDDD"/>
          <p:cNvPicPr>
            <a:picLocks noChangeAspect="1"/>
          </p:cNvPicPr>
          <p:nvPr/>
        </p:nvPicPr>
        <p:blipFill>
          <a:blip r:embed="rId2" cstate="print">
            <a:extLst>
              <a:ext uri="{FB989701-7360-4D02-D34C-E4797A2122B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3814CB48-25A1-493A-A6A5-62CC9A90A628"/>
          <p:cNvPicPr>
            <a:picLocks noChangeAspect="1"/>
          </p:cNvPicPr>
          <p:nvPr/>
        </p:nvPicPr>
        <p:blipFill>
          <a:blip r:embed="rId3" cstate="print">
            <a:extLst>
              <a:ext uri="{83D362B9-9D2F-48C1-D24F-1993A04D3B8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96C0C6F1-4B8E-415B-F4C6-1A6786732C89"/>
          <p:cNvPicPr>
            <a:picLocks noChangeAspect="1"/>
          </p:cNvPicPr>
          <p:nvPr/>
        </p:nvPicPr>
        <p:blipFill>
          <a:blip r:embed="rId4" cstate="print">
            <a:extLst>
              <a:ext uri="{6176D52F-0F6E-4FE5-1A45-AAD16567532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DFB89C-2199-4711-AFF0-AE330B2FC82F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21A39F50-31AC-4396-9F64-095957CD4B0F"/>
          <p:cNvPicPr>
            <a:picLocks noChangeAspect="1"/>
          </p:cNvPicPr>
          <p:nvPr/>
        </p:nvPicPr>
        <p:blipFill>
          <a:blip r:embed="rId2" cstate="print">
            <a:extLst>
              <a:ext uri="{28A6CD8F-D719-4641-D5EB-159F7E8654B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5EC41D51-5220-4BAB-533C-61AD09D94E06"/>
          <p:cNvPicPr>
            <a:picLocks noChangeAspect="1"/>
          </p:cNvPicPr>
          <p:nvPr/>
        </p:nvPicPr>
        <p:blipFill>
          <a:blip r:embed="rId3" cstate="print">
            <a:extLst>
              <a:ext uri="{E2B88948-B90E-4AFC-480C-BAD4D582370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816221CA-966E-4388-CE06-575EE3E90577"/>
          <p:cNvPicPr>
            <a:picLocks noChangeAspect="1"/>
          </p:cNvPicPr>
          <p:nvPr/>
        </p:nvPicPr>
        <p:blipFill>
          <a:blip r:embed="rId4" cstate="print">
            <a:extLst>
              <a:ext uri="{BE6E07D5-C1A2-4C2A-1DEF-4119C1A476D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D905387-4914-45C8-771B-7772AF4AA75D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29C65856-2AA2-4B2B-6EFF-8D2B0B02CF9C"/>
          <p:cNvPicPr>
            <a:picLocks noChangeAspect="1"/>
          </p:cNvPicPr>
          <p:nvPr/>
        </p:nvPicPr>
        <p:blipFill>
          <a:blip r:embed="rId2" cstate="print">
            <a:extLst>
              <a:ext uri="{FCEE1976-AE24-497F-E5A3-1105EE88A99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A2F577D9-16C3-4ABC-D8E3-E4C67D80F83A"/>
          <p:cNvPicPr>
            <a:picLocks noChangeAspect="1"/>
          </p:cNvPicPr>
          <p:nvPr/>
        </p:nvPicPr>
        <p:blipFill>
          <a:blip r:embed="rId3" cstate="print">
            <a:extLst>
              <a:ext uri="{FCF39CC7-E0F6-42C0-1B5E-37AEF3FF5A6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DD849C8D-5161-4DC2-F311-8E44706D28B0"/>
          <p:cNvPicPr>
            <a:picLocks noChangeAspect="1"/>
          </p:cNvPicPr>
          <p:nvPr/>
        </p:nvPicPr>
        <p:blipFill>
          <a:blip r:embed="rId4" cstate="print">
            <a:extLst>
              <a:ext uri="{EE368398-34B0-42A8-9FD1-9407C32DDF1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715E13F-4369-4265-8B72-176A27CBB2BF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8B62AD3B-820E-4188-2D47-1AA62AFB017A"/>
          <p:cNvPicPr>
            <a:picLocks noChangeAspect="1"/>
          </p:cNvPicPr>
          <p:nvPr/>
        </p:nvPicPr>
        <p:blipFill>
          <a:blip r:embed="rId2" cstate="print">
            <a:extLst>
              <a:ext uri="{67EAD5B1-4B66-47E2-CB4A-8C0D6227821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EC050C1C-D222-415A-B7B3-DA9E54F879A3"/>
          <p:cNvPicPr>
            <a:picLocks noChangeAspect="1"/>
          </p:cNvPicPr>
          <p:nvPr/>
        </p:nvPicPr>
        <p:blipFill>
          <a:blip r:embed="rId3" cstate="print">
            <a:extLst>
              <a:ext uri="{2505B5B6-5352-46B2-63B0-21339D60D4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6FF32807-D563-4EB9-3363-D9AF166DFC06"/>
          <p:cNvPicPr>
            <a:picLocks noChangeAspect="1"/>
          </p:cNvPicPr>
          <p:nvPr/>
        </p:nvPicPr>
        <p:blipFill>
          <a:blip r:embed="rId4" cstate="print">
            <a:extLst>
              <a:ext uri="{D9CFF789-FCF6-4BB8-C052-F4AFD82B9DE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224BC48-1D10-49A9-F2A0-A063C3865407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682FD3F8-9BAC-42FD-8A0F-5866D324A35A"/>
          <p:cNvPicPr>
            <a:picLocks noChangeAspect="1"/>
          </p:cNvPicPr>
          <p:nvPr/>
        </p:nvPicPr>
        <p:blipFill>
          <a:blip r:embed="rId2" cstate="print">
            <a:extLst>
              <a:ext uri="{AF071EC8-A963-4BE3-736D-FDB90DFF800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688CB60D-39A2-41DF-6FEE-432D40B776E7"/>
          <p:cNvPicPr>
            <a:picLocks noChangeAspect="1"/>
          </p:cNvPicPr>
          <p:nvPr/>
        </p:nvPicPr>
        <p:blipFill>
          <a:blip r:embed="rId3" cstate="print">
            <a:extLst>
              <a:ext uri="{337B6185-37CD-4CDD-1D06-7D95BA03388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7DCFC474-760C-4398-12E4-749C40919555"/>
          <p:cNvPicPr>
            <a:picLocks noChangeAspect="1"/>
          </p:cNvPicPr>
          <p:nvPr/>
        </p:nvPicPr>
        <p:blipFill>
          <a:blip r:embed="rId4" cstate="print">
            <a:extLst>
              <a:ext uri="{D5717595-F0CC-4F69-3A40-AE1CDA4FF5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4715D1B-DCC0-4F2F-48FB-9C3BA32100D7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C755EB3F-7493-4FE1-BD42-111AFFBD8278"/>
          <p:cNvPicPr>
            <a:picLocks noChangeAspect="1"/>
          </p:cNvPicPr>
          <p:nvPr/>
        </p:nvPicPr>
        <p:blipFill>
          <a:blip r:embed="rId2" cstate="print">
            <a:extLst>
              <a:ext uri="{1E210CD9-D913-45DF-B981-6C30CA9932E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202BE289-9D2B-4E76-A6DD-847E9278D491"/>
          <p:cNvPicPr>
            <a:picLocks noChangeAspect="1"/>
          </p:cNvPicPr>
          <p:nvPr/>
        </p:nvPicPr>
        <p:blipFill>
          <a:blip r:embed="rId3" cstate="print">
            <a:extLst>
              <a:ext uri="{CBBDA892-C755-4F74-C9AC-F94275D42C7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5E7CACC3-0DC7-47A7-46FC-46370219E2B4"/>
          <p:cNvPicPr>
            <a:picLocks noChangeAspect="1"/>
          </p:cNvPicPr>
          <p:nvPr/>
        </p:nvPicPr>
        <p:blipFill>
          <a:blip r:embed="rId4" cstate="print">
            <a:extLst>
              <a:ext uri="{6A12C499-679F-4B3C-3EA6-2B22645445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EF80E00-55D5-4186-257E-5E2E362E92BD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B74812AC-3655-446B-DEB7-6403E3384C36"/>
          <p:cNvPicPr>
            <a:picLocks noChangeAspect="1"/>
          </p:cNvPicPr>
          <p:nvPr/>
        </p:nvPicPr>
        <p:blipFill>
          <a:blip r:embed="rId2" cstate="print">
            <a:extLst>
              <a:ext uri="{D69F4425-97DC-40B0-64F0-03EF3165C40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F38311D7-AD34-4D74-46C6-849B8D2F053D"/>
          <p:cNvPicPr>
            <a:picLocks noChangeAspect="1"/>
          </p:cNvPicPr>
          <p:nvPr/>
        </p:nvPicPr>
        <p:blipFill>
          <a:blip r:embed="rId3" cstate="print">
            <a:extLst>
              <a:ext uri="{32E3F41E-0980-4296-43EE-843AFE83D85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09D1716F-F53F-4EE8-10FB-CA29AC2396A4"/>
          <p:cNvPicPr>
            <a:picLocks noChangeAspect="1"/>
          </p:cNvPicPr>
          <p:nvPr/>
        </p:nvPicPr>
        <p:blipFill>
          <a:blip r:embed="rId4" cstate="print">
            <a:extLst>
              <a:ext uri="{21C81E14-3FE1-45EA-56C3-B369FEC1DEF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7EE2032-45D2-41F1-459E-DEECBE0752A0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2285F1C8-FA0E-4363-117A-4FF1D97B5875"/>
          <p:cNvPicPr>
            <a:picLocks noChangeAspect="1"/>
          </p:cNvPicPr>
          <p:nvPr/>
        </p:nvPicPr>
        <p:blipFill>
          <a:blip r:embed="rId2" cstate="print">
            <a:extLst>
              <a:ext uri="{54CE8697-48A9-4F19-54D3-B26951D5D73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E4A7731F-C85A-4E13-0F66-7C1FE2408A44"/>
          <p:cNvPicPr>
            <a:picLocks noChangeAspect="1"/>
          </p:cNvPicPr>
          <p:nvPr/>
        </p:nvPicPr>
        <p:blipFill>
          <a:blip r:embed="rId3" cstate="print">
            <a:extLst>
              <a:ext uri="{B4C0DC71-F218-4C70-050E-3DD5A3579E9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7FD79450-A4F7-4AD7-01C8-2EAA52F86621"/>
          <p:cNvPicPr>
            <a:picLocks noChangeAspect="1"/>
          </p:cNvPicPr>
          <p:nvPr/>
        </p:nvPicPr>
        <p:blipFill>
          <a:blip r:embed="rId4" cstate="print">
            <a:extLst>
              <a:ext uri="{E073CE7F-330C-49FD-A460-C7A1F713095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512D4C6-7415-4ADC-BC89-22EB55E25DE7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7D6CE818-7945-44A9-6449-500E3E8775F6"/>
          <p:cNvPicPr>
            <a:picLocks noChangeAspect="1"/>
          </p:cNvPicPr>
          <p:nvPr/>
        </p:nvPicPr>
        <p:blipFill>
          <a:blip r:embed="rId2" cstate="print">
            <a:extLst>
              <a:ext uri="{725C0DA7-2B88-4F12-4147-4E81197D5DF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3FD1AA7F-D49D-44F0-C6C9-E828074DAF3C"/>
          <p:cNvPicPr>
            <a:picLocks noChangeAspect="1"/>
          </p:cNvPicPr>
          <p:nvPr/>
        </p:nvPicPr>
        <p:blipFill>
          <a:blip r:embed="rId3" cstate="print">
            <a:extLst>
              <a:ext uri="{DFC1B5F2-528E-4433-6797-C121479D592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8821A34F-B46A-495E-E2B3-8FAD829E69E1"/>
          <p:cNvPicPr>
            <a:picLocks noChangeAspect="1"/>
          </p:cNvPicPr>
          <p:nvPr/>
        </p:nvPicPr>
        <p:blipFill>
          <a:blip r:embed="rId4" cstate="print">
            <a:extLst>
              <a:ext uri="{DC112BE8-CF1F-44BA-0260-B21937D140D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63AB4F2-3640-4C39-4B9E-87778A2A9EE7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8226E819-297D-4261-3950-FCA27739B3B0"/>
          <p:cNvPicPr>
            <a:picLocks noChangeAspect="1"/>
          </p:cNvPicPr>
          <p:nvPr/>
        </p:nvPicPr>
        <p:blipFill>
          <a:blip r:embed="rId2" cstate="print">
            <a:extLst>
              <a:ext uri="{D0946C75-17B6-4E1B-3CCF-2D35B644178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62A70703-9796-4230-1C51-B585F844E2B6"/>
          <p:cNvPicPr>
            <a:picLocks noChangeAspect="1"/>
          </p:cNvPicPr>
          <p:nvPr/>
        </p:nvPicPr>
        <p:blipFill>
          <a:blip r:embed="rId3" cstate="print">
            <a:extLst>
              <a:ext uri="{7AF91C60-1B7A-429E-E72B-46BEAF4A025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813F12C1-EF4C-4B7C-B50C-B64CC8BEF06B"/>
          <p:cNvPicPr>
            <a:picLocks noChangeAspect="1"/>
          </p:cNvPicPr>
          <p:nvPr/>
        </p:nvPicPr>
        <p:blipFill>
          <a:blip r:embed="rId4" cstate="print">
            <a:extLst>
              <a:ext uri="{0C1BF557-AA36-4978-8DEB-A1D45D5EB3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D7BFA07-CC92-4E5C-31BD-D79478FBF72F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VectorPath 2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6" name="350050BE-8BA8-4A29-D204-2C3CE0E903E3"/>
          <p:cNvPicPr>
            <a:picLocks noChangeAspect="1"/>
          </p:cNvPicPr>
          <p:nvPr/>
        </p:nvPicPr>
        <p:blipFill>
          <a:blip r:embed="rId2" cstate="print">
            <a:extLst>
              <a:ext uri="{4737D1F7-C171-4F9B-5785-FDE065FACD7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7" name="VectorPath 24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48" name="01C57764-1AC8-47F6-4DD1-16E13F57A7C2"/>
          <p:cNvPicPr>
            <a:picLocks noChangeAspect="1"/>
          </p:cNvPicPr>
          <p:nvPr/>
        </p:nvPicPr>
        <p:blipFill>
          <a:blip r:embed="rId3" cstate="print">
            <a:extLst>
              <a:ext uri="{92380914-B3EE-4409-2768-098B4877D63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49" name="F5D97A0A-F2A6-4A3E-E654-00C66598C0B0"/>
          <p:cNvPicPr>
            <a:picLocks noChangeAspect="1"/>
          </p:cNvPicPr>
          <p:nvPr/>
        </p:nvPicPr>
        <p:blipFill>
          <a:blip r:embed="rId4" cstate="print">
            <a:extLst>
              <a:ext uri="{D87D96A2-AC47-4771-FCEA-16ADF7FBFC0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0" name="VectorPath 25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1" name="TextBox251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2" name="TextBox25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3" name="B3B7E8FD-C015-4AB6-C162-0AFD6F61E7C0"/>
          <p:cNvPicPr>
            <a:picLocks noChangeAspect="1"/>
          </p:cNvPicPr>
          <p:nvPr/>
        </p:nvPicPr>
        <p:blipFill>
          <a:blip r:embed="rId5" cstate="print">
            <a:extLst>
              <a:ext uri="{375FB898-4496-4D81-0690-4D658472D9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F760328-2DF9-4CF2-0E59-63856ABC9CB0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VectorPath 2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5" name="6B604151-ED8C-49A3-BCF1-8F4F4E8CD439"/>
          <p:cNvPicPr>
            <a:picLocks noChangeAspect="1"/>
          </p:cNvPicPr>
          <p:nvPr/>
        </p:nvPicPr>
        <p:blipFill>
          <a:blip r:embed="rId2" cstate="print">
            <a:extLst>
              <a:ext uri="{FD56D724-BB9F-48E5-65E4-C8981392599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6" name="VectorPath 25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57" name="5FD04288-B52A-4224-064B-8A3E052D8AB5"/>
          <p:cNvPicPr>
            <a:picLocks noChangeAspect="1"/>
          </p:cNvPicPr>
          <p:nvPr/>
        </p:nvPicPr>
        <p:blipFill>
          <a:blip r:embed="rId3" cstate="print">
            <a:extLst>
              <a:ext uri="{25FF0CF2-A237-477C-EF5F-ED4BD150F31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58" name="33D6A9EA-4E86-47CE-7F9B-E83FDDB9A6F0"/>
          <p:cNvPicPr>
            <a:picLocks noChangeAspect="1"/>
          </p:cNvPicPr>
          <p:nvPr/>
        </p:nvPicPr>
        <p:blipFill>
          <a:blip r:embed="rId4" cstate="print">
            <a:extLst>
              <a:ext uri="{B9CC51D6-139F-4A52-1B78-B0FFA41C63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9" name="VectorPath 25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0" name="TextBox260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1" name="TextBox26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2" name="3AAAD7D6-5BBB-4A05-7A71-B9B55F1BB5A0"/>
          <p:cNvPicPr>
            <a:picLocks noChangeAspect="1"/>
          </p:cNvPicPr>
          <p:nvPr/>
        </p:nvPicPr>
        <p:blipFill>
          <a:blip r:embed="rId5" cstate="print">
            <a:extLst>
              <a:ext uri="{0E617E52-9D0A-4CAA-D42F-3774240276B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F1D0F9A-4A31-4389-5157-7BCD3D16CE5B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VectorPath 26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4" name="AB99228F-9F89-4005-7F2D-3BE64F9A92ED"/>
          <p:cNvPicPr>
            <a:picLocks noChangeAspect="1"/>
          </p:cNvPicPr>
          <p:nvPr/>
        </p:nvPicPr>
        <p:blipFill>
          <a:blip r:embed="rId2" cstate="print">
            <a:extLst>
              <a:ext uri="{796913F7-8DAF-4D0B-51B0-87686A6F268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6" name="E1B0D7C0-E908-4D96-2393-77B60F37EB57"/>
          <p:cNvPicPr>
            <a:picLocks noChangeAspect="1"/>
          </p:cNvPicPr>
          <p:nvPr/>
        </p:nvPicPr>
        <p:blipFill>
          <a:blip r:embed="rId3" cstate="print">
            <a:extLst>
              <a:ext uri="{AB7DE36B-FD05-40D4-2929-C721170C1E9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7" name="26C130A0-2ED3-42AD-C7DE-161295260DAA"/>
          <p:cNvPicPr>
            <a:picLocks noChangeAspect="1"/>
          </p:cNvPicPr>
          <p:nvPr/>
        </p:nvPicPr>
        <p:blipFill>
          <a:blip r:embed="rId4" cstate="print">
            <a:extLst>
              <a:ext uri="{3D4FFA74-1883-4E35-45B7-1E52AEEC739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68" name="VectorPath 26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9" name="TextBox269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71" name="D396C9A7-3F24-4DAD-EFE6-77291A035545"/>
          <p:cNvPicPr>
            <a:picLocks noChangeAspect="1"/>
          </p:cNvPicPr>
          <p:nvPr/>
        </p:nvPicPr>
        <p:blipFill>
          <a:blip r:embed="rId5" cstate="print">
            <a:extLst>
              <a:ext uri="{A9035619-1F8D-4E84-23DA-A4A15E38DD7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E23674F-4A27-4DE2-9695-BEEE5FAC5945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VectorPath 27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3" name="6E2E52D7-A5BF-4515-7DDD-E2010B1F3283"/>
          <p:cNvPicPr>
            <a:picLocks noChangeAspect="1"/>
          </p:cNvPicPr>
          <p:nvPr/>
        </p:nvPicPr>
        <p:blipFill>
          <a:blip r:embed="rId2" cstate="print">
            <a:extLst>
              <a:ext uri="{0EE94672-34C3-4DFB-123E-5825C414CDB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74" name="VectorPath 27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75" name="BCF10106-CDDA-430A-EFE0-069AABADF8DD"/>
          <p:cNvPicPr>
            <a:picLocks noChangeAspect="1"/>
          </p:cNvPicPr>
          <p:nvPr/>
        </p:nvPicPr>
        <p:blipFill>
          <a:blip r:embed="rId3" cstate="print">
            <a:extLst>
              <a:ext uri="{81C5A825-B015-472E-E831-C41FCB272FC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76" name="B4BFCA6E-6410-4C72-AB48-14055829427D"/>
          <p:cNvPicPr>
            <a:picLocks noChangeAspect="1"/>
          </p:cNvPicPr>
          <p:nvPr/>
        </p:nvPicPr>
        <p:blipFill>
          <a:blip r:embed="rId4" cstate="print">
            <a:extLst>
              <a:ext uri="{208EF227-3E53-46A4-91D2-DFB84E7BDA0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77" name="VectorPath 27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8" name="TextBox278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9" name="TextBox27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0" name="9C73E5D0-57F0-4217-01B2-18E7BD7C3F83"/>
          <p:cNvPicPr>
            <a:picLocks noChangeAspect="1"/>
          </p:cNvPicPr>
          <p:nvPr/>
        </p:nvPicPr>
        <p:blipFill>
          <a:blip r:embed="rId5" cstate="print">
            <a:extLst>
              <a:ext uri="{743B3EAE-7BA2-4910-CE4A-80FC9804865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7B3002B-D8C0-416E-2B63-570683F28EB3}"/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VectorPath 28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82" name="57F48171-C2B6-463F-CDA4-D52764BDF5E1"/>
          <p:cNvPicPr>
            <a:picLocks noChangeAspect="1"/>
          </p:cNvPicPr>
          <p:nvPr/>
        </p:nvPicPr>
        <p:blipFill>
          <a:blip r:embed="rId2" cstate="print">
            <a:extLst>
              <a:ext uri="{32C8EBB4-277C-4400-B266-D46B2F3387C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83" name="VectorPath 28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84" name="0CC91A25-017D-4FE4-63BA-ABFE7B002470"/>
          <p:cNvPicPr>
            <a:picLocks noChangeAspect="1"/>
          </p:cNvPicPr>
          <p:nvPr/>
        </p:nvPicPr>
        <p:blipFill>
          <a:blip r:embed="rId3" cstate="print">
            <a:extLst>
              <a:ext uri="{5432D7CB-A8CF-4997-65DB-D2EFA556572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85" name="4B890C46-3E93-4933-B46D-C3C177758361"/>
          <p:cNvPicPr>
            <a:picLocks noChangeAspect="1"/>
          </p:cNvPicPr>
          <p:nvPr/>
        </p:nvPicPr>
        <p:blipFill>
          <a:blip r:embed="rId4" cstate="print">
            <a:extLst>
              <a:ext uri="{FA3B1724-EE91-4152-6E63-397BEF6E40A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86" name="VectorPath 28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87" name="TextBox287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88" name="TextBox28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9" name="166D40F1-262D-4446-3631-F3D43BCC4EC9"/>
          <p:cNvPicPr>
            <a:picLocks noChangeAspect="1"/>
          </p:cNvPicPr>
          <p:nvPr/>
        </p:nvPicPr>
        <p:blipFill>
          <a:blip r:embed="rId5" cstate="print">
            <a:extLst>
              <a:ext uri="{C232BB75-3C67-497E-9CF1-C614D4CB5C6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AFE6D4B-3488-4B1C-5589-2CC0029A4ABD}"/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VectorPath 29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91" name="BDFEDCB4-156B-4B73-6A23-5C6C9249C21A"/>
          <p:cNvPicPr>
            <a:picLocks noChangeAspect="1"/>
          </p:cNvPicPr>
          <p:nvPr/>
        </p:nvPicPr>
        <p:blipFill>
          <a:blip r:embed="rId2" cstate="print">
            <a:extLst>
              <a:ext uri="{47C62CCE-0A38-4F00-FAAD-C3DD4AF47CB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92" name="VectorPath 29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93" name="26B83141-1CF1-42F6-1CD6-AFA4126B04EC"/>
          <p:cNvPicPr>
            <a:picLocks noChangeAspect="1"/>
          </p:cNvPicPr>
          <p:nvPr/>
        </p:nvPicPr>
        <p:blipFill>
          <a:blip r:embed="rId3" cstate="print">
            <a:extLst>
              <a:ext uri="{96BD1A90-9D4F-47DF-7ED1-B53892B3895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94" name="91403846-1ADF-4284-9CC6-FA47DEE83BE8"/>
          <p:cNvPicPr>
            <a:picLocks noChangeAspect="1"/>
          </p:cNvPicPr>
          <p:nvPr/>
        </p:nvPicPr>
        <p:blipFill>
          <a:blip r:embed="rId4" cstate="print">
            <a:extLst>
              <a:ext uri="{3F1CA864-8098-4938-4CCA-4E9D6162E0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95" name="VectorPath 29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96" name="TextBox296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97" name="TextBox29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98" name="C93430A7-D6AA-4994-C8D1-3B017572513B"/>
          <p:cNvPicPr>
            <a:picLocks noChangeAspect="1"/>
          </p:cNvPicPr>
          <p:nvPr/>
        </p:nvPicPr>
        <p:blipFill>
          <a:blip r:embed="rId5" cstate="print">
            <a:extLst>
              <a:ext uri="{5141D709-E494-4AEF-5ADF-0981384D70E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B698E93-ABD9-4E2E-5D79-854EEB67036F}"/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VectorPath 29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0" name="74F59AEA-18ED-4B1F-C55D-E8C47F0C31F2"/>
          <p:cNvPicPr>
            <a:picLocks noChangeAspect="1"/>
          </p:cNvPicPr>
          <p:nvPr/>
        </p:nvPicPr>
        <p:blipFill>
          <a:blip r:embed="rId2" cstate="print">
            <a:extLst>
              <a:ext uri="{32085A0B-21A2-410D-AED4-470B774A2A7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01" name="VectorPath 30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02" name="5768BA37-F0C2-45BE-CC54-17634B59A05E"/>
          <p:cNvPicPr>
            <a:picLocks noChangeAspect="1"/>
          </p:cNvPicPr>
          <p:nvPr/>
        </p:nvPicPr>
        <p:blipFill>
          <a:blip r:embed="rId3" cstate="print">
            <a:extLst>
              <a:ext uri="{E0A9DC4D-6BAB-4B06-2EAF-25360A56F9F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03" name="0A259E21-A24C-440A-9F46-6527009E3DA2"/>
          <p:cNvPicPr>
            <a:picLocks noChangeAspect="1"/>
          </p:cNvPicPr>
          <p:nvPr/>
        </p:nvPicPr>
        <p:blipFill>
          <a:blip r:embed="rId4" cstate="print">
            <a:extLst>
              <a:ext uri="{05291A21-C593-4056-7D8D-1F79BBCB4F9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04" name="VectorPath 30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05" name="TextBox305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06" name="TextBox30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07" name="1952BD3B-A908-4620-A065-986038761382"/>
          <p:cNvPicPr>
            <a:picLocks noChangeAspect="1"/>
          </p:cNvPicPr>
          <p:nvPr/>
        </p:nvPicPr>
        <p:blipFill>
          <a:blip r:embed="rId5" cstate="print">
            <a:extLst>
              <a:ext uri="{A0686F53-86DD-4241-029A-4D8561F70C1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E95BC60-CB9A-4C5D-4F9E-954712DD3A19}"/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VectorPath 30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9" name="10DAEF1F-036E-46B8-1499-EFD89D468A42"/>
          <p:cNvPicPr>
            <a:picLocks noChangeAspect="1"/>
          </p:cNvPicPr>
          <p:nvPr/>
        </p:nvPicPr>
        <p:blipFill>
          <a:blip r:embed="rId2" cstate="print">
            <a:extLst>
              <a:ext uri="{BBF672D2-3BCF-459F-0366-6D9A3483630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0" name="VectorPath 31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11" name="EAAEC357-D642-4EB9-3F2B-C40AE2CEACE3"/>
          <p:cNvPicPr>
            <a:picLocks noChangeAspect="1"/>
          </p:cNvPicPr>
          <p:nvPr/>
        </p:nvPicPr>
        <p:blipFill>
          <a:blip r:embed="rId3" cstate="print">
            <a:extLst>
              <a:ext uri="{0A08EB0B-F9F1-415E-DA2D-C1B1A718EC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12" name="B100ACCE-933C-45C7-8DB8-1AA00E71F6E5"/>
          <p:cNvPicPr>
            <a:picLocks noChangeAspect="1"/>
          </p:cNvPicPr>
          <p:nvPr/>
        </p:nvPicPr>
        <p:blipFill>
          <a:blip r:embed="rId4" cstate="print">
            <a:extLst>
              <a:ext uri="{B10029E2-789E-4C9B-BD5A-28FDACADD14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13" name="VectorPath 31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14" name="TextBox314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15" name="TextBox31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16" name="03727D64-07AD-41FC-FFEB-7CD8654B990E"/>
          <p:cNvPicPr>
            <a:picLocks noChangeAspect="1"/>
          </p:cNvPicPr>
          <p:nvPr/>
        </p:nvPicPr>
        <p:blipFill>
          <a:blip r:embed="rId5" cstate="print">
            <a:extLst>
              <a:ext uri="{49A2E194-39C7-45F6-5839-97C0A7BA0AE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87016C3-F004-480F-A4C6-566D6B8DC205}"/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VectorPath 3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18" name="10758452-7274-44C1-0DF7-0FF50395C2C9"/>
          <p:cNvPicPr>
            <a:picLocks noChangeAspect="1"/>
          </p:cNvPicPr>
          <p:nvPr/>
        </p:nvPicPr>
        <p:blipFill>
          <a:blip r:embed="rId2" cstate="print">
            <a:extLst>
              <a:ext uri="{DCAC194F-10CC-45CB-8056-2378E5D0FA6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9" name="VectorPath 31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0" name="42582C82-A08C-4BF0-1D9C-029103F96FED"/>
          <p:cNvPicPr>
            <a:picLocks noChangeAspect="1"/>
          </p:cNvPicPr>
          <p:nvPr/>
        </p:nvPicPr>
        <p:blipFill>
          <a:blip r:embed="rId3" cstate="print">
            <a:extLst>
              <a:ext uri="{C04C2B80-80E2-485F-7DA3-21A2460380C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21" name="B5CD34BF-9876-4CE5-2E9A-0CE71E27CD1D"/>
          <p:cNvPicPr>
            <a:picLocks noChangeAspect="1"/>
          </p:cNvPicPr>
          <p:nvPr/>
        </p:nvPicPr>
        <p:blipFill>
          <a:blip r:embed="rId4" cstate="print">
            <a:extLst>
              <a:ext uri="{2ABDC445-5109-425C-E6BC-BFF5BA8CA93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22" name="VectorPath 32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23" name="TextBox323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24" name="TextBox32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25" name="DEE265EE-A7FD-44A5-21AD-3CE2AA6EC429"/>
          <p:cNvPicPr>
            <a:picLocks noChangeAspect="1"/>
          </p:cNvPicPr>
          <p:nvPr/>
        </p:nvPicPr>
        <p:blipFill>
          <a:blip r:embed="rId5" cstate="print">
            <a:extLst>
              <a:ext uri="{D36B0EDA-A1C6-4749-B51E-BAFDF9B223F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692AD8B-3A7B-4BF0-23FC-374C2EDD3D8D}"/>
    </p:extLst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VectorPath 3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27" name="A2D665C3-EAFF-41D1-8590-A9D4C450FC96"/>
          <p:cNvPicPr>
            <a:picLocks noChangeAspect="1"/>
          </p:cNvPicPr>
          <p:nvPr/>
        </p:nvPicPr>
        <p:blipFill>
          <a:blip r:embed="rId2" cstate="print">
            <a:extLst>
              <a:ext uri="{9EFDF220-8211-4EC4-5C38-74AF8DF0477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28" name="VectorPath 32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29" name="348120BA-D4A5-4911-86EA-D4FCB391AAC4"/>
          <p:cNvPicPr>
            <a:picLocks noChangeAspect="1"/>
          </p:cNvPicPr>
          <p:nvPr/>
        </p:nvPicPr>
        <p:blipFill>
          <a:blip r:embed="rId3" cstate="print">
            <a:extLst>
              <a:ext uri="{88D01565-2F6B-489E-9216-1E60FF92481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30" name="D44EE4FB-88FD-43BD-6CA5-C7977DA7C86D"/>
          <p:cNvPicPr>
            <a:picLocks noChangeAspect="1"/>
          </p:cNvPicPr>
          <p:nvPr/>
        </p:nvPicPr>
        <p:blipFill>
          <a:blip r:embed="rId4" cstate="print">
            <a:extLst>
              <a:ext uri="{B5B87048-C5B6-4E62-4AF7-FD5A1A3416E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31" name="VectorPath 33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32" name="TextBox332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33" name="TextBox33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34" name="8194B03B-CF33-4E46-2869-6FA552F03357"/>
          <p:cNvPicPr>
            <a:picLocks noChangeAspect="1"/>
          </p:cNvPicPr>
          <p:nvPr/>
        </p:nvPicPr>
        <p:blipFill>
          <a:blip r:embed="rId5" cstate="print">
            <a:extLst>
              <a:ext uri="{DD34DE0D-4D71-4B49-FC3D-DB4D2B00EAF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2E12DD1-42CA-44FB-8519-82DDDFB4B663}"/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VectorPath 33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36" name="98E3A382-F7D5-4542-2856-0712C748487E"/>
          <p:cNvPicPr>
            <a:picLocks noChangeAspect="1"/>
          </p:cNvPicPr>
          <p:nvPr/>
        </p:nvPicPr>
        <p:blipFill>
          <a:blip r:embed="rId2" cstate="print">
            <a:extLst>
              <a:ext uri="{218F9FAA-3F61-45B1-7096-54BB9FA9634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37" name="VectorPath 33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38" name="6F54DA8C-D22E-4D60-0625-FC6C6BA2432B"/>
          <p:cNvPicPr>
            <a:picLocks noChangeAspect="1"/>
          </p:cNvPicPr>
          <p:nvPr/>
        </p:nvPicPr>
        <p:blipFill>
          <a:blip r:embed="rId3" cstate="print">
            <a:extLst>
              <a:ext uri="{E86B8B06-E32B-4AD6-2FEC-1D7DBF75B73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39" name="AB2A4D5E-7D55-4C05-9355-1D66BA19BE26"/>
          <p:cNvPicPr>
            <a:picLocks noChangeAspect="1"/>
          </p:cNvPicPr>
          <p:nvPr/>
        </p:nvPicPr>
        <p:blipFill>
          <a:blip r:embed="rId4" cstate="print">
            <a:extLst>
              <a:ext uri="{43B17C77-AD11-4A8B-B5C1-B2E18B85F91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0" name="VectorPath 34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41" name="TextBox341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42" name="TextBox34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43" name="8E023D02-CDA7-45CA-4EBA-9CA404092A3D"/>
          <p:cNvPicPr>
            <a:picLocks noChangeAspect="1"/>
          </p:cNvPicPr>
          <p:nvPr/>
        </p:nvPicPr>
        <p:blipFill>
          <a:blip r:embed="rId5" cstate="print">
            <a:extLst>
              <a:ext uri="{A81DEE3D-4DD6-40CB-D5A0-51436AC2397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C7A7B11-F459-43D0-DF0F-25662EDB7663}"/>
    </p:extLst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VectorPath 34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45" name="E33EED82-3EEB-4916-CC21-5EA721D1F764"/>
          <p:cNvPicPr>
            <a:picLocks noChangeAspect="1"/>
          </p:cNvPicPr>
          <p:nvPr/>
        </p:nvPicPr>
        <p:blipFill>
          <a:blip r:embed="rId2" cstate="print">
            <a:extLst>
              <a:ext uri="{9F50933B-8F0E-44CC-B231-23E9C5CD929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46" name="VectorPath 34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47" name="C8366351-839D-4EE7-5B82-65C14F790EE4"/>
          <p:cNvPicPr>
            <a:picLocks noChangeAspect="1"/>
          </p:cNvPicPr>
          <p:nvPr/>
        </p:nvPicPr>
        <p:blipFill>
          <a:blip r:embed="rId3" cstate="print">
            <a:extLst>
              <a:ext uri="{6B2BC106-8E39-48B9-EF44-54CB6D6E19B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48" name="594C9ABC-9FD3-419F-9474-C2C523F84814"/>
          <p:cNvPicPr>
            <a:picLocks noChangeAspect="1"/>
          </p:cNvPicPr>
          <p:nvPr/>
        </p:nvPicPr>
        <p:blipFill>
          <a:blip r:embed="rId4" cstate="print">
            <a:extLst>
              <a:ext uri="{62F78E18-F35E-4B6F-D976-CDC786F40C1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9" name="VectorPath 34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0" name="TextBox350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51" name="TextBox35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52" name="16F3739F-F5B2-4535-31EF-2E4025EF8520"/>
          <p:cNvPicPr>
            <a:picLocks noChangeAspect="1"/>
          </p:cNvPicPr>
          <p:nvPr/>
        </p:nvPicPr>
        <p:blipFill>
          <a:blip r:embed="rId5" cstate="print">
            <a:extLst>
              <a:ext uri="{E3C43535-70EC-4F33-9B2E-45DFFAAFC87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2E1C326-CBD7-499E-2224-9E7F97155B06}"/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VectorPath 3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54" name="6287F536-23EA-4D9F-1270-314791F9946E"/>
          <p:cNvPicPr>
            <a:picLocks noChangeAspect="1"/>
          </p:cNvPicPr>
          <p:nvPr/>
        </p:nvPicPr>
        <p:blipFill>
          <a:blip r:embed="rId2" cstate="print">
            <a:extLst>
              <a:ext uri="{F9CDCBD3-14E8-416F-F4CF-3D97037437D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55" name="VectorPath 35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56" name="B6F357F3-8629-4015-C7B1-F416BAA5FAEC"/>
          <p:cNvPicPr>
            <a:picLocks noChangeAspect="1"/>
          </p:cNvPicPr>
          <p:nvPr/>
        </p:nvPicPr>
        <p:blipFill>
          <a:blip r:embed="rId3" cstate="print">
            <a:extLst>
              <a:ext uri="{0A7D53D1-26A6-4D8F-27DE-CA46511389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57" name="ADD8A37F-21C6-4B7D-0AFD-C3FFDFCAF4F5"/>
          <p:cNvPicPr>
            <a:picLocks noChangeAspect="1"/>
          </p:cNvPicPr>
          <p:nvPr/>
        </p:nvPicPr>
        <p:blipFill>
          <a:blip r:embed="rId4" cstate="print">
            <a:extLst>
              <a:ext uri="{62F018E7-7C96-4107-A8E2-B78DE0AA670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58" name="VectorPath 35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9" name="TextBox359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0" name="TextBox36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61" name="75945BBE-C26B-4E71-2BC7-4377741D9BE8"/>
          <p:cNvPicPr>
            <a:picLocks noChangeAspect="1"/>
          </p:cNvPicPr>
          <p:nvPr/>
        </p:nvPicPr>
        <p:blipFill>
          <a:blip r:embed="rId5" cstate="print">
            <a:extLst>
              <a:ext uri="{E460FD85-5418-49F9-05A7-55ECA46EB1C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41FD1D0-AE09-4E42-5FE9-02EE055F1358}"/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VectorPath 3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63" name="0242B579-B084-4557-9330-EB14A9417B55"/>
          <p:cNvPicPr>
            <a:picLocks noChangeAspect="1"/>
          </p:cNvPicPr>
          <p:nvPr/>
        </p:nvPicPr>
        <p:blipFill>
          <a:blip r:embed="rId2" cstate="print">
            <a:extLst>
              <a:ext uri="{8E8404C6-E51C-4B3B-5871-5CE28DDDFCC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64" name="VectorPath 36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65" name="E2175909-2FBC-4542-A1BE-94277AE56A08"/>
          <p:cNvPicPr>
            <a:picLocks noChangeAspect="1"/>
          </p:cNvPicPr>
          <p:nvPr/>
        </p:nvPicPr>
        <p:blipFill>
          <a:blip r:embed="rId3" cstate="print">
            <a:extLst>
              <a:ext uri="{9C7F87B6-E66B-4231-14B6-BDBDC367E2A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66" name="DBC9C769-545A-4F5F-949C-8EEDF133E4F4"/>
          <p:cNvPicPr>
            <a:picLocks noChangeAspect="1"/>
          </p:cNvPicPr>
          <p:nvPr/>
        </p:nvPicPr>
        <p:blipFill>
          <a:blip r:embed="rId4" cstate="print">
            <a:extLst>
              <a:ext uri="{DC2ED793-9B8B-4835-01F7-1FCAD8C8375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67" name="VectorPath 36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68" name="TextBox368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9" name="TextBox36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0" name="64B94664-7891-4B5A-5282-4A949D52438F"/>
          <p:cNvPicPr>
            <a:picLocks noChangeAspect="1"/>
          </p:cNvPicPr>
          <p:nvPr/>
        </p:nvPicPr>
        <p:blipFill>
          <a:blip r:embed="rId5" cstate="print">
            <a:extLst>
              <a:ext uri="{C9C7A578-61C7-42D0-5E0F-A4D0958409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1315E44-84FC-4FE6-62AB-BD869E706AFA}"/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VectorPath 3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72" name="0B0BE16F-256D-4131-70AB-EE2B1DD87C16"/>
          <p:cNvPicPr>
            <a:picLocks noChangeAspect="1"/>
          </p:cNvPicPr>
          <p:nvPr/>
        </p:nvPicPr>
        <p:blipFill>
          <a:blip r:embed="rId2" cstate="print">
            <a:extLst>
              <a:ext uri="{370B092E-8019-4E2D-15D8-21078E083A6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73" name="VectorPath 37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74" name="87E9A31E-5A64-4A9A-4B9E-61D4A40F897D"/>
          <p:cNvPicPr>
            <a:picLocks noChangeAspect="1"/>
          </p:cNvPicPr>
          <p:nvPr/>
        </p:nvPicPr>
        <p:blipFill>
          <a:blip r:embed="rId3" cstate="print">
            <a:extLst>
              <a:ext uri="{7235DB2D-FB84-47F3-CD0A-DDFB0A9591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75" name="8CB50731-979E-45B0-D698-E1DCD50DD35C"/>
          <p:cNvPicPr>
            <a:picLocks noChangeAspect="1"/>
          </p:cNvPicPr>
          <p:nvPr/>
        </p:nvPicPr>
        <p:blipFill>
          <a:blip r:embed="rId4" cstate="print">
            <a:extLst>
              <a:ext uri="{DE26C874-DBE7-4E75-6C8A-E4B4788EFAD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76" name="VectorPath 37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77" name="TextBox377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78" name="TextBox37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9" name="EE2551A6-D1BC-43A9-3AFF-F73E4BB41BB0"/>
          <p:cNvPicPr>
            <a:picLocks noChangeAspect="1"/>
          </p:cNvPicPr>
          <p:nvPr/>
        </p:nvPicPr>
        <p:blipFill>
          <a:blip r:embed="rId5" cstate="print">
            <a:extLst>
              <a:ext uri="{C38DD90C-3F99-4262-8B0E-E5D2C2E80B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9FD8F07-9600-479C-0D55-AC947382ED54}"/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VectorPath 38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81" name="4CCC9BCF-50FF-4C0D-C4FD-A8F1E69A28C7"/>
          <p:cNvPicPr>
            <a:picLocks noChangeAspect="1"/>
          </p:cNvPicPr>
          <p:nvPr/>
        </p:nvPicPr>
        <p:blipFill>
          <a:blip r:embed="rId2" cstate="print">
            <a:extLst>
              <a:ext uri="{822D67E9-3FC7-4CEB-9484-972685916F2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82" name="VectorPath 38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83" name="8BB15FEE-AD27-48DD-BBE7-68A517B2D472"/>
          <p:cNvPicPr>
            <a:picLocks noChangeAspect="1"/>
          </p:cNvPicPr>
          <p:nvPr/>
        </p:nvPicPr>
        <p:blipFill>
          <a:blip r:embed="rId3" cstate="print">
            <a:extLst>
              <a:ext uri="{1916F7BF-B69D-41DB-0939-03720352DBC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84" name="D9FE8D65-3120-46C3-C232-98204EB3C451"/>
          <p:cNvPicPr>
            <a:picLocks noChangeAspect="1"/>
          </p:cNvPicPr>
          <p:nvPr/>
        </p:nvPicPr>
        <p:blipFill>
          <a:blip r:embed="rId4" cstate="print">
            <a:extLst>
              <a:ext uri="{1B61D1EF-2F88-4116-FDF8-2D5C0D5C07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85" name="VectorPath 38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86" name="TextBox386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87" name="TextBox38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88" name="69086037-E783-4378-E39F-57F6C2C28A19"/>
          <p:cNvPicPr>
            <a:picLocks noChangeAspect="1"/>
          </p:cNvPicPr>
          <p:nvPr/>
        </p:nvPicPr>
        <p:blipFill>
          <a:blip r:embed="rId5" cstate="print">
            <a:extLst>
              <a:ext uri="{00B755E7-A546-4986-E08D-F30FC83BD78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4FB0427-ECC3-4D36-40B8-CCFCF7988B41}"/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VectorPath 38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0" name="AAC15217-F997-42B0-FBA9-9B0B8F4D5DEC"/>
          <p:cNvPicPr>
            <a:picLocks noChangeAspect="1"/>
          </p:cNvPicPr>
          <p:nvPr/>
        </p:nvPicPr>
        <p:blipFill>
          <a:blip r:embed="rId2" cstate="print">
            <a:extLst>
              <a:ext uri="{77CAF16D-2336-4A79-C406-F90C3A20E0D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91" name="VectorPath 39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392" name="ACE0815E-FA50-4304-2617-BD60B0AD1E87"/>
          <p:cNvPicPr>
            <a:picLocks noChangeAspect="1"/>
          </p:cNvPicPr>
          <p:nvPr/>
        </p:nvPicPr>
        <p:blipFill>
          <a:blip r:embed="rId3" cstate="print">
            <a:extLst>
              <a:ext uri="{F12C1A60-29CA-477C-839F-FAA16955062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393" name="4ADFBAA6-C9CD-450D-F654-CE9F8E95DF21"/>
          <p:cNvPicPr>
            <a:picLocks noChangeAspect="1"/>
          </p:cNvPicPr>
          <p:nvPr/>
        </p:nvPicPr>
        <p:blipFill>
          <a:blip r:embed="rId4" cstate="print">
            <a:extLst>
              <a:ext uri="{051B8254-0BFC-4D87-4EAB-F78AF3928DB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94" name="VectorPath 39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95" name="TextBox395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96" name="TextBox39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97" name="92B5128D-0B33-494B-24AF-E74B6F30EC6F"/>
          <p:cNvPicPr>
            <a:picLocks noChangeAspect="1"/>
          </p:cNvPicPr>
          <p:nvPr/>
        </p:nvPicPr>
        <p:blipFill>
          <a:blip r:embed="rId5" cstate="print">
            <a:extLst>
              <a:ext uri="{B67B3992-AA0C-4763-915D-D82CC66032C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ABEA7FB-5622-4414-2C87-697CDF79283A}"/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VectorPath 39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9" name="F4351586-1146-4396-A620-AC4AD29372B8"/>
          <p:cNvPicPr>
            <a:picLocks noChangeAspect="1"/>
          </p:cNvPicPr>
          <p:nvPr/>
        </p:nvPicPr>
        <p:blipFill>
          <a:blip r:embed="rId2" cstate="print">
            <a:extLst>
              <a:ext uri="{D60FE06E-0635-4345-EDBE-04298D094D1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0" name="VectorPath 400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01" name="4F7B9F26-091E-469B-239C-1CA0795BC273"/>
          <p:cNvPicPr>
            <a:picLocks noChangeAspect="1"/>
          </p:cNvPicPr>
          <p:nvPr/>
        </p:nvPicPr>
        <p:blipFill>
          <a:blip r:embed="rId3" cstate="print">
            <a:extLst>
              <a:ext uri="{E7DE9DEE-2839-4B01-2801-91CEE62263F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02" name="1CC973D3-F481-49B5-09E9-B5177DC01E71"/>
          <p:cNvPicPr>
            <a:picLocks noChangeAspect="1"/>
          </p:cNvPicPr>
          <p:nvPr/>
        </p:nvPicPr>
        <p:blipFill>
          <a:blip r:embed="rId4" cstate="print">
            <a:extLst>
              <a:ext uri="{A48F3E63-CC9E-4E9F-D3CA-C4A979B4110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03" name="VectorPath 403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04" name="TextBox404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05" name="TextBox405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06" name="56D204F9-04A7-4AC5-EB8A-94CB76852D33"/>
          <p:cNvPicPr>
            <a:picLocks noChangeAspect="1"/>
          </p:cNvPicPr>
          <p:nvPr/>
        </p:nvPicPr>
        <p:blipFill>
          <a:blip r:embed="rId5" cstate="print">
            <a:extLst>
              <a:ext uri="{E119D3A7-7D96-4018-AA89-FAC590243B8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F56D097-E77D-4564-FCB2-60DA708882B8}"/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VectorPath 40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08" name="273FB9B6-0E91-4FC1-AE11-6D33F591D259"/>
          <p:cNvPicPr>
            <a:picLocks noChangeAspect="1"/>
          </p:cNvPicPr>
          <p:nvPr/>
        </p:nvPicPr>
        <p:blipFill>
          <a:blip r:embed="rId2" cstate="print">
            <a:extLst>
              <a:ext uri="{B8B8B9DB-DB9D-4579-7EA1-E0A993BB2D7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9" name="VectorPath 409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10" name="98BD99A1-47EA-4FD2-1723-13D740B35B2C"/>
          <p:cNvPicPr>
            <a:picLocks noChangeAspect="1"/>
          </p:cNvPicPr>
          <p:nvPr/>
        </p:nvPicPr>
        <p:blipFill>
          <a:blip r:embed="rId3" cstate="print">
            <a:extLst>
              <a:ext uri="{FCD698FD-6E35-4D4C-AC95-BFE55C7364B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11" name="1413C646-3E91-4DB1-AC6D-04C430A310D1"/>
          <p:cNvPicPr>
            <a:picLocks noChangeAspect="1"/>
          </p:cNvPicPr>
          <p:nvPr/>
        </p:nvPicPr>
        <p:blipFill>
          <a:blip r:embed="rId4" cstate="print">
            <a:extLst>
              <a:ext uri="{2C87B3E7-723A-49E8-0270-449173D3CC5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12" name="VectorPath 412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13" name="TextBox413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14" name="TextBox414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15" name="142F08EC-7CB6-490E-5F7D-2D55FBA1D4A0"/>
          <p:cNvPicPr>
            <a:picLocks noChangeAspect="1"/>
          </p:cNvPicPr>
          <p:nvPr/>
        </p:nvPicPr>
        <p:blipFill>
          <a:blip r:embed="rId5" cstate="print">
            <a:extLst>
              <a:ext uri="{A4FDA2E9-7947-4A48-64D2-059D253A5E9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67BB0F4-0A92-48F1-D2CA-44012F8EA5CE}"/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VectorPath 41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17" name="81800B68-D901-417D-7BBC-AE26D5594C14"/>
          <p:cNvPicPr>
            <a:picLocks noChangeAspect="1"/>
          </p:cNvPicPr>
          <p:nvPr/>
        </p:nvPicPr>
        <p:blipFill>
          <a:blip r:embed="rId2" cstate="print">
            <a:extLst>
              <a:ext uri="{C4822961-7C7E-4F3E-4E0E-F82E8D3D308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18" name="VectorPath 418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19" name="F94EC5C8-CCB1-4F01-9331-F12D6F283221"/>
          <p:cNvPicPr>
            <a:picLocks noChangeAspect="1"/>
          </p:cNvPicPr>
          <p:nvPr/>
        </p:nvPicPr>
        <p:blipFill>
          <a:blip r:embed="rId3" cstate="print">
            <a:extLst>
              <a:ext uri="{C4E6D9AD-7472-4CF4-7D67-72FFE4349D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20" name="09F337D1-381D-4F54-47C2-71CF312D0EA6"/>
          <p:cNvPicPr>
            <a:picLocks noChangeAspect="1"/>
          </p:cNvPicPr>
          <p:nvPr/>
        </p:nvPicPr>
        <p:blipFill>
          <a:blip r:embed="rId4" cstate="print">
            <a:extLst>
              <a:ext uri="{81CD0BF9-7B6A-4CAD-677F-0F8A8F99B16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21" name="VectorPath 421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22" name="TextBox422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23" name="TextBox423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24" name="5927E3FE-3742-4D9A-0081-F4125E6813BF"/>
          <p:cNvPicPr>
            <a:picLocks noChangeAspect="1"/>
          </p:cNvPicPr>
          <p:nvPr/>
        </p:nvPicPr>
        <p:blipFill>
          <a:blip r:embed="rId5" cstate="print">
            <a:extLst>
              <a:ext uri="{CB1A3CB8-A383-4A2E-66B2-7317E220195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A31FADE-1D3E-47F0-8AEE-E89D08AC3E38}"/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VectorPath 4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26" name="C434E0B8-9E7E-4D40-E5B7-22862E37026B"/>
          <p:cNvPicPr>
            <a:picLocks noChangeAspect="1"/>
          </p:cNvPicPr>
          <p:nvPr/>
        </p:nvPicPr>
        <p:blipFill>
          <a:blip r:embed="rId2" cstate="print">
            <a:extLst>
              <a:ext uri="{0057860C-BE2F-4F7A-E333-3C0006210DC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27" name="VectorPath 42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28" name="F0BF42DF-F7BC-46FD-FDC7-37B59DB9D7B3"/>
          <p:cNvPicPr>
            <a:picLocks noChangeAspect="1"/>
          </p:cNvPicPr>
          <p:nvPr/>
        </p:nvPicPr>
        <p:blipFill>
          <a:blip r:embed="rId3" cstate="print">
            <a:extLst>
              <a:ext uri="{695454C4-B284-4B17-9EFF-CEC75CE6342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29" name="7F5EE3B1-30C5-49B6-FCCA-CE1007157FB2"/>
          <p:cNvPicPr>
            <a:picLocks noChangeAspect="1"/>
          </p:cNvPicPr>
          <p:nvPr/>
        </p:nvPicPr>
        <p:blipFill>
          <a:blip r:embed="rId4" cstate="print">
            <a:extLst>
              <a:ext uri="{FDFF6FC6-A2D3-4EE3-8FB1-1AF2700BBB7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0" name="VectorPath 43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31" name="TextBox431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32" name="TextBox43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33" name="B853407D-0364-4A61-5F37-2AEF1EDF569A"/>
          <p:cNvPicPr>
            <a:picLocks noChangeAspect="1"/>
          </p:cNvPicPr>
          <p:nvPr/>
        </p:nvPicPr>
        <p:blipFill>
          <a:blip r:embed="rId5" cstate="print">
            <a:extLst>
              <a:ext uri="{D76B69ED-6592-4297-085F-D0E2D538AEA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4F99D7-2DCA-4264-C5B7-28A1AA3277FF}"/>
    </p:extLst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VectorPath 4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35" name="9D741E45-BC5D-4322-F6A1-ECCBC07D08BA"/>
          <p:cNvPicPr>
            <a:picLocks noChangeAspect="1"/>
          </p:cNvPicPr>
          <p:nvPr/>
        </p:nvPicPr>
        <p:blipFill>
          <a:blip r:embed="rId2" cstate="print">
            <a:extLst>
              <a:ext uri="{C802F494-42E8-4252-26A3-0DE4E0DCF11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36" name="VectorPath 43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37" name="29287D55-6485-4332-79F9-F4E0D52877FC"/>
          <p:cNvPicPr>
            <a:picLocks noChangeAspect="1"/>
          </p:cNvPicPr>
          <p:nvPr/>
        </p:nvPicPr>
        <p:blipFill>
          <a:blip r:embed="rId3" cstate="print">
            <a:extLst>
              <a:ext uri="{98B310D4-1089-4C79-E651-590A764444E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38" name="E891A354-CAE9-4DAE-B3DE-0BE5FB6209C6"/>
          <p:cNvPicPr>
            <a:picLocks noChangeAspect="1"/>
          </p:cNvPicPr>
          <p:nvPr/>
        </p:nvPicPr>
        <p:blipFill>
          <a:blip r:embed="rId4" cstate="print">
            <a:extLst>
              <a:ext uri="{B418D9C2-B1ED-48D5-C3FD-3A081EA48C9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9" name="VectorPath 43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0" name="TextBox440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41" name="TextBox44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42" name="2C6CC9E8-2D26-4A53-C5C6-C8892675D12B"/>
          <p:cNvPicPr>
            <a:picLocks noChangeAspect="1"/>
          </p:cNvPicPr>
          <p:nvPr/>
        </p:nvPicPr>
        <p:blipFill>
          <a:blip r:embed="rId5" cstate="print">
            <a:extLst>
              <a:ext uri="{78FB38FF-26BD-4CF7-94CA-28D5440A9C8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41FCE14-560F-453F-0DC7-FFE4EC4DF0A4}"/>
    </p:extLst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VectorPath 44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44" name="CE1B56C8-F8A6-4DA7-E4E4-E5216F0DC29A"/>
          <p:cNvPicPr>
            <a:picLocks noChangeAspect="1"/>
          </p:cNvPicPr>
          <p:nvPr/>
        </p:nvPicPr>
        <p:blipFill>
          <a:blip r:embed="rId2" cstate="print">
            <a:extLst>
              <a:ext uri="{FFC3A4A7-B406-47C2-A7D4-9B16EC98011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45" name="VectorPath 44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46" name="304DCAF0-ADCA-4955-7695-55B0CAAE1025"/>
          <p:cNvPicPr>
            <a:picLocks noChangeAspect="1"/>
          </p:cNvPicPr>
          <p:nvPr/>
        </p:nvPicPr>
        <p:blipFill>
          <a:blip r:embed="rId3" cstate="print">
            <a:extLst>
              <a:ext uri="{D01C1313-37F3-4220-A34F-FD4D23806C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47" name="514F9A5D-891D-4F74-4BA3-08C82B30AB50"/>
          <p:cNvPicPr>
            <a:picLocks noChangeAspect="1"/>
          </p:cNvPicPr>
          <p:nvPr/>
        </p:nvPicPr>
        <p:blipFill>
          <a:blip r:embed="rId4" cstate="print">
            <a:extLst>
              <a:ext uri="{77157D3E-9231-493D-C6AC-890004BA692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48" name="VectorPath 44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9" name="TextBox449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0" name="TextBox45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51" name="2C3B639F-F689-422E-7E7D-C3B18EDD133E"/>
          <p:cNvPicPr>
            <a:picLocks noChangeAspect="1"/>
          </p:cNvPicPr>
          <p:nvPr/>
        </p:nvPicPr>
        <p:blipFill>
          <a:blip r:embed="rId5" cstate="print">
            <a:extLst>
              <a:ext uri="{7E91A3AA-4CBA-4868-D922-F02291989C5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975FC07-2513-4B5E-6791-05B3EC469390}"/>
    </p:extLst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VectorPath 45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53" name="D171CFAA-84A9-4133-B84B-A7BD5AFE43B1"/>
          <p:cNvPicPr>
            <a:picLocks noChangeAspect="1"/>
          </p:cNvPicPr>
          <p:nvPr/>
        </p:nvPicPr>
        <p:blipFill>
          <a:blip r:embed="rId2" cstate="print">
            <a:extLst>
              <a:ext uri="{C05293F6-DBF0-4C3D-C074-CFFC430145A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54" name="VectorPath 45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55" name="9D9DC58B-F259-4563-D8D7-09340DBE539B"/>
          <p:cNvPicPr>
            <a:picLocks noChangeAspect="1"/>
          </p:cNvPicPr>
          <p:nvPr/>
        </p:nvPicPr>
        <p:blipFill>
          <a:blip r:embed="rId3" cstate="print">
            <a:extLst>
              <a:ext uri="{A4FD9F73-D773-48B1-5938-242DA16AE1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56" name="DD03C8CA-F2A6-4F04-8B72-28064E908FC5"/>
          <p:cNvPicPr>
            <a:picLocks noChangeAspect="1"/>
          </p:cNvPicPr>
          <p:nvPr/>
        </p:nvPicPr>
        <p:blipFill>
          <a:blip r:embed="rId4" cstate="print">
            <a:extLst>
              <a:ext uri="{4CAB5325-5399-49BD-42EB-C5CC6D5BF70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57" name="VectorPath 45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58" name="TextBox458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9" name="TextBox45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0" name="CA6E8235-4C6D-4848-CC9A-EA87583B4507"/>
          <p:cNvPicPr>
            <a:picLocks noChangeAspect="1"/>
          </p:cNvPicPr>
          <p:nvPr/>
        </p:nvPicPr>
        <p:blipFill>
          <a:blip r:embed="rId5" cstate="print">
            <a:extLst>
              <a:ext uri="{EE37E08F-E9F0-45E2-EE53-81E71CF37F4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F8CD7B1-A907-4D68-5630-5071899FEEAA}"/>
    </p:extLst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VectorPath 46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62" name="71F5F451-1C52-48FE-B0E8-F582692807E1"/>
          <p:cNvPicPr>
            <a:picLocks noChangeAspect="1"/>
          </p:cNvPicPr>
          <p:nvPr/>
        </p:nvPicPr>
        <p:blipFill>
          <a:blip r:embed="rId2" cstate="print">
            <a:extLst>
              <a:ext uri="{AF0774C9-E0FC-435F-A1AC-1FFD434A4E5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63" name="VectorPath 463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64" name="F41A26C0-3818-41AB-123A-53433206B914"/>
          <p:cNvPicPr>
            <a:picLocks noChangeAspect="1"/>
          </p:cNvPicPr>
          <p:nvPr/>
        </p:nvPicPr>
        <p:blipFill>
          <a:blip r:embed="rId3" cstate="print">
            <a:extLst>
              <a:ext uri="{30FC28EF-9FD4-4BA7-292C-090C560ABB6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65" name="F6463165-8DDA-473E-4DAA-7586D5135F27"/>
          <p:cNvPicPr>
            <a:picLocks noChangeAspect="1"/>
          </p:cNvPicPr>
          <p:nvPr/>
        </p:nvPicPr>
        <p:blipFill>
          <a:blip r:embed="rId4" cstate="print">
            <a:extLst>
              <a:ext uri="{8E0972F8-90BC-44D4-0C88-D7CA81EAC5D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66" name="VectorPath 466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67" name="TextBox467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68" name="TextBox468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9" name="8B895DDA-4DFC-4E4F-FB1B-F30F390DC338"/>
          <p:cNvPicPr>
            <a:picLocks noChangeAspect="1"/>
          </p:cNvPicPr>
          <p:nvPr/>
        </p:nvPicPr>
        <p:blipFill>
          <a:blip r:embed="rId5" cstate="print">
            <a:extLst>
              <a:ext uri="{AE812211-4FBE-43DF-8C36-8DBBFDC674B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2CE1B13-884E-49BA-F286-F574C0C4C727}"/>
    </p:extLst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VectorPath 47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71" name="131438A9-9951-460C-1A29-FC702D239EDC"/>
          <p:cNvPicPr>
            <a:picLocks noChangeAspect="1"/>
          </p:cNvPicPr>
          <p:nvPr/>
        </p:nvPicPr>
        <p:blipFill>
          <a:blip r:embed="rId2" cstate="print">
            <a:extLst>
              <a:ext uri="{B18D5B84-84A8-488E-6459-77BB83991D0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72" name="VectorPath 472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73" name="016E6CE2-2F98-4567-107A-831AF69F1DFC"/>
          <p:cNvPicPr>
            <a:picLocks noChangeAspect="1"/>
          </p:cNvPicPr>
          <p:nvPr/>
        </p:nvPicPr>
        <p:blipFill>
          <a:blip r:embed="rId3" cstate="print">
            <a:extLst>
              <a:ext uri="{4303A6F9-9E1D-4E62-A533-0CF34F9FEC6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74" name="DE1F7548-1D3C-41E9-227C-E07F24566DA6"/>
          <p:cNvPicPr>
            <a:picLocks noChangeAspect="1"/>
          </p:cNvPicPr>
          <p:nvPr/>
        </p:nvPicPr>
        <p:blipFill>
          <a:blip r:embed="rId4" cstate="print">
            <a:extLst>
              <a:ext uri="{FE3ADBC5-5032-49BC-A92E-866B09FC096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75" name="VectorPath 475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76" name="TextBox476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77" name="TextBox477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78" name="7286391F-A0E9-4ED5-2A60-9B7B707AAFCE"/>
          <p:cNvPicPr>
            <a:picLocks noChangeAspect="1"/>
          </p:cNvPicPr>
          <p:nvPr/>
        </p:nvPicPr>
        <p:blipFill>
          <a:blip r:embed="rId5" cstate="print">
            <a:extLst>
              <a:ext uri="{EED569BF-7320-42DF-870D-232DBAA8FCD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EFD00EC-34F0-4175-845C-70D2F0A168D9}"/>
    </p:extLst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VectorPath 47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0" name="C5022232-12CF-4EA9-81F4-A52CCA1DB56E"/>
          <p:cNvPicPr>
            <a:picLocks noChangeAspect="1"/>
          </p:cNvPicPr>
          <p:nvPr/>
        </p:nvPicPr>
        <p:blipFill>
          <a:blip r:embed="rId2" cstate="print">
            <a:extLst>
              <a:ext uri="{FC7D41C0-E0E8-4D53-5189-15011FD4C5C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81" name="VectorPath 481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482" name="54F58A75-B1C9-4B39-B7D3-B909F373B458"/>
          <p:cNvPicPr>
            <a:picLocks noChangeAspect="1"/>
          </p:cNvPicPr>
          <p:nvPr/>
        </p:nvPicPr>
        <p:blipFill>
          <a:blip r:embed="rId3" cstate="print">
            <a:extLst>
              <a:ext uri="{4D121212-2B28-4C5D-A3CA-1EA77B7B4B9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483" name="09DBE1AA-7622-4FE8-016C-997742C3193F"/>
          <p:cNvPicPr>
            <a:picLocks noChangeAspect="1"/>
          </p:cNvPicPr>
          <p:nvPr/>
        </p:nvPicPr>
        <p:blipFill>
          <a:blip r:embed="rId4" cstate="print">
            <a:extLst>
              <a:ext uri="{BDD6D199-D6F7-45B4-4B37-400A21FD7E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84" name="VectorPath 484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85" name="TextBox485"/>
          <p:cNvSpPr txBox="1"/>
          <p:nvPr/>
        </p:nvSpPr>
        <p:spPr>
          <a:xfrm>
            <a:off x="946547" y="7229058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图的基本概念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86" name="TextBox486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87" name="7EE56637-3DCB-4CD3-2170-125F4F86AEE3"/>
          <p:cNvPicPr>
            <a:picLocks noChangeAspect="1"/>
          </p:cNvPicPr>
          <p:nvPr/>
        </p:nvPicPr>
        <p:blipFill>
          <a:blip r:embed="rId5" cstate="print">
            <a:extLst>
              <a:ext uri="{DAC50AB6-E872-4C64-3871-7D182C1F260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8910065-C1B8-4269-8857-CB065171299B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8BABCEE4-F419-4E8A-589C-76D447A19E93}"/>
  </a:extLst>
</a:theme>
</file>