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DA148289-A531-4A99-BEAB-43D8690D7E18}"/>
    <p:ext uri="{7FE2C5E9-D1F1-4C30-BE42-0BA74D085DC3}"/>
    <p:ext uri="{AFA9AC75-1052-47CD-2EC8-AC32FD07EB6E}"/>
  </p:extLst>
</p:presentationPr>
</file>

<file path=ppt/tableStyles.xml><?xml version="1.0" encoding="utf-8"?>
<a:tblStyleLst xmlns:a="http://schemas.openxmlformats.org/drawingml/2006/main" def="{B149B159-AFE8-4246-7FBE-5C25EBD336D1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5BA5-DA7D-4741-082A-3BF756F6B97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09FC-7E36-42E7-4E3C-25CA3BDDE9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AFBF384-F808-4860-C8D6-1FE6B57F895C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62999-8BBD-4CF4-5BF5-27D5A749BF9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F3CBD-A881-4A6C-891E-180BC8FE3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E90BD9B-643F-4940-CB8B-5FF5FC2A2B0E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4B1E-0BA8-4D80-37C2-6318A448A10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5DF9-0A2B-4F5B-D043-7D8B28696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A30E9CD-1524-4CF1-E717-87C73F55CFE9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4A4A-D5C3-4E79-1A7E-408320DDE28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5D0B-647F-4F45-EF06-BF5BC18580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3544604-96ED-439B-C226-ADC56DE468FA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D83E2-54C8-4EB4-E6E8-9DE8F2F2244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9A1A0-F2EB-4E4C-1688-50D3463D24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97831EE-7964-4C43-53C9-C50890039D05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49E8-D05E-47F6-4731-50919EB58F4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E97C2-C828-46CB-E5EC-2A8AC484CD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FACB6F5-A3AB-49DF-17AD-FAA398266B24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2B97E-2B2C-4CA1-D487-A37F8869722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F992-9C4D-471D-339A-F5A1BC602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9FC7234-0E48-4C61-1F0D-0BA9915D4321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D80C2-D6D6-4445-FBA1-9CB2868869D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5DA5-FC3E-4E8F-4FE1-AA7C650E6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7FDFC60-1557-4A1D-2FA3-7CB336D16DA3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9B9E-5070-44B8-0414-E9151A4C7D8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EA5-8F0B-49D4-9EA5-5BA1867769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023CC81-0F32-46B5-5DD0-DE5180EAD2B0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2ACAE-5F42-488D-2D48-7E4FFD11FE4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EE8B6-7F29-4071-0598-72FE36C5A5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6BFBFEC-4EB3-4F98-E254-66C14B2512DD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3C2F-3CE1-4E59-B72B-1975109D227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CE1CD-4F54-4460-6FD0-F508C51B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C91D9A3-2EF4-4BCF-A462-8E60DD006FC3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49C6E-84BB-4DD6-37C2-72E8A89B9F0C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F425C-900F-45FE-A134-E9A0588832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55EC02A-C624-4A6E-8BA1-A06661C8DA53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65D81D5B-451B-4867-3BF9-4159BD6A3187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D0A46117-EC8B-4FA9-DC74-BD80091F8FE4"/>
          <p:cNvPicPr>
            <a:picLocks noChangeAspect="1"/>
          </p:cNvPicPr>
          <p:nvPr/>
        </p:nvPicPr>
        <p:blipFill>
          <a:blip r:embed="rId2" cstate="print">
            <a:extLst>
              <a:ext uri="{6D468556-DBAF-4052-5595-77FB4BCF51CA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F41B44A8-19A9-41F2-DA00-2788D7B8815A"/>
          <p:cNvPicPr>
            <a:picLocks noChangeAspect="1"/>
          </p:cNvPicPr>
          <p:nvPr/>
        </p:nvPicPr>
        <p:blipFill>
          <a:blip r:embed="rId3" cstate="print">
            <a:extLst>
              <a:ext uri="{09FA0189-0B34-46BE-72C4-DC699F56285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46B5C2A1-1489-49D9-8EF2-3499B7F1E223"/>
          <p:cNvPicPr>
            <a:picLocks noChangeAspect="1"/>
          </p:cNvPicPr>
          <p:nvPr/>
        </p:nvPicPr>
        <p:blipFill>
          <a:blip r:embed="rId4" cstate="print">
            <a:extLst>
              <a:ext uri="{8C591D8C-9FDB-4C3C-4704-D2D2DCEA543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12A7B59D-9F9C-4293-7906-AFE1F3C9E628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2F8ABCED-43CC-47EF-7B9D-3B8205A4584B"/>
          <p:cNvPicPr>
            <a:picLocks noChangeAspect="1"/>
          </p:cNvPicPr>
          <p:nvPr/>
        </p:nvPicPr>
        <p:blipFill>
          <a:blip r:embed="rId2" cstate="print">
            <a:extLst>
              <a:ext uri="{98E5C065-C400-4F4F-9F64-66F20EBA5D0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83CD05D6-4EF8-4007-3354-547F169ED5DE"/>
          <p:cNvPicPr>
            <a:picLocks noChangeAspect="1"/>
          </p:cNvPicPr>
          <p:nvPr/>
        </p:nvPicPr>
        <p:blipFill>
          <a:blip r:embed="rId3" cstate="print">
            <a:extLst>
              <a:ext uri="{B0289598-C9B5-4D61-BB90-A72DD512F53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A4BD676B-4440-4F9F-3802-7058BC9B6122"/>
          <p:cNvPicPr>
            <a:picLocks noChangeAspect="1"/>
          </p:cNvPicPr>
          <p:nvPr/>
        </p:nvPicPr>
        <p:blipFill>
          <a:blip r:embed="rId4" cstate="print">
            <a:extLst>
              <a:ext uri="{14CD17DD-96C9-42BF-164F-102F98A74F0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9D0B031-E705-4E7E-E28F-CFE6D75DDD73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7FA785A3-E825-44FD-F5BD-303E898AC582"/>
          <p:cNvPicPr>
            <a:picLocks noChangeAspect="1"/>
          </p:cNvPicPr>
          <p:nvPr/>
        </p:nvPicPr>
        <p:blipFill>
          <a:blip r:embed="rId2" cstate="print">
            <a:extLst>
              <a:ext uri="{24119248-792D-4C32-79F3-976DBEBB7E0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F54AE040-C9A8-4A8F-0D48-57662D79811A"/>
          <p:cNvPicPr>
            <a:picLocks noChangeAspect="1"/>
          </p:cNvPicPr>
          <p:nvPr/>
        </p:nvPicPr>
        <p:blipFill>
          <a:blip r:embed="rId3" cstate="print">
            <a:extLst>
              <a:ext uri="{AEBD6373-F4A2-472E-ABA0-E249293EAB6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27320152-82A7-4199-DFE6-043877976345"/>
          <p:cNvPicPr>
            <a:picLocks noChangeAspect="1"/>
          </p:cNvPicPr>
          <p:nvPr/>
        </p:nvPicPr>
        <p:blipFill>
          <a:blip r:embed="rId4" cstate="print">
            <a:extLst>
              <a:ext uri="{5DD45EE4-F81A-4839-0F71-3BAEAD4B285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C3AA780-4B3C-4D84-2A4B-3DDC7A57D624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F8175883-5EA6-4D22-7902-027D5D1C4AA0"/>
          <p:cNvPicPr>
            <a:picLocks noChangeAspect="1"/>
          </p:cNvPicPr>
          <p:nvPr/>
        </p:nvPicPr>
        <p:blipFill>
          <a:blip r:embed="rId2" cstate="print">
            <a:extLst>
              <a:ext uri="{6971133B-2284-4479-0E08-27B12E0404A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DEA7BE0F-ED7C-44C4-24BF-0F754200EB1E"/>
          <p:cNvPicPr>
            <a:picLocks noChangeAspect="1"/>
          </p:cNvPicPr>
          <p:nvPr/>
        </p:nvPicPr>
        <p:blipFill>
          <a:blip r:embed="rId3" cstate="print">
            <a:extLst>
              <a:ext uri="{B21DA29E-98CA-4BBA-C530-A051ADF52CF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2421479F-BD30-40AB-5CA0-9058FE5A849F"/>
          <p:cNvPicPr>
            <a:picLocks noChangeAspect="1"/>
          </p:cNvPicPr>
          <p:nvPr/>
        </p:nvPicPr>
        <p:blipFill>
          <a:blip r:embed="rId4" cstate="print">
            <a:extLst>
              <a:ext uri="{00641154-7B57-4164-C6F3-844056950EC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7E7DFB9-57A9-4373-80B9-609EADFCD962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698913CA-F4E1-4FC8-5EF6-C6BA3D0BE3B2"/>
          <p:cNvPicPr>
            <a:picLocks noChangeAspect="1"/>
          </p:cNvPicPr>
          <p:nvPr/>
        </p:nvPicPr>
        <p:blipFill>
          <a:blip r:embed="rId2" cstate="print">
            <a:extLst>
              <a:ext uri="{9B392C51-A455-4CA2-3AD8-58787463A9D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0" name="67698AC5-7142-484C-C875-63DC40FB5E17"/>
          <p:cNvPicPr>
            <a:picLocks noChangeAspect="1"/>
          </p:cNvPicPr>
          <p:nvPr/>
        </p:nvPicPr>
        <p:blipFill>
          <a:blip r:embed="rId3" cstate="print">
            <a:extLst>
              <a:ext uri="{F9572D2A-11B1-4789-57FE-D6A9615F5BA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41" name="VectorPath 4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2" name="VectorPath 4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3" name="95AEDBB1-A788-482D-E2B1-C58BAD5E4AC6"/>
          <p:cNvPicPr>
            <a:picLocks noChangeAspect="1"/>
          </p:cNvPicPr>
          <p:nvPr/>
        </p:nvPicPr>
        <p:blipFill>
          <a:blip r:embed="rId4" cstate="print">
            <a:extLst>
              <a:ext uri="{00631AB8-0AA3-4EE1-D09F-56A53735590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44" name="Combination 44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45" name="VectorPath 4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6" name="VectorPath 4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7" name="VectorPath 47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8" name="VectorPath 48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49" name="TextBox49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50" name="VectorPath 5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1" name="TextBox51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2" name="TextBox5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ACDEA5EA-1593-4F57-90C3-10090895D600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VectorPath 5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4" name="4C9FDE24-712D-4840-7370-E8ACE2F2FD29"/>
          <p:cNvPicPr>
            <a:picLocks noChangeAspect="1"/>
          </p:cNvPicPr>
          <p:nvPr/>
        </p:nvPicPr>
        <p:blipFill>
          <a:blip r:embed="rId2" cstate="print">
            <a:extLst>
              <a:ext uri="{ACCF7AD1-1C0D-4EAE-2A60-6D67E9FAC2C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5" name="VectorPath 5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6" name="VectorPath 5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7" name="ED1FD26E-A124-4568-4E24-CDE4242AC043"/>
          <p:cNvPicPr>
            <a:picLocks noChangeAspect="1"/>
          </p:cNvPicPr>
          <p:nvPr/>
        </p:nvPicPr>
        <p:blipFill>
          <a:blip r:embed="rId3" cstate="print">
            <a:extLst>
              <a:ext uri="{3B220A7F-7890-4C32-AEC2-63896FCBABC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9" name="TextBox59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0" name="TextBox6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1" name="7561CD2B-6895-4C51-A2CD-638C95F400B2"/>
          <p:cNvPicPr>
            <a:picLocks noChangeAspect="1"/>
          </p:cNvPicPr>
          <p:nvPr/>
        </p:nvPicPr>
        <p:blipFill>
          <a:blip r:embed="rId4" cstate="print">
            <a:extLst>
              <a:ext uri="{4B346878-D46F-4F54-C508-1B076A6B832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A411FC8-1D49-4A59-0C58-7713D5199D08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VectorPath 6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3" name="0D27E89B-E5BD-403E-6270-D24D3AD6C51C"/>
          <p:cNvPicPr>
            <a:picLocks noChangeAspect="1"/>
          </p:cNvPicPr>
          <p:nvPr/>
        </p:nvPicPr>
        <p:blipFill>
          <a:blip r:embed="rId2" cstate="print">
            <a:extLst>
              <a:ext uri="{E1919DDE-4AC0-4530-2C73-E9477AF76A3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4" name="VectorPath 6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5" name="VectorPath 6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6" name="993284EA-2C70-4D4F-9073-D0C7315278CE"/>
          <p:cNvPicPr>
            <a:picLocks noChangeAspect="1"/>
          </p:cNvPicPr>
          <p:nvPr/>
        </p:nvPicPr>
        <p:blipFill>
          <a:blip r:embed="rId3" cstate="print">
            <a:extLst>
              <a:ext uri="{F4B830DE-6A75-4F7D-223A-7A3895B3B1C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8" name="TextBox68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9" name="TextBox69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0" name="16700632-957A-4CC1-F1D6-70C797193CB4"/>
          <p:cNvPicPr>
            <a:picLocks noChangeAspect="1"/>
          </p:cNvPicPr>
          <p:nvPr/>
        </p:nvPicPr>
        <p:blipFill>
          <a:blip r:embed="rId4" cstate="print">
            <a:extLst>
              <a:ext uri="{7BDFDB8F-93AB-4724-CEA3-0A8FB810CB5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E185F9B-97DB-450B-31C1-9D2F2413BC32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VectorPath 7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2" name="50E82F04-94F2-4EE2-32D2-8B0D4298E704"/>
          <p:cNvPicPr>
            <a:picLocks noChangeAspect="1"/>
          </p:cNvPicPr>
          <p:nvPr/>
        </p:nvPicPr>
        <p:blipFill>
          <a:blip r:embed="rId2" cstate="print">
            <a:extLst>
              <a:ext uri="{1B9A51F3-AA1E-4426-5B9F-6038D535C32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3" name="VectorPath 7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4" name="VectorPath 7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5" name="BC6B70B4-28C8-47BF-FCC3-72819C340871"/>
          <p:cNvPicPr>
            <a:picLocks noChangeAspect="1"/>
          </p:cNvPicPr>
          <p:nvPr/>
        </p:nvPicPr>
        <p:blipFill>
          <a:blip r:embed="rId3" cstate="print">
            <a:extLst>
              <a:ext uri="{EF0ECD61-E866-4654-80D3-21849D7CA98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7" name="TextBox77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8" name="TextBox7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9" name="245D0016-9A1B-4651-D042-A69BFC00BCF3"/>
          <p:cNvPicPr>
            <a:picLocks noChangeAspect="1"/>
          </p:cNvPicPr>
          <p:nvPr/>
        </p:nvPicPr>
        <p:blipFill>
          <a:blip r:embed="rId4" cstate="print">
            <a:extLst>
              <a:ext uri="{024F658F-B8B1-424D-6C06-DB6200F6526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F5F8DBD-45B1-4959-7C9D-1C72F27DCB22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VectorPath 8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1" name="076FC1E8-15FD-4019-13B9-231FCFF245E6"/>
          <p:cNvPicPr>
            <a:picLocks noChangeAspect="1"/>
          </p:cNvPicPr>
          <p:nvPr/>
        </p:nvPicPr>
        <p:blipFill>
          <a:blip r:embed="rId2" cstate="print">
            <a:extLst>
              <a:ext uri="{26BF918C-366C-42F6-11F3-3680BA54841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2" name="VectorPath 8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3" name="VectorPath 8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4" name="8C75B33B-674E-4093-3AA0-ED0D385AA09E"/>
          <p:cNvPicPr>
            <a:picLocks noChangeAspect="1"/>
          </p:cNvPicPr>
          <p:nvPr/>
        </p:nvPicPr>
        <p:blipFill>
          <a:blip r:embed="rId3" cstate="print">
            <a:extLst>
              <a:ext uri="{0E201E66-1E9C-499E-C9C4-AB310B8DB62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6" name="TextBox86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7" name="TextBox8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8" name="EBB17BBA-4A98-42A7-6725-013C6EF8BE92"/>
          <p:cNvPicPr>
            <a:picLocks noChangeAspect="1"/>
          </p:cNvPicPr>
          <p:nvPr/>
        </p:nvPicPr>
        <p:blipFill>
          <a:blip r:embed="rId4" cstate="print">
            <a:extLst>
              <a:ext uri="{ADFEE8FC-326B-4A6B-57A7-833999AD5D9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BA62457-3F03-40A6-0DCC-B7DC4D1D018B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VectorPath 8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0" name="4FCF09A1-F517-422E-3C0F-106143BA122B"/>
          <p:cNvPicPr>
            <a:picLocks noChangeAspect="1"/>
          </p:cNvPicPr>
          <p:nvPr/>
        </p:nvPicPr>
        <p:blipFill>
          <a:blip r:embed="rId2" cstate="print">
            <a:extLst>
              <a:ext uri="{BDC52FCF-9976-4EDB-FF09-1EECB4EC00A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1" name="VectorPath 9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2" name="VectorPath 9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3" name="640D55EF-B5B8-4478-8496-0DD4A5D70B0B"/>
          <p:cNvPicPr>
            <a:picLocks noChangeAspect="1"/>
          </p:cNvPicPr>
          <p:nvPr/>
        </p:nvPicPr>
        <p:blipFill>
          <a:blip r:embed="rId3" cstate="print">
            <a:extLst>
              <a:ext uri="{27F7789B-0BE1-47F1-AC1A-464FCCDE2A0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5" name="TextBox95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6" name="TextBox9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7" name="CC43B8A8-9312-46B9-DAC4-BA03F5F710F8"/>
          <p:cNvPicPr>
            <a:picLocks noChangeAspect="1"/>
          </p:cNvPicPr>
          <p:nvPr/>
        </p:nvPicPr>
        <p:blipFill>
          <a:blip r:embed="rId4" cstate="print">
            <a:extLst>
              <a:ext uri="{665C2B3F-7937-4EEC-037E-1804F265F8F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61D72BC-6AD4-4580-5060-5D73D0BF039F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VectorPath 9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9" name="27F34C4B-2FE5-4DE0-A3FE-4E8298FA27A6"/>
          <p:cNvPicPr>
            <a:picLocks noChangeAspect="1"/>
          </p:cNvPicPr>
          <p:nvPr/>
        </p:nvPicPr>
        <p:blipFill>
          <a:blip r:embed="rId2" cstate="print">
            <a:extLst>
              <a:ext uri="{4ED5A93C-4409-45EA-ED91-B0087983568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0" name="VectorPath 10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1" name="VectorPath 10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2" name="C47436DF-3881-4018-FDD5-C86AE9574CB2"/>
          <p:cNvPicPr>
            <a:picLocks noChangeAspect="1"/>
          </p:cNvPicPr>
          <p:nvPr/>
        </p:nvPicPr>
        <p:blipFill>
          <a:blip r:embed="rId3" cstate="print">
            <a:extLst>
              <a:ext uri="{7B52103B-2C6C-414F-5A36-DF951660067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4" name="TextBox104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5" name="TextBox105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6" name="037D5DC8-34C1-4952-0670-FB895739FF57"/>
          <p:cNvPicPr>
            <a:picLocks noChangeAspect="1"/>
          </p:cNvPicPr>
          <p:nvPr/>
        </p:nvPicPr>
        <p:blipFill>
          <a:blip r:embed="rId4" cstate="print">
            <a:extLst>
              <a:ext uri="{6F11E937-A0FC-406D-1EC8-F5F78A9130D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CB55170-7476-49BD-F9C6-29563294F1E0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VectorPath 10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8" name="8EB9A92D-3880-4087-8260-696A51F3F251"/>
          <p:cNvPicPr>
            <a:picLocks noChangeAspect="1"/>
          </p:cNvPicPr>
          <p:nvPr/>
        </p:nvPicPr>
        <p:blipFill>
          <a:blip r:embed="rId2" cstate="print">
            <a:extLst>
              <a:ext uri="{810B9DBB-0CCF-4E1F-3BE9-9932E887DBD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9" name="VectorPath 10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0" name="VectorPath 11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1" name="865E1321-0B60-4F18-CC56-2B6CB72A7960"/>
          <p:cNvPicPr>
            <a:picLocks noChangeAspect="1"/>
          </p:cNvPicPr>
          <p:nvPr/>
        </p:nvPicPr>
        <p:blipFill>
          <a:blip r:embed="rId3" cstate="print">
            <a:extLst>
              <a:ext uri="{CD841280-9CD8-4D9E-BB68-B040EBD2613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3" name="TextBox113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4" name="TextBox11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5" name="083E2A10-E9B8-4421-5052-5422F5E20EBD"/>
          <p:cNvPicPr>
            <a:picLocks noChangeAspect="1"/>
          </p:cNvPicPr>
          <p:nvPr/>
        </p:nvPicPr>
        <p:blipFill>
          <a:blip r:embed="rId4" cstate="print">
            <a:extLst>
              <a:ext uri="{37EFFEF4-D1CE-4C01-93A2-DD684ACDC0B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762AC87-C367-4DAC-F31E-059B5FA9A67C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VectorPath 11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7" name="335F4921-A389-410E-3E09-964415DD3763"/>
          <p:cNvPicPr>
            <a:picLocks noChangeAspect="1"/>
          </p:cNvPicPr>
          <p:nvPr/>
        </p:nvPicPr>
        <p:blipFill>
          <a:blip r:embed="rId2" cstate="print">
            <a:extLst>
              <a:ext uri="{007E7E59-61FD-460F-0B6F-D0E51957478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8" name="VectorPath 11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9" name="VectorPath 11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0" name="A86F8C0C-364E-4378-C77F-86C8824B1FC1"/>
          <p:cNvPicPr>
            <a:picLocks noChangeAspect="1"/>
          </p:cNvPicPr>
          <p:nvPr/>
        </p:nvPicPr>
        <p:blipFill>
          <a:blip r:embed="rId3" cstate="print">
            <a:extLst>
              <a:ext uri="{C1861153-EA05-45BC-5798-A6B92B8200A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2" name="TextBox122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3" name="TextBox12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4" name="0191BBD2-CF8B-4734-9B94-5A66FA545AC3"/>
          <p:cNvPicPr>
            <a:picLocks noChangeAspect="1"/>
          </p:cNvPicPr>
          <p:nvPr/>
        </p:nvPicPr>
        <p:blipFill>
          <a:blip r:embed="rId4" cstate="print">
            <a:extLst>
              <a:ext uri="{FA77AD0A-FA14-47AB-C37B-D14A5C83F3F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1EB06C1-60FF-4630-49ED-2F58977B26FF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VectorPath 12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6" name="666E9C8D-40DD-47D6-C5AA-4E3EC28A40C4"/>
          <p:cNvPicPr>
            <a:picLocks noChangeAspect="1"/>
          </p:cNvPicPr>
          <p:nvPr/>
        </p:nvPicPr>
        <p:blipFill>
          <a:blip r:embed="rId2" cstate="print">
            <a:extLst>
              <a:ext uri="{0D7E4211-412F-4BE5-043C-F8592A0550D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7" name="VectorPath 12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8" name="VectorPath 12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9" name="ECD48306-DF28-48CB-868C-CE58460285F2"/>
          <p:cNvPicPr>
            <a:picLocks noChangeAspect="1"/>
          </p:cNvPicPr>
          <p:nvPr/>
        </p:nvPicPr>
        <p:blipFill>
          <a:blip r:embed="rId3" cstate="print">
            <a:extLst>
              <a:ext uri="{D9831D29-BA90-4ED4-002A-9C77B4C8E95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1" name="TextBox131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2" name="TextBox13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3" name="6A61B478-0579-4D1B-D560-7DC45CB33257"/>
          <p:cNvPicPr>
            <a:picLocks noChangeAspect="1"/>
          </p:cNvPicPr>
          <p:nvPr/>
        </p:nvPicPr>
        <p:blipFill>
          <a:blip r:embed="rId4" cstate="print">
            <a:extLst>
              <a:ext uri="{77BA8F62-3827-44D8-89B3-CC6D259AC36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6914F0A-7667-4062-5C1A-DA1BD34F7A6F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VectorPath 13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5" name="E1E621E5-B27F-40A7-2D1F-540DF175ECC3"/>
          <p:cNvPicPr>
            <a:picLocks noChangeAspect="1"/>
          </p:cNvPicPr>
          <p:nvPr/>
        </p:nvPicPr>
        <p:blipFill>
          <a:blip r:embed="rId2" cstate="print">
            <a:extLst>
              <a:ext uri="{24E207CB-3665-44BE-8A2E-26586E7A95E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6" name="VectorPath 13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7" name="VectorPath 13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8" name="8563353C-8C92-41F2-5D0D-39807106DED9"/>
          <p:cNvPicPr>
            <a:picLocks noChangeAspect="1"/>
          </p:cNvPicPr>
          <p:nvPr/>
        </p:nvPicPr>
        <p:blipFill>
          <a:blip r:embed="rId3" cstate="print">
            <a:extLst>
              <a:ext uri="{59F32E7B-6436-46E9-B6D4-FC9796F7F6F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0" name="TextBox140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1" name="TextBox14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2" name="69DBFD5C-61E0-4F19-656B-B5D5F9643555"/>
          <p:cNvPicPr>
            <a:picLocks noChangeAspect="1"/>
          </p:cNvPicPr>
          <p:nvPr/>
        </p:nvPicPr>
        <p:blipFill>
          <a:blip r:embed="rId4" cstate="print">
            <a:extLst>
              <a:ext uri="{FE8057CB-E615-4023-0DFC-810D08720BA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6AD5D7E-4021-4349-9981-006078C43E8D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VectorPath 14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4" name="9828F40F-42A6-41DB-359A-F899F5F791C6"/>
          <p:cNvPicPr>
            <a:picLocks noChangeAspect="1"/>
          </p:cNvPicPr>
          <p:nvPr/>
        </p:nvPicPr>
        <p:blipFill>
          <a:blip r:embed="rId2" cstate="print">
            <a:extLst>
              <a:ext uri="{A1F9A1BA-3B47-40B5-CABF-0791A1A0AA3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5" name="VectorPath 14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6" name="VectorPath 14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7" name="7B7435A8-D8A9-43A9-D949-DECDF84165F9"/>
          <p:cNvPicPr>
            <a:picLocks noChangeAspect="1"/>
          </p:cNvPicPr>
          <p:nvPr/>
        </p:nvPicPr>
        <p:blipFill>
          <a:blip r:embed="rId3" cstate="print">
            <a:extLst>
              <a:ext uri="{BD30C237-6AA5-4D94-13D6-13DDBA21CFB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9" name="TextBox149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0" name="TextBox15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1" name="0B6F17D9-9535-42EA-94C7-5F40F85F14E8"/>
          <p:cNvPicPr>
            <a:picLocks noChangeAspect="1"/>
          </p:cNvPicPr>
          <p:nvPr/>
        </p:nvPicPr>
        <p:blipFill>
          <a:blip r:embed="rId4" cstate="print">
            <a:extLst>
              <a:ext uri="{0367A92E-2934-4AAA-7A80-98678F31311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984602A-A8C0-4F0A-1287-E53640E7648A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VectorPath 15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3" name="042E8945-F387-4A9F-C1F9-C08CBC803CB1"/>
          <p:cNvPicPr>
            <a:picLocks noChangeAspect="1"/>
          </p:cNvPicPr>
          <p:nvPr/>
        </p:nvPicPr>
        <p:blipFill>
          <a:blip r:embed="rId2" cstate="print">
            <a:extLst>
              <a:ext uri="{67FC12DA-9B7B-4985-6E35-D11F5B7D307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4" name="VectorPath 15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5" name="VectorPath 15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6" name="94F55182-1A80-4144-222A-6BBD682A2390"/>
          <p:cNvPicPr>
            <a:picLocks noChangeAspect="1"/>
          </p:cNvPicPr>
          <p:nvPr/>
        </p:nvPicPr>
        <p:blipFill>
          <a:blip r:embed="rId3" cstate="print">
            <a:extLst>
              <a:ext uri="{68A1C780-A0CE-4FF1-405E-C38D54E66E9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8" name="TextBox158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9" name="TextBox15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0" name="F6C57A8F-1E38-4AF4-2A6D-5F8B05B40570"/>
          <p:cNvPicPr>
            <a:picLocks noChangeAspect="1"/>
          </p:cNvPicPr>
          <p:nvPr/>
        </p:nvPicPr>
        <p:blipFill>
          <a:blip r:embed="rId4" cstate="print">
            <a:extLst>
              <a:ext uri="{D88B40C6-FFEA-4D22-E731-396071C6644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6F58A89-E15C-42A5-823D-956893DD738A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VectorPath 16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2" name="9D7D465C-D5F9-459B-0BF6-AD1EB0A4CD66"/>
          <p:cNvPicPr>
            <a:picLocks noChangeAspect="1"/>
          </p:cNvPicPr>
          <p:nvPr/>
        </p:nvPicPr>
        <p:blipFill>
          <a:blip r:embed="rId2" cstate="print">
            <a:extLst>
              <a:ext uri="{8817CF0E-36F2-47E1-74F1-8BB1145453D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3" name="VectorPath 16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4" name="VectorPath 16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5" name="A173A54C-1A73-4463-6BD9-8EFDD43B0193"/>
          <p:cNvPicPr>
            <a:picLocks noChangeAspect="1"/>
          </p:cNvPicPr>
          <p:nvPr/>
        </p:nvPicPr>
        <p:blipFill>
          <a:blip r:embed="rId3" cstate="print">
            <a:extLst>
              <a:ext uri="{6B63F556-78C6-4436-BD18-A0C95E6E703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6" name="VectorPath 16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7" name="TextBox167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8" name="TextBox16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9" name="A7CADE52-C790-4494-E486-B9BFD39E7C96"/>
          <p:cNvPicPr>
            <a:picLocks noChangeAspect="1"/>
          </p:cNvPicPr>
          <p:nvPr/>
        </p:nvPicPr>
        <p:blipFill>
          <a:blip r:embed="rId4" cstate="print">
            <a:extLst>
              <a:ext uri="{9DF890AA-7CFB-4E44-8E98-BEA84893379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2359285-AB22-459C-FB44-F0EA031F7CAF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VectorPath 17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1" name="323F6CCF-C1EC-4B12-5B5E-83242EEA07E9"/>
          <p:cNvPicPr>
            <a:picLocks noChangeAspect="1"/>
          </p:cNvPicPr>
          <p:nvPr/>
        </p:nvPicPr>
        <p:blipFill>
          <a:blip r:embed="rId2" cstate="print">
            <a:extLst>
              <a:ext uri="{0B541FEC-87FF-4B2F-E7E1-57D47E0E36F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2" name="VectorPath 17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3" name="VectorPath 17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4" name="D250363D-1B7D-47D0-1BD9-F758EDD4E129"/>
          <p:cNvPicPr>
            <a:picLocks noChangeAspect="1"/>
          </p:cNvPicPr>
          <p:nvPr/>
        </p:nvPicPr>
        <p:blipFill>
          <a:blip r:embed="rId3" cstate="print">
            <a:extLst>
              <a:ext uri="{0E59EF5D-F8DE-4755-89BA-EFDFB648712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5" name="VectorPath 17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6" name="TextBox176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7" name="TextBox17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8" name="5BD1F909-D6A2-4613-941B-923F24CCDEE3"/>
          <p:cNvPicPr>
            <a:picLocks noChangeAspect="1"/>
          </p:cNvPicPr>
          <p:nvPr/>
        </p:nvPicPr>
        <p:blipFill>
          <a:blip r:embed="rId4" cstate="print">
            <a:extLst>
              <a:ext uri="{A422C948-14C5-46CE-52D1-5120428B00D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0363CE2-C7F7-4045-D2EC-E6302862B712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VectorPath 17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0" name="CE95E2D9-93E7-4502-F72E-C4023008D707"/>
          <p:cNvPicPr>
            <a:picLocks noChangeAspect="1"/>
          </p:cNvPicPr>
          <p:nvPr/>
        </p:nvPicPr>
        <p:blipFill>
          <a:blip r:embed="rId2" cstate="print">
            <a:extLst>
              <a:ext uri="{79E1103C-EEEE-4469-B669-6D49E33CF43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1" name="VectorPath 18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2" name="VectorPath 18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3" name="502F3205-1FCB-4C43-129D-FBC957DB8615"/>
          <p:cNvPicPr>
            <a:picLocks noChangeAspect="1"/>
          </p:cNvPicPr>
          <p:nvPr/>
        </p:nvPicPr>
        <p:blipFill>
          <a:blip r:embed="rId3" cstate="print">
            <a:extLst>
              <a:ext uri="{DFB7ABBC-8C8A-4754-0F40-0D7E80C9D58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4" name="VectorPath 18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5" name="TextBox185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6" name="TextBox18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7" name="F652D3CA-A4AF-429A-0503-6AACB945A88C"/>
          <p:cNvPicPr>
            <a:picLocks noChangeAspect="1"/>
          </p:cNvPicPr>
          <p:nvPr/>
        </p:nvPicPr>
        <p:blipFill>
          <a:blip r:embed="rId4" cstate="print">
            <a:extLst>
              <a:ext uri="{A0F96440-DA0B-4AB7-CD75-4BC9020EC5E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B733A1F-BAA9-4196-F0D2-F8445D477E3D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VectorPath 18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9" name="74C4FAE5-2255-4605-0B10-DD82ACFB897B"/>
          <p:cNvPicPr>
            <a:picLocks noChangeAspect="1"/>
          </p:cNvPicPr>
          <p:nvPr/>
        </p:nvPicPr>
        <p:blipFill>
          <a:blip r:embed="rId2" cstate="print">
            <a:extLst>
              <a:ext uri="{FF3B6B79-C61E-44FB-CAC1-550315DE1EF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90" name="040D1B8D-C033-46E7-ECF0-D6A466E8BB1E"/>
          <p:cNvPicPr>
            <a:picLocks noChangeAspect="1"/>
          </p:cNvPicPr>
          <p:nvPr/>
        </p:nvPicPr>
        <p:blipFill>
          <a:blip r:embed="rId3" cstate="print">
            <a:extLst>
              <a:ext uri="{6E407590-24BA-43AA-0374-37473CF6096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91" name="VectorPath 19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2" name="VectorPath 19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3" name="5B0B5677-2355-45C6-C7FD-A2035F264CB7"/>
          <p:cNvPicPr>
            <a:picLocks noChangeAspect="1"/>
          </p:cNvPicPr>
          <p:nvPr/>
        </p:nvPicPr>
        <p:blipFill>
          <a:blip r:embed="rId4" cstate="print">
            <a:extLst>
              <a:ext uri="{3FBC7C1A-FDF1-4135-E0C3-D09E2B36CAF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94" name="Combination 194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195" name="VectorPath 19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96" name="VectorPath 19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97" name="TextBox197"/>
          <p:cNvSpPr txBox="1"/>
          <p:nvPr/>
        </p:nvSpPr>
        <p:spPr>
          <a:xfrm>
            <a:off x="2128540" y="3090641"/>
            <a:ext cx="240446" cy="126468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98" name="VectorPath 19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9" name="TextBox199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0" name="TextBox20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E1A552C5-78C6-41DC-A449-D27C95581CE1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VectorPath 2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2" name="EDCD38E0-5FF9-4BF3-0BE9-2B647A8B0D03"/>
          <p:cNvPicPr>
            <a:picLocks noChangeAspect="1"/>
          </p:cNvPicPr>
          <p:nvPr/>
        </p:nvPicPr>
        <p:blipFill>
          <a:blip r:embed="rId2" cstate="print">
            <a:extLst>
              <a:ext uri="{1858162C-AC9F-4868-113B-AA88214937B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3" name="VectorPath 2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4" name="VectorPath 2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5" name="CC9C4865-473B-48C8-1774-F53DD479EAC2"/>
          <p:cNvPicPr>
            <a:picLocks noChangeAspect="1"/>
          </p:cNvPicPr>
          <p:nvPr/>
        </p:nvPicPr>
        <p:blipFill>
          <a:blip r:embed="rId3" cstate="print">
            <a:extLst>
              <a:ext uri="{966C5DA4-E490-44EE-52E1-DEB79543CC3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6" name="VectorPath 2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7" name="TextBox207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8" name="TextBox2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9" name="E9979085-E72F-4D17-9BF9-BC208118A54F"/>
          <p:cNvPicPr>
            <a:picLocks noChangeAspect="1"/>
          </p:cNvPicPr>
          <p:nvPr/>
        </p:nvPicPr>
        <p:blipFill>
          <a:blip r:embed="rId4" cstate="print">
            <a:extLst>
              <a:ext uri="{9D3ADF2E-F38A-45F9-A5B3-2B22A221E9A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8C9BB17-2482-4407-58F7-3AFAF33804C5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VectorPath 2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1" name="97D42EE1-BD85-43B1-E73F-762A56F27872"/>
          <p:cNvPicPr>
            <a:picLocks noChangeAspect="1"/>
          </p:cNvPicPr>
          <p:nvPr/>
        </p:nvPicPr>
        <p:blipFill>
          <a:blip r:embed="rId2" cstate="print">
            <a:extLst>
              <a:ext uri="{7D613CE8-C733-45D5-E6EF-2452D915E50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2" name="VectorPath 2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3" name="VectorPath 2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4" name="F7DF7A19-E891-4783-1018-511F43E21E0C"/>
          <p:cNvPicPr>
            <a:picLocks noChangeAspect="1"/>
          </p:cNvPicPr>
          <p:nvPr/>
        </p:nvPicPr>
        <p:blipFill>
          <a:blip r:embed="rId3" cstate="print">
            <a:extLst>
              <a:ext uri="{F20DB939-D352-44D4-EF54-DA0A199F05C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5" name="VectorPath 2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6" name="TextBox216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7" name="TextBox2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8" name="73437028-D153-48A8-BFFD-497539411590"/>
          <p:cNvPicPr>
            <a:picLocks noChangeAspect="1"/>
          </p:cNvPicPr>
          <p:nvPr/>
        </p:nvPicPr>
        <p:blipFill>
          <a:blip r:embed="rId4" cstate="print">
            <a:extLst>
              <a:ext uri="{A88B0B8A-1B7F-4748-0614-C32055B4000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CE848E7-AFC3-4908-889A-8EAEAE00F15D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VectorPath 2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0" name="BDA77A60-1590-403C-DA98-436320F1360F"/>
          <p:cNvPicPr>
            <a:picLocks noChangeAspect="1"/>
          </p:cNvPicPr>
          <p:nvPr/>
        </p:nvPicPr>
        <p:blipFill>
          <a:blip r:embed="rId2" cstate="print">
            <a:extLst>
              <a:ext uri="{CAA3AEEB-B035-4BBF-34C0-C2E05528148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1" name="VectorPath 2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2" name="VectorPath 2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3" name="E084AC0D-A10D-4848-835E-6A8EC49539AB"/>
          <p:cNvPicPr>
            <a:picLocks noChangeAspect="1"/>
          </p:cNvPicPr>
          <p:nvPr/>
        </p:nvPicPr>
        <p:blipFill>
          <a:blip r:embed="rId3" cstate="print">
            <a:extLst>
              <a:ext uri="{DEBAD802-6965-410B-E846-49D1A2D9F2B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4" name="VectorPath 2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5" name="TextBox225"/>
          <p:cNvSpPr txBox="1"/>
          <p:nvPr/>
        </p:nvSpPr>
        <p:spPr>
          <a:xfrm>
            <a:off x="946547" y="7229071"/>
            <a:ext cx="963269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6.4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平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⾯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6" name="TextBox2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7" name="0F8EBBDD-79F1-4BD0-D82E-70D4F869C1F6"/>
          <p:cNvPicPr>
            <a:picLocks noChangeAspect="1"/>
          </p:cNvPicPr>
          <p:nvPr/>
        </p:nvPicPr>
        <p:blipFill>
          <a:blip r:embed="rId4" cstate="print">
            <a:extLst>
              <a:ext uri="{534F7FDD-E975-47C3-F181-1C618841B73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3884153-742B-44F5-C48B-AB7B85458061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3716C641-FDAB-414B-5184-28C2CB7CDA25}"/>
  </a:extLst>
</a:theme>
</file>