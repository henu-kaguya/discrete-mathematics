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50.png" ContentType="image/png"/>
  <Override PartName="/ppt/slides/slide28.xml" ContentType="application/vnd.openxmlformats-officedocument.presentationml.slide+xml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75.png" ContentType="image/png"/>
  <Override PartName="/ppt/media/image31.png" ContentType="image/png"/>
  <Override PartName="/ppt/media/image76.png" ContentType="image/png"/>
  <Override PartName="/ppt/media/image32.png" ContentType="image/png"/>
  <Override PartName="/ppt/media/image77.png" ContentType="image/png"/>
  <Override PartName="/ppt/media/image33.png" ContentType="image/png"/>
  <Override PartName="/ppt/media/image78.png" ContentType="image/png"/>
  <Override PartName="/ppt/media/image34.png" ContentType="image/png"/>
  <Override PartName="/ppt/media/image79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80.png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A9C317A9-F982-4850-767E-A7EA3F317D4F}"/>
    <p:ext uri="{DA1649DD-E2AA-4B48-EE6E-CFCB4C840EB1}"/>
    <p:ext uri="{A891EFEA-0E2D-46CA-487F-F1AAD043FE62}"/>
  </p:extLst>
</p:presentationPr>
</file>

<file path=ppt/tableStyles.xml><?xml version="1.0" encoding="utf-8"?>
<a:tblStyleLst xmlns:a="http://schemas.openxmlformats.org/drawingml/2006/main" def="{54491EA8-BE3F-4DDB-4BA5-0D8B445FBCBB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1CB2D-3907-4510-CDC6-0E0D980A269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4FB93-3754-4F64-2861-CCB7E2428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B23183A-AEA6-4769-EB9D-40AFB99B3331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C18B3-89B7-4B56-F340-549A8C4F838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96F7-59C1-4193-7951-BAA474305D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C46626D-1D70-4503-4407-5EC8C7039F80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6F2C-3057-44B3-A95D-B25A0253F50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2F6E5-371B-4230-BD83-B2D2C9368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A0D895B-864D-44B9-F5B3-B826F8AAB731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C56A-4189-419E-DBA1-712D3DE4660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43E8E-3AD6-4EBA-0F91-AE681BDA68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AF5385F-DC6C-4AA6-5C99-7AF2D25BC9A5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5168-BDAE-4296-2981-959E8F29584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B23F-215F-42A5-3C20-D451547E4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0D28DF1-2F7D-41C8-9BF0-03CCAB102B0B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E282-61BC-45F4-CA26-E9A0FCFC7B8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F8A9-394A-43D5-32D1-3C91A399D4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00D01EF-7DC4-45E2-8FE9-1627861057AB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167C-A952-4C27-DDF9-6B6BCAD15FC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7052-06D9-4E3A-65D4-51333685F5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34469B7-BCE0-4519-B317-BCC15D6A95DB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F27BF-4E98-4EAA-9CDC-23AB55BF4D0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DAF1-CA8D-410B-D083-F491457D25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99C07A6-F0DE-458B-3DFD-808F5AB3CEA3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7C3A-D793-455C-DCC5-B2D43325D75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142F5-4767-422F-BF05-D3186B1B10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5FBECD3-EEFA-4FC7-164D-E36F8B0EED85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8AA5-286E-47E5-5844-2D92C4C28E0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347E-66D3-44ED-6B0B-99AA5EED06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6DE887B-503B-4B6F-5E8C-C3197F1CC02B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C79-C2D6-4418-2730-30A4D475E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E952-366E-4E21-0424-032C27982D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34A87E7-5CCA-45BE-82CD-223D430C0453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D6FF4-4E84-48A6-23E1-D89F7C64DAE4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EEAE-2DBA-42DC-5EC5-372F557211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0995618-38F8-4E92-3851-731D1164071D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E566272C-A244-4908-3B36-A4C0455F4A88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39055631-A1AB-430B-58A4-390B363ED092"/>
          <p:cNvPicPr>
            <a:picLocks noChangeAspect="1"/>
          </p:cNvPicPr>
          <p:nvPr/>
        </p:nvPicPr>
        <p:blipFill>
          <a:blip r:embed="rId2" cstate="print">
            <a:extLst>
              <a:ext uri="{BB030FB8-00BB-4673-3ADB-F7214D23C2C9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46E3A3F6-6882-42AC-486C-2C7C162BBD7F"/>
          <p:cNvPicPr>
            <a:picLocks noChangeAspect="1"/>
          </p:cNvPicPr>
          <p:nvPr/>
        </p:nvPicPr>
        <p:blipFill>
          <a:blip r:embed="rId3" cstate="print">
            <a:extLst>
              <a:ext uri="{58EFE284-37DB-495F-E2E7-4F008DB3253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9928E948-2778-410A-E559-30097B963BBD"/>
          <p:cNvPicPr>
            <a:picLocks noChangeAspect="1"/>
          </p:cNvPicPr>
          <p:nvPr/>
        </p:nvPicPr>
        <p:blipFill>
          <a:blip r:embed="rId4" cstate="print">
            <a:extLst>
              <a:ext uri="{31E4A53F-F148-4D5D-1D8F-A6105A5340A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34F07AD8-A7F7-4F0D-C050-CF99CBF0B31D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2915FD35-7B05-4183-5DC9-9A68622CBF53"/>
          <p:cNvPicPr>
            <a:picLocks noChangeAspect="1"/>
          </p:cNvPicPr>
          <p:nvPr/>
        </p:nvPicPr>
        <p:blipFill>
          <a:blip r:embed="rId2" cstate="print">
            <a:extLst>
              <a:ext uri="{21B9611A-5D4D-481D-3AD5-0361934B30D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A9516E7C-7FD7-4352-A6BA-DEB3288F4D34"/>
          <p:cNvPicPr>
            <a:picLocks noChangeAspect="1"/>
          </p:cNvPicPr>
          <p:nvPr/>
        </p:nvPicPr>
        <p:blipFill>
          <a:blip r:embed="rId3" cstate="print">
            <a:extLst>
              <a:ext uri="{19D57F55-16DC-4AD6-9270-07E661A1E45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DA13E929-5A49-479F-05CB-A33162760C89"/>
          <p:cNvPicPr>
            <a:picLocks noChangeAspect="1"/>
          </p:cNvPicPr>
          <p:nvPr/>
        </p:nvPicPr>
        <p:blipFill>
          <a:blip r:embed="rId4" cstate="print">
            <a:extLst>
              <a:ext uri="{443174E8-000A-46A5-9E82-539543B248B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B2B05AB-D6E6-4870-7B2B-A58AED6EDDAB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B9D4F444-719F-4522-DE76-4B90EE401CD6"/>
          <p:cNvPicPr>
            <a:picLocks noChangeAspect="1"/>
          </p:cNvPicPr>
          <p:nvPr/>
        </p:nvPicPr>
        <p:blipFill>
          <a:blip r:embed="rId2" cstate="print">
            <a:extLst>
              <a:ext uri="{75CE96DD-44B8-4F78-E3CE-4C46B1A5B0C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B7890871-F619-4640-C5A3-6E17BA33C478"/>
          <p:cNvPicPr>
            <a:picLocks noChangeAspect="1"/>
          </p:cNvPicPr>
          <p:nvPr/>
        </p:nvPicPr>
        <p:blipFill>
          <a:blip r:embed="rId3" cstate="print">
            <a:extLst>
              <a:ext uri="{5D79963D-EE98-4DC1-EC94-EDDF2F6DE5B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C6853F00-6295-43BB-155B-94CECCDCE76E"/>
          <p:cNvPicPr>
            <a:picLocks noChangeAspect="1"/>
          </p:cNvPicPr>
          <p:nvPr/>
        </p:nvPicPr>
        <p:blipFill>
          <a:blip r:embed="rId4" cstate="print">
            <a:extLst>
              <a:ext uri="{483765CF-5266-4E07-A834-3C67FDDAFE5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67E4841-E52F-481A-DBB7-46A7F1C5F849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9B2C9B76-B916-4CD8-B245-030EEEAA2472"/>
          <p:cNvPicPr>
            <a:picLocks noChangeAspect="1"/>
          </p:cNvPicPr>
          <p:nvPr/>
        </p:nvPicPr>
        <p:blipFill>
          <a:blip r:embed="rId2" cstate="print">
            <a:extLst>
              <a:ext uri="{F681F71D-6DC3-48C2-319C-A02AF3DE0A2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FC526CA2-88CB-48EC-B969-C94C7CC1187F"/>
          <p:cNvPicPr>
            <a:picLocks noChangeAspect="1"/>
          </p:cNvPicPr>
          <p:nvPr/>
        </p:nvPicPr>
        <p:blipFill>
          <a:blip r:embed="rId3" cstate="print">
            <a:extLst>
              <a:ext uri="{912FC43C-FC9A-46B3-3994-C72D3A42A2F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D218CE86-E04B-456C-969F-55712911B6CF"/>
          <p:cNvPicPr>
            <a:picLocks noChangeAspect="1"/>
          </p:cNvPicPr>
          <p:nvPr/>
        </p:nvPicPr>
        <p:blipFill>
          <a:blip r:embed="rId4" cstate="print">
            <a:extLst>
              <a:ext uri="{2E21F1A6-2AF0-4B65-D042-23D2A24CC58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72930FC-8B6C-4FA2-805D-AC66067F5BAC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127EEE50-E48D-4E77-A0D0-3D29AF4815AF"/>
          <p:cNvPicPr>
            <a:picLocks noChangeAspect="1"/>
          </p:cNvPicPr>
          <p:nvPr/>
        </p:nvPicPr>
        <p:blipFill>
          <a:blip r:embed="rId2" cstate="print">
            <a:extLst>
              <a:ext uri="{B26CE97F-29A7-4DEA-8D79-9F21D94BA49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CE32BBA6-5498-46F3-19CC-A30038F38478"/>
          <p:cNvPicPr>
            <a:picLocks noChangeAspect="1"/>
          </p:cNvPicPr>
          <p:nvPr/>
        </p:nvPicPr>
        <p:blipFill>
          <a:blip r:embed="rId3" cstate="print">
            <a:extLst>
              <a:ext uri="{8E69D017-4418-4DAA-1B98-85027EB2AE2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DBF34174-1733-476A-DE9F-F6DC319F6CB8"/>
          <p:cNvPicPr>
            <a:picLocks noChangeAspect="1"/>
          </p:cNvPicPr>
          <p:nvPr/>
        </p:nvPicPr>
        <p:blipFill>
          <a:blip r:embed="rId4" cstate="print">
            <a:extLst>
              <a:ext uri="{404E72C2-3B20-44B0-A641-78952029A3C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7E9FA9D-AB3E-4569-12B8-A2A98B6C932B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5C100192-530A-4F0A-0D37-FE7C289A8EBF"/>
          <p:cNvPicPr>
            <a:picLocks noChangeAspect="1"/>
          </p:cNvPicPr>
          <p:nvPr/>
        </p:nvPicPr>
        <p:blipFill>
          <a:blip r:embed="rId2" cstate="print">
            <a:extLst>
              <a:ext uri="{1112DB21-F74F-402B-3CAD-DD20EAA013E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C92A783A-A901-49DC-0F98-AF922666F8A9"/>
          <p:cNvPicPr>
            <a:picLocks noChangeAspect="1"/>
          </p:cNvPicPr>
          <p:nvPr/>
        </p:nvPicPr>
        <p:blipFill>
          <a:blip r:embed="rId3" cstate="print">
            <a:extLst>
              <a:ext uri="{B74E7493-E61A-4966-FA1E-A9484903AC0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6BF14CDD-1369-4F0F-2A1D-60ECA5ED585D"/>
          <p:cNvPicPr>
            <a:picLocks noChangeAspect="1"/>
          </p:cNvPicPr>
          <p:nvPr/>
        </p:nvPicPr>
        <p:blipFill>
          <a:blip r:embed="rId4" cstate="print">
            <a:extLst>
              <a:ext uri="{2FC64483-695D-45E4-874A-0A9B8119179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7F4BC62-B240-4CBE-1C1E-1B7C1826ADD4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37846AA8-4D66-4479-9CA6-00514C3B6A87"/>
          <p:cNvPicPr>
            <a:picLocks noChangeAspect="1"/>
          </p:cNvPicPr>
          <p:nvPr/>
        </p:nvPicPr>
        <p:blipFill>
          <a:blip r:embed="rId2" cstate="print">
            <a:extLst>
              <a:ext uri="{31C3058D-1483-4727-C9A5-8478295C191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B6810790-78AB-4CB5-E89E-75094F45EA8F"/>
          <p:cNvPicPr>
            <a:picLocks noChangeAspect="1"/>
          </p:cNvPicPr>
          <p:nvPr/>
        </p:nvPicPr>
        <p:blipFill>
          <a:blip r:embed="rId3" cstate="print">
            <a:extLst>
              <a:ext uri="{3B6DAD35-865C-4C4F-51AE-6AE268E0B84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8482C14D-6E07-499D-9CE4-860E780ADDFD"/>
          <p:cNvPicPr>
            <a:picLocks noChangeAspect="1"/>
          </p:cNvPicPr>
          <p:nvPr/>
        </p:nvPicPr>
        <p:blipFill>
          <a:blip r:embed="rId4" cstate="print">
            <a:extLst>
              <a:ext uri="{CFA40290-A6DD-40C4-9D5A-3CB6CE22535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10691A0-83C2-4EC8-E7FB-25104E7D63D4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7824C878-3944-4110-5E11-1C005FBE767A"/>
          <p:cNvPicPr>
            <a:picLocks noChangeAspect="1"/>
          </p:cNvPicPr>
          <p:nvPr/>
        </p:nvPicPr>
        <p:blipFill>
          <a:blip r:embed="rId2" cstate="print">
            <a:extLst>
              <a:ext uri="{98706143-78D3-4900-BF8E-E203387E5B3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637FC30E-F8E2-4B4A-9D88-6479A3EA67D5"/>
          <p:cNvPicPr>
            <a:picLocks noChangeAspect="1"/>
          </p:cNvPicPr>
          <p:nvPr/>
        </p:nvPicPr>
        <p:blipFill>
          <a:blip r:embed="rId3" cstate="print">
            <a:extLst>
              <a:ext uri="{C70501FF-7B06-4746-6660-8571DE32825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3E89AB8E-94F1-4882-0C6A-25E043CDFC0C"/>
          <p:cNvPicPr>
            <a:picLocks noChangeAspect="1"/>
          </p:cNvPicPr>
          <p:nvPr/>
        </p:nvPicPr>
        <p:blipFill>
          <a:blip r:embed="rId4" cstate="print">
            <a:extLst>
              <a:ext uri="{ED964A96-6621-439E-B88F-7912E106776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90FEDB3-0B0D-45A4-641B-5ABF42471C12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7C9A8A0B-0AD2-4DD9-CCDD-26DDFD2681CF"/>
          <p:cNvPicPr>
            <a:picLocks noChangeAspect="1"/>
          </p:cNvPicPr>
          <p:nvPr/>
        </p:nvPicPr>
        <p:blipFill>
          <a:blip r:embed="rId2" cstate="print">
            <a:extLst>
              <a:ext uri="{E820F728-037C-4129-7C7F-DB0529C6CE3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73042116-BF36-4092-0BF7-223D6F0A0BCE"/>
          <p:cNvPicPr>
            <a:picLocks noChangeAspect="1"/>
          </p:cNvPicPr>
          <p:nvPr/>
        </p:nvPicPr>
        <p:blipFill>
          <a:blip r:embed="rId3" cstate="print">
            <a:extLst>
              <a:ext uri="{2DED10F4-F06E-4AB2-1684-CE481C26F8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B5396A8E-C875-44FC-F210-E1EB08AAFA39"/>
          <p:cNvPicPr>
            <a:picLocks noChangeAspect="1"/>
          </p:cNvPicPr>
          <p:nvPr/>
        </p:nvPicPr>
        <p:blipFill>
          <a:blip r:embed="rId4" cstate="print">
            <a:extLst>
              <a:ext uri="{34984072-FA59-4802-DEB4-9CB5F454A84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826A0C5-F8EB-4834-8B0C-B410A09843C0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9EBF7BBF-5EC9-4CAE-57BE-D63F44094574"/>
          <p:cNvPicPr>
            <a:picLocks noChangeAspect="1"/>
          </p:cNvPicPr>
          <p:nvPr/>
        </p:nvPicPr>
        <p:blipFill>
          <a:blip r:embed="rId2" cstate="print">
            <a:extLst>
              <a:ext uri="{A42B461D-E460-4726-0D78-1F026B5C530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A7A664D8-A9AB-4D5F-D59C-269ED77CDF46"/>
          <p:cNvPicPr>
            <a:picLocks noChangeAspect="1"/>
          </p:cNvPicPr>
          <p:nvPr/>
        </p:nvPicPr>
        <p:blipFill>
          <a:blip r:embed="rId3" cstate="print">
            <a:extLst>
              <a:ext uri="{3144104E-4DD4-486F-3F22-956A964ED18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5DC133EE-8057-43DC-7637-6A704954B4F4"/>
          <p:cNvPicPr>
            <a:picLocks noChangeAspect="1"/>
          </p:cNvPicPr>
          <p:nvPr/>
        </p:nvPicPr>
        <p:blipFill>
          <a:blip r:embed="rId4" cstate="print">
            <a:extLst>
              <a:ext uri="{7DE9E497-4D50-438B-482A-B1B4B3EA560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B244BDA-96CD-4A7A-8E42-78A945148D86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D4B13D7B-01AA-4821-8559-0DCEC72BF201"/>
          <p:cNvPicPr>
            <a:picLocks noChangeAspect="1"/>
          </p:cNvPicPr>
          <p:nvPr/>
        </p:nvPicPr>
        <p:blipFill>
          <a:blip r:embed="rId2" cstate="print">
            <a:extLst>
              <a:ext uri="{EC737423-E6B4-455B-A108-13928055A18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5FA3D65F-88CF-453D-4F67-0024C1B912AF"/>
          <p:cNvPicPr>
            <a:picLocks noChangeAspect="1"/>
          </p:cNvPicPr>
          <p:nvPr/>
        </p:nvPicPr>
        <p:blipFill>
          <a:blip r:embed="rId3" cstate="print">
            <a:extLst>
              <a:ext uri="{D739D6A6-E3BA-44DC-DF66-560A864472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A1AA0972-FD8C-4DCB-95C3-0CFAE796F4B3"/>
          <p:cNvPicPr>
            <a:picLocks noChangeAspect="1"/>
          </p:cNvPicPr>
          <p:nvPr/>
        </p:nvPicPr>
        <p:blipFill>
          <a:blip r:embed="rId4" cstate="print">
            <a:extLst>
              <a:ext uri="{38B79018-82A9-45C6-5BCC-C1224791AA0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B3E7E06-E5E2-4034-D2CC-3BAFEA95F08F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814DF238-B705-42F4-405A-6B5D1818A36C"/>
          <p:cNvPicPr>
            <a:picLocks noChangeAspect="1"/>
          </p:cNvPicPr>
          <p:nvPr/>
        </p:nvPicPr>
        <p:blipFill>
          <a:blip r:embed="rId2" cstate="print">
            <a:extLst>
              <a:ext uri="{D035E18E-A5D5-4D34-020C-3B8F4103841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624585D6-891A-4A17-85EC-B1EA9D2ABB26"/>
          <p:cNvPicPr>
            <a:picLocks noChangeAspect="1"/>
          </p:cNvPicPr>
          <p:nvPr/>
        </p:nvPicPr>
        <p:blipFill>
          <a:blip r:embed="rId3" cstate="print">
            <a:extLst>
              <a:ext uri="{4D617469-DE5C-4A60-4B14-288B4CA53CB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F45DF137-00D3-41EF-28E6-8F3E9605D415"/>
          <p:cNvPicPr>
            <a:picLocks noChangeAspect="1"/>
          </p:cNvPicPr>
          <p:nvPr/>
        </p:nvPicPr>
        <p:blipFill>
          <a:blip r:embed="rId4" cstate="print">
            <a:extLst>
              <a:ext uri="{C6FDF351-39CE-4320-33C6-B93FE8846D8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5376755-4912-4119-31B0-B021E0E13BF7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3051E7FE-3B49-4577-B08A-C81984447198"/>
          <p:cNvPicPr>
            <a:picLocks noChangeAspect="1"/>
          </p:cNvPicPr>
          <p:nvPr/>
        </p:nvPicPr>
        <p:blipFill>
          <a:blip r:embed="rId2" cstate="print">
            <a:extLst>
              <a:ext uri="{A95B6E00-9416-47ED-DC87-2518141347F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489D7587-D601-4B8E-6120-D7D2EFB8335D"/>
          <p:cNvPicPr>
            <a:picLocks noChangeAspect="1"/>
          </p:cNvPicPr>
          <p:nvPr/>
        </p:nvPicPr>
        <p:blipFill>
          <a:blip r:embed="rId3" cstate="print">
            <a:extLst>
              <a:ext uri="{D1DD6424-5B8D-45FB-2EF5-3CC1B3CB89C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C63E7C71-E15D-43E4-4874-D06A938870A8"/>
          <p:cNvPicPr>
            <a:picLocks noChangeAspect="1"/>
          </p:cNvPicPr>
          <p:nvPr/>
        </p:nvPicPr>
        <p:blipFill>
          <a:blip r:embed="rId4" cstate="print">
            <a:extLst>
              <a:ext uri="{1E3AE26D-C569-4608-2003-9CACF2135F7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BB4CF00-E15F-417A-523F-B8B9CAAD2505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CD692A93-2B5F-4C5A-FC27-0366159BEE41"/>
          <p:cNvPicPr>
            <a:picLocks noChangeAspect="1"/>
          </p:cNvPicPr>
          <p:nvPr/>
        </p:nvPicPr>
        <p:blipFill>
          <a:blip r:embed="rId2" cstate="print">
            <a:extLst>
              <a:ext uri="{901912DF-4376-47D3-9268-63D115EEBFC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C0256D49-8E13-4966-B2F1-CFF2D4C373A8"/>
          <p:cNvPicPr>
            <a:picLocks noChangeAspect="1"/>
          </p:cNvPicPr>
          <p:nvPr/>
        </p:nvPicPr>
        <p:blipFill>
          <a:blip r:embed="rId3" cstate="print">
            <a:extLst>
              <a:ext uri="{ABEE50B0-439B-4175-6FB5-6D2E4308296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590D8AAE-3D2F-4A21-ABB2-3056A986E25A"/>
          <p:cNvPicPr>
            <a:picLocks noChangeAspect="1"/>
          </p:cNvPicPr>
          <p:nvPr/>
        </p:nvPicPr>
        <p:blipFill>
          <a:blip r:embed="rId4" cstate="print">
            <a:extLst>
              <a:ext uri="{53A0E18B-3F43-4E6B-FD64-22B8C6F70AB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85A4F6B-43FD-473D-45FB-195BEFB0A4EF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60FDF951-2562-4728-DD26-0D220BBCE7AD"/>
          <p:cNvPicPr>
            <a:picLocks noChangeAspect="1"/>
          </p:cNvPicPr>
          <p:nvPr/>
        </p:nvPicPr>
        <p:blipFill>
          <a:blip r:embed="rId2" cstate="print">
            <a:extLst>
              <a:ext uri="{904B3A98-5713-4BD9-6393-100F7DD85E5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6E456A2E-C615-4EF9-A5FC-D4D948BBAD90"/>
          <p:cNvPicPr>
            <a:picLocks noChangeAspect="1"/>
          </p:cNvPicPr>
          <p:nvPr/>
        </p:nvPicPr>
        <p:blipFill>
          <a:blip r:embed="rId3" cstate="print">
            <a:extLst>
              <a:ext uri="{42BB84D3-05BF-4D33-C2B7-A7416E797D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2C76BD6E-4373-477E-B48E-3E04CFFF28AA"/>
          <p:cNvPicPr>
            <a:picLocks noChangeAspect="1"/>
          </p:cNvPicPr>
          <p:nvPr/>
        </p:nvPicPr>
        <p:blipFill>
          <a:blip r:embed="rId4" cstate="print">
            <a:extLst>
              <a:ext uri="{73FDBABF-98A1-4D97-12BA-8504F213538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105DCF-55DF-4FB1-1A6C-B982F6C03983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C8539F1C-3890-40F0-C51F-3E459F30DEB2"/>
          <p:cNvPicPr>
            <a:picLocks noChangeAspect="1"/>
          </p:cNvPicPr>
          <p:nvPr/>
        </p:nvPicPr>
        <p:blipFill>
          <a:blip r:embed="rId2" cstate="print">
            <a:extLst>
              <a:ext uri="{E47AF7DB-2C20-4553-A200-8F80CC9200A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9A640E14-441E-4E58-22F4-0CA59872BF63"/>
          <p:cNvPicPr>
            <a:picLocks noChangeAspect="1"/>
          </p:cNvPicPr>
          <p:nvPr/>
        </p:nvPicPr>
        <p:blipFill>
          <a:blip r:embed="rId3" cstate="print">
            <a:extLst>
              <a:ext uri="{4EECB30C-1059-430F-FA45-5E84CB26080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417E228C-294C-4CAF-9F1F-B1C722E4756C"/>
          <p:cNvPicPr>
            <a:picLocks noChangeAspect="1"/>
          </p:cNvPicPr>
          <p:nvPr/>
        </p:nvPicPr>
        <p:blipFill>
          <a:blip r:embed="rId4" cstate="print">
            <a:extLst>
              <a:ext uri="{DE6A5394-190A-4862-A17B-0E5CDFD27DA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15DF1C7-C0A1-4C32-F26E-DD0CEDE85C5E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1F4DEE14-2CCE-4755-3E66-DDD01856B9B1"/>
          <p:cNvPicPr>
            <a:picLocks noChangeAspect="1"/>
          </p:cNvPicPr>
          <p:nvPr/>
        </p:nvPicPr>
        <p:blipFill>
          <a:blip r:embed="rId2" cstate="print">
            <a:extLst>
              <a:ext uri="{901313F4-1616-4E8D-B5E0-10D0FDA4B9C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1E9A3D3C-F15D-4CC0-EE2A-04EE809DA1C5"/>
          <p:cNvPicPr>
            <a:picLocks noChangeAspect="1"/>
          </p:cNvPicPr>
          <p:nvPr/>
        </p:nvPicPr>
        <p:blipFill>
          <a:blip r:embed="rId3" cstate="print">
            <a:extLst>
              <a:ext uri="{E3A1B1F3-E7EC-4422-F24F-D7FB818D084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B53B0D86-F8B6-4656-0788-F7151B506853"/>
          <p:cNvPicPr>
            <a:picLocks noChangeAspect="1"/>
          </p:cNvPicPr>
          <p:nvPr/>
        </p:nvPicPr>
        <p:blipFill>
          <a:blip r:embed="rId4" cstate="print">
            <a:extLst>
              <a:ext uri="{DD187DFC-473B-4191-5265-F53FEDFCCC5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7F6BBEC-1717-468B-8096-D31B27D31839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28E8A814-D1F3-491E-AE41-CE364E5B5F5B"/>
          <p:cNvPicPr>
            <a:picLocks noChangeAspect="1"/>
          </p:cNvPicPr>
          <p:nvPr/>
        </p:nvPicPr>
        <p:blipFill>
          <a:blip r:embed="rId2" cstate="print">
            <a:extLst>
              <a:ext uri="{8262043C-D423-4A5B-AC81-882C0A97D1A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2717105F-20A3-4BBB-AFB8-7AF5F7321BD6"/>
          <p:cNvPicPr>
            <a:picLocks noChangeAspect="1"/>
          </p:cNvPicPr>
          <p:nvPr/>
        </p:nvPicPr>
        <p:blipFill>
          <a:blip r:embed="rId3" cstate="print">
            <a:extLst>
              <a:ext uri="{CBF0763F-A563-4830-272D-81BA5F052CD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2615E3FA-31B9-431B-247F-E648C810216B"/>
          <p:cNvPicPr>
            <a:picLocks noChangeAspect="1"/>
          </p:cNvPicPr>
          <p:nvPr/>
        </p:nvPicPr>
        <p:blipFill>
          <a:blip r:embed="rId4" cstate="print">
            <a:extLst>
              <a:ext uri="{28B02B7F-0C71-4750-3E46-044F690589A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DA1619B-F028-462A-FB57-3B9F4BB04C99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F52932CE-4C7B-4C69-36FF-6EC2DB2DFCC3"/>
          <p:cNvPicPr>
            <a:picLocks noChangeAspect="1"/>
          </p:cNvPicPr>
          <p:nvPr/>
        </p:nvPicPr>
        <p:blipFill>
          <a:blip r:embed="rId2" cstate="print">
            <a:extLst>
              <a:ext uri="{397694D9-E53E-42B9-D4FF-ED33BB10A96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71CA611C-87C8-4C09-0671-26C1EE65BC3C"/>
          <p:cNvPicPr>
            <a:picLocks noChangeAspect="1"/>
          </p:cNvPicPr>
          <p:nvPr/>
        </p:nvPicPr>
        <p:blipFill>
          <a:blip r:embed="rId3" cstate="print">
            <a:extLst>
              <a:ext uri="{82E1A1FD-3F67-4550-122B-4208E531DA5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FF077DED-8709-441E-C1A9-810C509465FD"/>
          <p:cNvPicPr>
            <a:picLocks noChangeAspect="1"/>
          </p:cNvPicPr>
          <p:nvPr/>
        </p:nvPicPr>
        <p:blipFill>
          <a:blip r:embed="rId4" cstate="print">
            <a:extLst>
              <a:ext uri="{1956581F-1E77-49E5-CB89-B2F2F8B30D6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4B69E76-72AB-4046-712A-E169E2390805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DE296C1D-A3D5-4FA9-3035-DE2BB61A8862"/>
          <p:cNvPicPr>
            <a:picLocks noChangeAspect="1"/>
          </p:cNvPicPr>
          <p:nvPr/>
        </p:nvPicPr>
        <p:blipFill>
          <a:blip r:embed="rId2" cstate="print">
            <a:extLst>
              <a:ext uri="{EB7B8AC0-CAF9-4139-D374-AD50AA208AB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7C87D7DB-9414-41C3-0A65-C483D35FC653"/>
          <p:cNvPicPr>
            <a:picLocks noChangeAspect="1"/>
          </p:cNvPicPr>
          <p:nvPr/>
        </p:nvPicPr>
        <p:blipFill>
          <a:blip r:embed="rId3" cstate="print">
            <a:extLst>
              <a:ext uri="{E49D20C0-05E5-4384-A263-023F4508BFE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E23D4720-2BA1-43EA-721B-72D69C94351B"/>
          <p:cNvPicPr>
            <a:picLocks noChangeAspect="1"/>
          </p:cNvPicPr>
          <p:nvPr/>
        </p:nvPicPr>
        <p:blipFill>
          <a:blip r:embed="rId4" cstate="print">
            <a:extLst>
              <a:ext uri="{78337EFD-75A9-4607-A42D-46A95D7404F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79B851A-DFF0-49E7-7EF9-926970DA4E24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75BC5BF0-D07C-4DD3-7B4D-4816AFAF3222"/>
          <p:cNvPicPr>
            <a:picLocks noChangeAspect="1"/>
          </p:cNvPicPr>
          <p:nvPr/>
        </p:nvPicPr>
        <p:blipFill>
          <a:blip r:embed="rId2" cstate="print">
            <a:extLst>
              <a:ext uri="{FCDB4EB1-6240-457A-1157-FA0A1696DFF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1303A5BD-B33D-41C7-FCA5-B99ADB89A283"/>
          <p:cNvPicPr>
            <a:picLocks noChangeAspect="1"/>
          </p:cNvPicPr>
          <p:nvPr/>
        </p:nvPicPr>
        <p:blipFill>
          <a:blip r:embed="rId3" cstate="print">
            <a:extLst>
              <a:ext uri="{81C8A29F-9D78-485A-DD3B-39ADDB1E531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4F6D93A9-1A32-4256-CEC3-0E810FE3CC7E"/>
          <p:cNvPicPr>
            <a:picLocks noChangeAspect="1"/>
          </p:cNvPicPr>
          <p:nvPr/>
        </p:nvPicPr>
        <p:blipFill>
          <a:blip r:embed="rId4" cstate="print">
            <a:extLst>
              <a:ext uri="{BC060487-B837-417F-0431-C6542DFBB00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40A17D8-1FEB-4AC4-680C-60AD0EF7018C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8BAD1B3E-C19D-4DB0-E5B1-F48848B9627F"/>
          <p:cNvPicPr>
            <a:picLocks noChangeAspect="1"/>
          </p:cNvPicPr>
          <p:nvPr/>
        </p:nvPicPr>
        <p:blipFill>
          <a:blip r:embed="rId2" cstate="print">
            <a:extLst>
              <a:ext uri="{931132B2-ADA2-4BFB-2205-F5A4BEB3C13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AF634BCD-AC41-4675-5B6E-F2C3BF41BC49"/>
          <p:cNvPicPr>
            <a:picLocks noChangeAspect="1"/>
          </p:cNvPicPr>
          <p:nvPr/>
        </p:nvPicPr>
        <p:blipFill>
          <a:blip r:embed="rId3" cstate="print">
            <a:extLst>
              <a:ext uri="{458A72FA-C97D-4667-39E1-6611E8DCD82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8ABC380B-6049-4DAA-E6BE-C959FAF31A49"/>
          <p:cNvPicPr>
            <a:picLocks noChangeAspect="1"/>
          </p:cNvPicPr>
          <p:nvPr/>
        </p:nvPicPr>
        <p:blipFill>
          <a:blip r:embed="rId4" cstate="print">
            <a:extLst>
              <a:ext uri="{4F38576C-BA93-4909-5721-E0C4F916CCE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992BB81-9E2B-4764-3C7E-F54D3E5446B8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7E00B6A0-97BA-42B5-7A53-30C3840F1AD3"/>
          <p:cNvPicPr>
            <a:picLocks noChangeAspect="1"/>
          </p:cNvPicPr>
          <p:nvPr/>
        </p:nvPicPr>
        <p:blipFill>
          <a:blip r:embed="rId2" cstate="print">
            <a:extLst>
              <a:ext uri="{76D9B172-E2EB-48A9-3F36-0913151E073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2" name="VectorPath 20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3" name="VectorPath 20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4" name="60402C51-A086-443A-9742-C3DE5E06B8B6"/>
          <p:cNvPicPr>
            <a:picLocks noChangeAspect="1"/>
          </p:cNvPicPr>
          <p:nvPr/>
        </p:nvPicPr>
        <p:blipFill>
          <a:blip r:embed="rId3" cstate="print">
            <a:extLst>
              <a:ext uri="{3965AF4B-ADE2-40D4-189A-DFAE6318F70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8" name="EFF68BCA-EF04-4199-2915-143013A2BE76"/>
          <p:cNvPicPr>
            <a:picLocks noChangeAspect="1"/>
          </p:cNvPicPr>
          <p:nvPr/>
        </p:nvPicPr>
        <p:blipFill>
          <a:blip r:embed="rId4" cstate="print">
            <a:extLst>
              <a:ext uri="{637E3DAB-FCBE-46D1-6C02-E97AFABD1D9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91F91CB-33D7-423C-18B5-248D1D12EF68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ectorPath 20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0" name="152EA327-D588-4B5F-53EC-279306281239"/>
          <p:cNvPicPr>
            <a:picLocks noChangeAspect="1"/>
          </p:cNvPicPr>
          <p:nvPr/>
        </p:nvPicPr>
        <p:blipFill>
          <a:blip r:embed="rId2" cstate="print">
            <a:extLst>
              <a:ext uri="{166831BA-6784-42D9-583F-033B3DA85C9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2" name="VectorPath 21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3" name="33C4344C-731E-4400-BDCC-791441AD5CE3"/>
          <p:cNvPicPr>
            <a:picLocks noChangeAspect="1"/>
          </p:cNvPicPr>
          <p:nvPr/>
        </p:nvPicPr>
        <p:blipFill>
          <a:blip r:embed="rId3" cstate="print">
            <a:extLst>
              <a:ext uri="{AB29603A-1596-4B70-B067-2036E1045F2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7" name="060789A4-E6AB-40ED-8545-3134B54E668E"/>
          <p:cNvPicPr>
            <a:picLocks noChangeAspect="1"/>
          </p:cNvPicPr>
          <p:nvPr/>
        </p:nvPicPr>
        <p:blipFill>
          <a:blip r:embed="rId4" cstate="print">
            <a:extLst>
              <a:ext uri="{366AC861-66A3-48AB-0949-55A6F0C303D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B2C426B-24F8-42D2-20A4-CA02621B77EA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8E729729-40ED-461D-0C0A-F007EC8EB9F1"/>
          <p:cNvPicPr>
            <a:picLocks noChangeAspect="1"/>
          </p:cNvPicPr>
          <p:nvPr/>
        </p:nvPicPr>
        <p:blipFill>
          <a:blip r:embed="rId2" cstate="print">
            <a:extLst>
              <a:ext uri="{E4A64D5C-0178-4B06-9B52-141B52E07D7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20" name="0D4C39C9-6293-4039-3FD2-8ED9C979F8AD"/>
          <p:cNvPicPr>
            <a:picLocks noChangeAspect="1"/>
          </p:cNvPicPr>
          <p:nvPr/>
        </p:nvPicPr>
        <p:blipFill>
          <a:blip r:embed="rId3" cstate="print">
            <a:extLst>
              <a:ext uri="{1BFCCCA4-151D-435F-3851-4CDBF7227F1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21" name="VectorPath 2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2" name="VectorPath 2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3" name="E63FBDDB-0126-4D6B-F463-F4AEC7B3007F"/>
          <p:cNvPicPr>
            <a:picLocks noChangeAspect="1"/>
          </p:cNvPicPr>
          <p:nvPr/>
        </p:nvPicPr>
        <p:blipFill>
          <a:blip r:embed="rId4" cstate="print">
            <a:extLst>
              <a:ext uri="{1529229E-2416-4770-8E31-2E1162ECF91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24" name="Combination 22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25" name="VectorPath 22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26" name="VectorPath 22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27" name="VectorPath 227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28" name="VectorPath 22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229" name="TextBox229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30" name="VectorPath 23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1" name="TextBox23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2" name="TextBox23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20C1CF7-9FAE-4E5B-82AD-DF4AACCD4FF4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VectorPath 23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4" name="6B482BE8-B20A-4AB2-88CC-53BB6A08312C"/>
          <p:cNvPicPr>
            <a:picLocks noChangeAspect="1"/>
          </p:cNvPicPr>
          <p:nvPr/>
        </p:nvPicPr>
        <p:blipFill>
          <a:blip r:embed="rId2" cstate="print">
            <a:extLst>
              <a:ext uri="{A9FF862D-2869-46B9-A943-6538579717D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35" name="5F315A78-B97B-48D7-F71F-F5FC86423792"/>
          <p:cNvPicPr>
            <a:picLocks noChangeAspect="1"/>
          </p:cNvPicPr>
          <p:nvPr/>
        </p:nvPicPr>
        <p:blipFill>
          <a:blip r:embed="rId3" cstate="print">
            <a:extLst>
              <a:ext uri="{E3ACE960-8685-412A-7B2D-665DCF6A91F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36" name="VectorPath 23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7" name="VectorPath 23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8" name="92A9EF24-31E4-42C5-6810-B10C7ABD1160"/>
          <p:cNvPicPr>
            <a:picLocks noChangeAspect="1"/>
          </p:cNvPicPr>
          <p:nvPr/>
        </p:nvPicPr>
        <p:blipFill>
          <a:blip r:embed="rId4" cstate="print">
            <a:extLst>
              <a:ext uri="{1D258C52-5162-44E4-4D43-310CC2CA96E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39" name="Combination 239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240" name="VectorPath 240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1" name="VectorPath 241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2" name="VectorPath 242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243" name="TextBox243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44" name="VectorPath 24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5" name="TextBox24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6" name="TextBox24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74747452-2D08-46A5-FF69-CE0A0E9330A9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VectorPath 2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8" name="F7EC3AF2-80E5-4382-22AA-750B99A0C412"/>
          <p:cNvPicPr>
            <a:picLocks noChangeAspect="1"/>
          </p:cNvPicPr>
          <p:nvPr/>
        </p:nvPicPr>
        <p:blipFill>
          <a:blip r:embed="rId2" cstate="print">
            <a:extLst>
              <a:ext uri="{AE4E7A13-161B-443A-16A0-AE531936EF0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9" name="VectorPath 2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50" name="VectorPath 2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51" name="A126A1D2-C87A-4E92-55F3-7F1D9893D8D3"/>
          <p:cNvPicPr>
            <a:picLocks noChangeAspect="1"/>
          </p:cNvPicPr>
          <p:nvPr/>
        </p:nvPicPr>
        <p:blipFill>
          <a:blip r:embed="rId3" cstate="print">
            <a:extLst>
              <a:ext uri="{687E3A38-4F54-41EA-3A64-55A8E986743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2" name="VectorPath 2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3" name="TextBox2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4" name="TextBox25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5" name="5896A076-8EE0-4561-AEF1-CEF6754188E7"/>
          <p:cNvPicPr>
            <a:picLocks noChangeAspect="1"/>
          </p:cNvPicPr>
          <p:nvPr/>
        </p:nvPicPr>
        <p:blipFill>
          <a:blip r:embed="rId4" cstate="print">
            <a:extLst>
              <a:ext uri="{B9B06F9D-4A54-440B-3D60-B2AA411172D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6CF8031-4AA6-46FA-831A-1F3C3E8075E0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69E831D2-BBB3-423C-6E79-7879BD040A9B}"/>
  </a:extLst>
</a:theme>
</file>