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4150BEF0-B6ED-4E68-5D2E-877F1F022EB6}"/>
    <p:ext uri="{FED9D907-9769-4A06-A9C6-07337CA7D729}"/>
    <p:ext uri="{14A01FE9-DA6D-4304-FF24-03DCC3CA38E3}"/>
  </p:extLst>
</p:presentationPr>
</file>

<file path=ppt/tableStyles.xml><?xml version="1.0" encoding="utf-8"?>
<a:tblStyleLst xmlns:a="http://schemas.openxmlformats.org/drawingml/2006/main" def="{F679404C-3523-4525-064C-2A94A8A0077D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5B40B-1D25-4970-9337-091DDF7BFE1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24860-22C7-4ABB-7338-851F68FCC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3C3572A-7FAD-415D-9EB7-671C0F30C374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3036D-FF70-4317-13ED-BA9DBFC99FB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1341D-80D4-4A2D-233C-9EAE02A78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199EE37-36AF-4486-2406-3852BD348F5E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054E2-84AD-4DA5-EF62-C3A7A263721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00EB3-5989-4708-5118-018EC3AFB3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5F24A6A-55E6-43D5-C7BE-F52F297BBD56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0031B-60F9-4628-71DE-F66A601C03B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6C4E6-4EE8-45B9-319E-E40F514CF6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CF4E62F-D1E3-49F2-0B46-5A86890CAD8E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83B8-D29C-4841-00D1-30D8A6A9C97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E2A82-B6B8-4E0E-567B-2F9CB754BA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D354604-0478-4B02-F3F6-A053AAA45D6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BD5FE-5ECE-4EB8-72CE-426EFBCF05D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72652-541B-42F7-FEDA-F26CB485C6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8485F7C-E21E-4FC5-5341-4C8AB04A88EB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457C-3876-448B-F0D9-950793E6651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435F7-FA5B-44E3-5383-E6381B654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9D48187-38DE-4EA7-EA42-18616C8012E8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422A-5004-4864-50B4-25BFA338B80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D939-B958-4B71-A746-266D155973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D15C83C-CAB2-4B6F-D96A-42B733F3DE08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22674-2C54-441B-A812-E743EFC743E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46C-6E1E-457D-FB89-E9D0299FF0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23801F2-DDBF-41D6-BA6D-70EA614E2EF9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81FAB-B074-441D-F27F-90032FF340E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F7B4C-8787-4BA6-955B-E5C6415B4B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94054DD-DA12-4877-3E56-EC4658BC98E2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26DFC-12B1-446D-4B2A-C4D3D7458C1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58B3-2F9A-46BC-1006-C7025004B1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206E13F-5D3E-43CE-2075-943BB606FEA8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E7052-D8A4-477B-9F12-BB297179F1C1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F1B3B-CEB0-4983-90C7-CC5D68DF3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BC1AEBE-1E96-48EC-C612-5811146A7EEA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FDFF80D7-D5D1-4F8A-5B6F-FC152A2D1443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E0D5FCDE-5873-4124-70CF-B0CDF8FB3633"/>
          <p:cNvPicPr>
            <a:picLocks noChangeAspect="1"/>
          </p:cNvPicPr>
          <p:nvPr/>
        </p:nvPicPr>
        <p:blipFill>
          <a:blip r:embed="rId2" cstate="print">
            <a:extLst>
              <a:ext uri="{A219240A-AFF3-40DD-53DC-39214630BA05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0A20B839-CB44-4C1A-D886-7E17ECDF98FC"/>
          <p:cNvPicPr>
            <a:picLocks noChangeAspect="1"/>
          </p:cNvPicPr>
          <p:nvPr/>
        </p:nvPicPr>
        <p:blipFill>
          <a:blip r:embed="rId3" cstate="print">
            <a:extLst>
              <a:ext uri="{8707AD0C-0C82-4B3C-A433-AAE6BA740DB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7341D758-4B58-42FC-593A-714CE75BE4ED"/>
          <p:cNvPicPr>
            <a:picLocks noChangeAspect="1"/>
          </p:cNvPicPr>
          <p:nvPr/>
        </p:nvPicPr>
        <p:blipFill>
          <a:blip r:embed="rId4" cstate="print">
            <a:extLst>
              <a:ext uri="{93501F2A-8863-4568-A76A-713C1233634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6F66B4B2-366C-4C37-E40F-316927703CB7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3CE7367B-BF02-4770-B11D-C8CC759BF567"/>
          <p:cNvPicPr>
            <a:picLocks noChangeAspect="1"/>
          </p:cNvPicPr>
          <p:nvPr/>
        </p:nvPicPr>
        <p:blipFill>
          <a:blip r:embed="rId2" cstate="print">
            <a:extLst>
              <a:ext uri="{A3FC50CC-C7C0-4259-7211-C1D18170CC8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0260378F-A9D5-40A1-7B43-22F1ABE9C7CA"/>
          <p:cNvPicPr>
            <a:picLocks noChangeAspect="1"/>
          </p:cNvPicPr>
          <p:nvPr/>
        </p:nvPicPr>
        <p:blipFill>
          <a:blip r:embed="rId3" cstate="print">
            <a:extLst>
              <a:ext uri="{54D84A2E-820D-4B46-96C2-4A9E9B9D6C0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AB921795-FB08-4D33-D8A0-49995CB953DA"/>
          <p:cNvPicPr>
            <a:picLocks noChangeAspect="1"/>
          </p:cNvPicPr>
          <p:nvPr/>
        </p:nvPicPr>
        <p:blipFill>
          <a:blip r:embed="rId4" cstate="print">
            <a:extLst>
              <a:ext uri="{C99DEDF1-52EF-4F51-9E52-F2DEE3BAC09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BE0C834-3483-46F3-33E7-876DAF9E0F94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F652B005-AD63-4A45-DF6A-17E33009EB96"/>
          <p:cNvPicPr>
            <a:picLocks noChangeAspect="1"/>
          </p:cNvPicPr>
          <p:nvPr/>
        </p:nvPicPr>
        <p:blipFill>
          <a:blip r:embed="rId2" cstate="print">
            <a:extLst>
              <a:ext uri="{B9752A84-C368-425E-3852-76A00BAEBC9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D8996CA8-EBE5-443D-5DFC-AE567FD9EA0D"/>
          <p:cNvPicPr>
            <a:picLocks noChangeAspect="1"/>
          </p:cNvPicPr>
          <p:nvPr/>
        </p:nvPicPr>
        <p:blipFill>
          <a:blip r:embed="rId3" cstate="print">
            <a:extLst>
              <a:ext uri="{157F6D20-4998-42F9-DF63-0E1A37D7422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95C08001-14DC-4D5B-B800-3BE99EA37D1E"/>
          <p:cNvPicPr>
            <a:picLocks noChangeAspect="1"/>
          </p:cNvPicPr>
          <p:nvPr/>
        </p:nvPicPr>
        <p:blipFill>
          <a:blip r:embed="rId4" cstate="print">
            <a:extLst>
              <a:ext uri="{E5FEB1C1-7A43-4CB7-92A0-02F7CAAF2F8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AAB6C5E-E545-4C6A-533C-DEBD2FAD993C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EDCD1B1-03B3-4531-9C84-2425E6D3034D"/>
          <p:cNvPicPr>
            <a:picLocks noChangeAspect="1"/>
          </p:cNvPicPr>
          <p:nvPr/>
        </p:nvPicPr>
        <p:blipFill>
          <a:blip r:embed="rId2" cstate="print">
            <a:extLst>
              <a:ext uri="{C8446114-A6B8-43EE-00E3-D9ACE0A24FA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F0B50AD2-24B4-43F1-2BF9-AEC56D8CF6C1"/>
          <p:cNvPicPr>
            <a:picLocks noChangeAspect="1"/>
          </p:cNvPicPr>
          <p:nvPr/>
        </p:nvPicPr>
        <p:blipFill>
          <a:blip r:embed="rId3" cstate="print">
            <a:extLst>
              <a:ext uri="{7490C113-68FD-4B8A-6BBC-E03BD593BC6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C576D6AF-BA52-42C0-0C5D-4B1CE3DE9BDD"/>
          <p:cNvPicPr>
            <a:picLocks noChangeAspect="1"/>
          </p:cNvPicPr>
          <p:nvPr/>
        </p:nvPicPr>
        <p:blipFill>
          <a:blip r:embed="rId4" cstate="print">
            <a:extLst>
              <a:ext uri="{7F49D3A6-DA04-437E-00E5-82D7F1072E5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A323283-BEFB-4B7A-D6FD-4CFACA17096D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6B14F93A-1449-4269-6086-D06BDD02C6B7"/>
          <p:cNvPicPr>
            <a:picLocks noChangeAspect="1"/>
          </p:cNvPicPr>
          <p:nvPr/>
        </p:nvPicPr>
        <p:blipFill>
          <a:blip r:embed="rId2" cstate="print">
            <a:extLst>
              <a:ext uri="{5DE68D70-DE54-4BF2-3665-1D0051F545A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2E4856F2-B28E-43FB-6B6A-4AC2424FDF2A"/>
          <p:cNvPicPr>
            <a:picLocks noChangeAspect="1"/>
          </p:cNvPicPr>
          <p:nvPr/>
        </p:nvPicPr>
        <p:blipFill>
          <a:blip r:embed="rId3" cstate="print">
            <a:extLst>
              <a:ext uri="{3A579E09-0CF9-4D88-24EF-7995E5D0FB8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4C91CD55-4D08-4718-E419-57DD04D39980"/>
          <p:cNvPicPr>
            <a:picLocks noChangeAspect="1"/>
          </p:cNvPicPr>
          <p:nvPr/>
        </p:nvPicPr>
        <p:blipFill>
          <a:blip r:embed="rId4" cstate="print">
            <a:extLst>
              <a:ext uri="{30EA9035-A69B-456D-FBAA-51658B6C17E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09305DE-ABE9-4A0F-751F-995EA3B9501B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BA0F5E18-E85E-49A7-03C6-92E6A12A06F3"/>
          <p:cNvPicPr>
            <a:picLocks noChangeAspect="1"/>
          </p:cNvPicPr>
          <p:nvPr/>
        </p:nvPicPr>
        <p:blipFill>
          <a:blip r:embed="rId2" cstate="print">
            <a:extLst>
              <a:ext uri="{A1FED765-B4E8-490C-ED2F-705AD0DE5FC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27C535DB-9537-4F87-82FC-54AD0B22C645"/>
          <p:cNvPicPr>
            <a:picLocks noChangeAspect="1"/>
          </p:cNvPicPr>
          <p:nvPr/>
        </p:nvPicPr>
        <p:blipFill>
          <a:blip r:embed="rId3" cstate="print">
            <a:extLst>
              <a:ext uri="{03476F29-8E20-4619-A107-95C10222CE3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4D92FCA0-A2FB-4CC0-4832-70304032B34A"/>
          <p:cNvPicPr>
            <a:picLocks noChangeAspect="1"/>
          </p:cNvPicPr>
          <p:nvPr/>
        </p:nvPicPr>
        <p:blipFill>
          <a:blip r:embed="rId4" cstate="print">
            <a:extLst>
              <a:ext uri="{BBE28E30-6CCC-4936-865E-7A58558476B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01937BF-7C1C-4D17-1923-93899185E3EE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61BAE311-D526-4ECD-E69F-05C557407845"/>
          <p:cNvPicPr>
            <a:picLocks noChangeAspect="1"/>
          </p:cNvPicPr>
          <p:nvPr/>
        </p:nvPicPr>
        <p:blipFill>
          <a:blip r:embed="rId2" cstate="print">
            <a:extLst>
              <a:ext uri="{FE60AB1E-B400-4D82-93BE-D975CF70D92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357C7A6B-A8A0-4098-50EF-B71D690A17E9"/>
          <p:cNvPicPr>
            <a:picLocks noChangeAspect="1"/>
          </p:cNvPicPr>
          <p:nvPr/>
        </p:nvPicPr>
        <p:blipFill>
          <a:blip r:embed="rId3" cstate="print">
            <a:extLst>
              <a:ext uri="{1D8387AC-73E0-4B64-0F79-2912E110F2E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2550A84E-B7DC-4C76-8227-2796468F71E5"/>
          <p:cNvPicPr>
            <a:picLocks noChangeAspect="1"/>
          </p:cNvPicPr>
          <p:nvPr/>
        </p:nvPicPr>
        <p:blipFill>
          <a:blip r:embed="rId4" cstate="print">
            <a:extLst>
              <a:ext uri="{424E35FE-FB46-40AA-6DEE-CA7E9E4316E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3D71608-06D4-4FCA-01D8-3FFE0DBCE51B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7354651C-D800-4528-E176-B1764A3A4C19"/>
          <p:cNvPicPr>
            <a:picLocks noChangeAspect="1"/>
          </p:cNvPicPr>
          <p:nvPr/>
        </p:nvPicPr>
        <p:blipFill>
          <a:blip r:embed="rId2" cstate="print">
            <a:extLst>
              <a:ext uri="{C35EFB29-9D72-4170-E94A-886A4A73E5C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D410BCB4-73DE-4BD8-A2AB-3CECB8102C26"/>
          <p:cNvPicPr>
            <a:picLocks noChangeAspect="1"/>
          </p:cNvPicPr>
          <p:nvPr/>
        </p:nvPicPr>
        <p:blipFill>
          <a:blip r:embed="rId3" cstate="print">
            <a:extLst>
              <a:ext uri="{AB9DEA4D-C369-4892-06DF-113C7B04578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E10DA8BC-09F1-46C9-9544-DAA53CF1D905"/>
          <p:cNvPicPr>
            <a:picLocks noChangeAspect="1"/>
          </p:cNvPicPr>
          <p:nvPr/>
        </p:nvPicPr>
        <p:blipFill>
          <a:blip r:embed="rId4" cstate="print">
            <a:extLst>
              <a:ext uri="{409B31B4-FA24-4DF9-E497-1D242CCBA0E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D3FB1F3-FF4B-4AE1-B5B3-B019E37E5741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A8D3C170-3AEF-42C6-0843-68BAF0275582"/>
          <p:cNvPicPr>
            <a:picLocks noChangeAspect="1"/>
          </p:cNvPicPr>
          <p:nvPr/>
        </p:nvPicPr>
        <p:blipFill>
          <a:blip r:embed="rId2" cstate="print">
            <a:extLst>
              <a:ext uri="{4DDA4649-ED8A-4E91-2B5F-57756F0E4BF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F74D15AB-829D-47E3-2761-ECE8F4E5DFE0"/>
          <p:cNvPicPr>
            <a:picLocks noChangeAspect="1"/>
          </p:cNvPicPr>
          <p:nvPr/>
        </p:nvPicPr>
        <p:blipFill>
          <a:blip r:embed="rId3" cstate="print">
            <a:extLst>
              <a:ext uri="{8D5C4462-D0AC-4205-8623-BE96A0250E5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3FAF1AFB-CB88-4529-F1BE-6012086A9A8B"/>
          <p:cNvPicPr>
            <a:picLocks noChangeAspect="1"/>
          </p:cNvPicPr>
          <p:nvPr/>
        </p:nvPicPr>
        <p:blipFill>
          <a:blip r:embed="rId4" cstate="print">
            <a:extLst>
              <a:ext uri="{222FA746-570D-4809-1C05-298BE02AA54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0EC8507-A39B-4D3A-57E7-8989D24A8F3E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92617C4C-19FC-48B1-5A8C-7166B5A03F66"/>
          <p:cNvPicPr>
            <a:picLocks noChangeAspect="1"/>
          </p:cNvPicPr>
          <p:nvPr/>
        </p:nvPicPr>
        <p:blipFill>
          <a:blip r:embed="rId2" cstate="print">
            <a:extLst>
              <a:ext uri="{054A7992-AF81-42AA-C955-15DF4628E73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5AE2781F-42E7-46C9-CBB2-BBF8E57F43A5"/>
          <p:cNvPicPr>
            <a:picLocks noChangeAspect="1"/>
          </p:cNvPicPr>
          <p:nvPr/>
        </p:nvPicPr>
        <p:blipFill>
          <a:blip r:embed="rId3" cstate="print">
            <a:extLst>
              <a:ext uri="{99935C71-9791-4A6D-5BA2-23DA9470FCB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F1B95BC4-33AA-4BAA-5C09-5F9EF65D8314"/>
          <p:cNvPicPr>
            <a:picLocks noChangeAspect="1"/>
          </p:cNvPicPr>
          <p:nvPr/>
        </p:nvPicPr>
        <p:blipFill>
          <a:blip r:embed="rId4" cstate="print">
            <a:extLst>
              <a:ext uri="{8C0D08BC-68BC-4CD9-477A-FD90EBCDF05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E0FB5F4-3244-400E-450E-0FCE02AC4DB3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173AF393-D212-407E-3C29-FB0A90A702C9"/>
          <p:cNvPicPr>
            <a:picLocks noChangeAspect="1"/>
          </p:cNvPicPr>
          <p:nvPr/>
        </p:nvPicPr>
        <p:blipFill>
          <a:blip r:embed="rId2" cstate="print">
            <a:extLst>
              <a:ext uri="{D4FFA109-FB5C-4976-FFF8-FFFFF042E62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F9743B12-CFC1-4700-8A79-42A7D296D816"/>
          <p:cNvPicPr>
            <a:picLocks noChangeAspect="1"/>
          </p:cNvPicPr>
          <p:nvPr/>
        </p:nvPicPr>
        <p:blipFill>
          <a:blip r:embed="rId3" cstate="print">
            <a:extLst>
              <a:ext uri="{116F9CAC-DE9E-4E39-F5EF-77F063C4622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A5ED066C-B331-448D-7D8C-D38695C45341"/>
          <p:cNvPicPr>
            <a:picLocks noChangeAspect="1"/>
          </p:cNvPicPr>
          <p:nvPr/>
        </p:nvPicPr>
        <p:blipFill>
          <a:blip r:embed="rId4" cstate="print">
            <a:extLst>
              <a:ext uri="{34606AC0-A942-4235-4F40-CC32B77B6EB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AD3138C-9DEF-4E2E-5C33-F398D34753AD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1FFB902C-1323-4AFD-D337-5719C6F2FD11"/>
          <p:cNvPicPr>
            <a:picLocks noChangeAspect="1"/>
          </p:cNvPicPr>
          <p:nvPr/>
        </p:nvPicPr>
        <p:blipFill>
          <a:blip r:embed="rId2" cstate="print">
            <a:extLst>
              <a:ext uri="{094FE09B-2500-453E-5A1F-AF530A9E017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D20E2905-C9D6-4B8B-AB11-05F8DFC904C3"/>
          <p:cNvPicPr>
            <a:picLocks noChangeAspect="1"/>
          </p:cNvPicPr>
          <p:nvPr/>
        </p:nvPicPr>
        <p:blipFill>
          <a:blip r:embed="rId3" cstate="print">
            <a:extLst>
              <a:ext uri="{A08D1BD9-B59A-485A-0B94-BE0975E4E26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03C43F7C-AEF4-462B-93A9-E5321FC2F79E"/>
          <p:cNvPicPr>
            <a:picLocks noChangeAspect="1"/>
          </p:cNvPicPr>
          <p:nvPr/>
        </p:nvPicPr>
        <p:blipFill>
          <a:blip r:embed="rId4" cstate="print">
            <a:extLst>
              <a:ext uri="{DBB062AB-29A5-43A9-2107-F1DB52A9510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A807B05-DFE2-435C-77F4-8BCDA7428C5F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3BD14C30-421F-426F-3D8B-95E9F20A4D4B"/>
          <p:cNvPicPr>
            <a:picLocks noChangeAspect="1"/>
          </p:cNvPicPr>
          <p:nvPr/>
        </p:nvPicPr>
        <p:blipFill>
          <a:blip r:embed="rId2" cstate="print">
            <a:extLst>
              <a:ext uri="{4016574E-7DFB-43C1-3288-B202EC3B888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12" name="FF3B2773-6509-4B5A-F9A8-78D32C3FBD36"/>
          <p:cNvPicPr>
            <a:picLocks noChangeAspect="1"/>
          </p:cNvPicPr>
          <p:nvPr/>
        </p:nvPicPr>
        <p:blipFill>
          <a:blip r:embed="rId3" cstate="print">
            <a:extLst>
              <a:ext uri="{D5D1DF5C-9242-4C6D-1558-0FF7648045E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13" name="VectorPath 1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4" name="VectorPath 1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5" name="3DC1580D-9849-4F90-61C5-D7C584122FEE"/>
          <p:cNvPicPr>
            <a:picLocks noChangeAspect="1"/>
          </p:cNvPicPr>
          <p:nvPr/>
        </p:nvPicPr>
        <p:blipFill>
          <a:blip r:embed="rId4" cstate="print">
            <a:extLst>
              <a:ext uri="{DED98515-28E5-484A-A470-342D5DE351B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16" name="Combination 116"/>
          <p:cNvGrpSpPr/>
          <p:nvPr/>
        </p:nvGrpSpPr>
        <p:grpSpPr>
          <a:xfrm>
            <a:off x="2000250" y="4543426"/>
            <a:ext cx="495300" cy="1266825"/>
            <a:chOff x="2000250" y="4543426"/>
            <a:chExt cx="495300" cy="1266825"/>
          </a:xfrm>
        </p:grpSpPr>
        <p:sp>
          <p:nvSpPr>
            <p:cNvPr id="117" name="VectorPath 117"/>
            <p:cNvSpPr/>
            <p:nvPr/>
          </p:nvSpPr>
          <p:spPr>
            <a:xfrm>
              <a:off x="2000250" y="45434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18" name="VectorPath 118"/>
            <p:cNvSpPr/>
            <p:nvPr/>
          </p:nvSpPr>
          <p:spPr>
            <a:xfrm>
              <a:off x="2000250" y="53054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19" name="TextBox119"/>
          <p:cNvSpPr txBox="1"/>
          <p:nvPr/>
        </p:nvSpPr>
        <p:spPr>
          <a:xfrm>
            <a:off x="2128540" y="4567016"/>
            <a:ext cx="240446" cy="11884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2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20" name="VectorPath 12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1" name="TextBox12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2" name="TextBox12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F1986C53-F302-441F-C9A6-FFEA0F2FE9CD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VectorPath 12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4" name="9D8D971B-5AA8-48FE-889B-FD55932A1A05"/>
          <p:cNvPicPr>
            <a:picLocks noChangeAspect="1"/>
          </p:cNvPicPr>
          <p:nvPr/>
        </p:nvPicPr>
        <p:blipFill>
          <a:blip r:embed="rId2" cstate="print">
            <a:extLst>
              <a:ext uri="{0DF16D8C-F4F0-4B0C-A6A4-E2CC6566EA0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5" name="VectorPath 12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6" name="VectorPath 12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7" name="88ADEC94-22D8-49FC-7BFF-42947BCA9CF6"/>
          <p:cNvPicPr>
            <a:picLocks noChangeAspect="1"/>
          </p:cNvPicPr>
          <p:nvPr/>
        </p:nvPicPr>
        <p:blipFill>
          <a:blip r:embed="rId3" cstate="print">
            <a:extLst>
              <a:ext uri="{E638632C-13B3-4153-BC38-DA96DA093F2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8" name="VectorPath 12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9" name="TextBox129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0" name="TextBox13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1" name="80D6DBC5-1211-4EE5-7C39-B3AFBA8225F9"/>
          <p:cNvPicPr>
            <a:picLocks noChangeAspect="1"/>
          </p:cNvPicPr>
          <p:nvPr/>
        </p:nvPicPr>
        <p:blipFill>
          <a:blip r:embed="rId4" cstate="print">
            <a:extLst>
              <a:ext uri="{A64D2C06-534E-47F3-A91B-7AC1F973C2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9373C03-1279-481D-F5A6-A209DD9392ED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VectorPath 13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3" name="90341050-FD7B-489E-0856-5447BD6C253D"/>
          <p:cNvPicPr>
            <a:picLocks noChangeAspect="1"/>
          </p:cNvPicPr>
          <p:nvPr/>
        </p:nvPicPr>
        <p:blipFill>
          <a:blip r:embed="rId2" cstate="print">
            <a:extLst>
              <a:ext uri="{CDEA7BC9-E58F-4288-EA68-608B977472E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4" name="VectorPath 13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5" name="VectorPath 13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6" name="95BDA288-12AE-492E-FB80-AEDE12B732F7"/>
          <p:cNvPicPr>
            <a:picLocks noChangeAspect="1"/>
          </p:cNvPicPr>
          <p:nvPr/>
        </p:nvPicPr>
        <p:blipFill>
          <a:blip r:embed="rId3" cstate="print">
            <a:extLst>
              <a:ext uri="{31FBDEE7-C267-4357-3662-380E7D44667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7" name="VectorPath 13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8" name="TextBox138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9" name="TextBox13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0" name="1AC1FD45-6760-463E-20F2-CF31E150D564"/>
          <p:cNvPicPr>
            <a:picLocks noChangeAspect="1"/>
          </p:cNvPicPr>
          <p:nvPr/>
        </p:nvPicPr>
        <p:blipFill>
          <a:blip r:embed="rId4" cstate="print">
            <a:extLst>
              <a:ext uri="{BDF281A9-0515-48C1-8914-E2275D9BD35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756B41B-F50D-453C-F70F-27F900EDD1E8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VectorPath 14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2" name="97BB14F0-85A3-4D92-1CF8-268859517678"/>
          <p:cNvPicPr>
            <a:picLocks noChangeAspect="1"/>
          </p:cNvPicPr>
          <p:nvPr/>
        </p:nvPicPr>
        <p:blipFill>
          <a:blip r:embed="rId2" cstate="print">
            <a:extLst>
              <a:ext uri="{FAB91555-94E7-4E04-44D6-B2FF8A264E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3" name="VectorPath 14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4" name="VectorPath 14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5" name="596BF4A6-13AB-4133-D690-106CBCD8F817"/>
          <p:cNvPicPr>
            <a:picLocks noChangeAspect="1"/>
          </p:cNvPicPr>
          <p:nvPr/>
        </p:nvPicPr>
        <p:blipFill>
          <a:blip r:embed="rId3" cstate="print">
            <a:extLst>
              <a:ext uri="{BF2EB49B-5CC2-407C-BB7B-F370583808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6" name="VectorPath 14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7" name="TextBox147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8" name="TextBox14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9" name="9D719805-4309-4F13-0476-867ACFDB3E07"/>
          <p:cNvPicPr>
            <a:picLocks noChangeAspect="1"/>
          </p:cNvPicPr>
          <p:nvPr/>
        </p:nvPicPr>
        <p:blipFill>
          <a:blip r:embed="rId4" cstate="print">
            <a:extLst>
              <a:ext uri="{768B63CA-E4DF-4996-EE74-A4CE55254FD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0656B2C-8930-4991-A4E9-202103AC7218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VectorPath 15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1" name="D6631B84-0044-4A18-36F5-C0508B42DF65"/>
          <p:cNvPicPr>
            <a:picLocks noChangeAspect="1"/>
          </p:cNvPicPr>
          <p:nvPr/>
        </p:nvPicPr>
        <p:blipFill>
          <a:blip r:embed="rId2" cstate="print">
            <a:extLst>
              <a:ext uri="{1D6BB505-60AE-4161-5728-AA127CB0026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2" name="VectorPath 15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3" name="VectorPath 15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4" name="9DAAB8AF-7DC8-4914-E235-F8F4501C6937"/>
          <p:cNvPicPr>
            <a:picLocks noChangeAspect="1"/>
          </p:cNvPicPr>
          <p:nvPr/>
        </p:nvPicPr>
        <p:blipFill>
          <a:blip r:embed="rId3" cstate="print">
            <a:extLst>
              <a:ext uri="{31DD1604-99A7-48DA-10E9-750507D06F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5" name="VectorPath 15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6" name="TextBox156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7" name="TextBox15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8" name="5B1EA5CA-76CD-48E5-B729-54E028FBB7D5"/>
          <p:cNvPicPr>
            <a:picLocks noChangeAspect="1"/>
          </p:cNvPicPr>
          <p:nvPr/>
        </p:nvPicPr>
        <p:blipFill>
          <a:blip r:embed="rId4" cstate="print">
            <a:extLst>
              <a:ext uri="{FADB9E53-7625-4036-FC0F-84AEDD50BFE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D480028-2F3C-4A4C-3B1E-D7886DBAAA04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VectorPath 15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0" name="FCB2B5BE-1EBA-4D7F-B349-A255B597C250"/>
          <p:cNvPicPr>
            <a:picLocks noChangeAspect="1"/>
          </p:cNvPicPr>
          <p:nvPr/>
        </p:nvPicPr>
        <p:blipFill>
          <a:blip r:embed="rId2" cstate="print">
            <a:extLst>
              <a:ext uri="{CE1E4735-2553-4553-2C18-B86FCC35A51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1" name="VectorPath 16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2" name="VectorPath 16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3" name="75E63626-E518-4708-D226-FE44AC86994D"/>
          <p:cNvPicPr>
            <a:picLocks noChangeAspect="1"/>
          </p:cNvPicPr>
          <p:nvPr/>
        </p:nvPicPr>
        <p:blipFill>
          <a:blip r:embed="rId3" cstate="print">
            <a:extLst>
              <a:ext uri="{B10128C5-825A-4C8D-4D6B-2A81D8A83C1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4" name="VectorPath 16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5" name="TextBox16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6" name="TextBox16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7" name="9665948A-D325-44BF-E3D8-F7CBAD1A3E48"/>
          <p:cNvPicPr>
            <a:picLocks noChangeAspect="1"/>
          </p:cNvPicPr>
          <p:nvPr/>
        </p:nvPicPr>
        <p:blipFill>
          <a:blip r:embed="rId4" cstate="print">
            <a:extLst>
              <a:ext uri="{B88FCC4F-C03E-4670-DB95-D8BE4451CD0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4F3A899-9D4D-4378-6E6C-9DF2108E4E2B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VectorPath 16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9" name="9128264D-0ACE-4E53-5BB8-18C0D66A859D"/>
          <p:cNvPicPr>
            <a:picLocks noChangeAspect="1"/>
          </p:cNvPicPr>
          <p:nvPr/>
        </p:nvPicPr>
        <p:blipFill>
          <a:blip r:embed="rId2" cstate="print">
            <a:extLst>
              <a:ext uri="{532BE639-3B01-4F07-9DDA-71952B8349C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0" name="VectorPath 17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1" name="VectorPath 17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2" name="9CA7BDDE-3626-4161-C0F3-F31A74DE0256"/>
          <p:cNvPicPr>
            <a:picLocks noChangeAspect="1"/>
          </p:cNvPicPr>
          <p:nvPr/>
        </p:nvPicPr>
        <p:blipFill>
          <a:blip r:embed="rId3" cstate="print">
            <a:extLst>
              <a:ext uri="{716BAECE-7468-427A-3C59-74E7FE70C6A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3" name="VectorPath 17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4" name="TextBox174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5" name="TextBox17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6" name="B0E641DD-662E-47EC-8F23-EA93B6ECBE4B"/>
          <p:cNvPicPr>
            <a:picLocks noChangeAspect="1"/>
          </p:cNvPicPr>
          <p:nvPr/>
        </p:nvPicPr>
        <p:blipFill>
          <a:blip r:embed="rId4" cstate="print">
            <a:extLst>
              <a:ext uri="{515EDB18-95FB-42FE-C6EC-6D38E088830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027B622-5579-4A39-C65A-DEC1D27F0501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VectorPath 17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8" name="F1C4766A-7AF3-4017-90A7-511BDF9EDF55"/>
          <p:cNvPicPr>
            <a:picLocks noChangeAspect="1"/>
          </p:cNvPicPr>
          <p:nvPr/>
        </p:nvPicPr>
        <p:blipFill>
          <a:blip r:embed="rId2" cstate="print">
            <a:extLst>
              <a:ext uri="{FFB15DD9-5BDA-4547-13D5-12831C702D3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9" name="VectorPath 17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0" name="VectorPath 18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1" name="CFD3899E-9401-4E82-FA7A-E09AE8912DA9"/>
          <p:cNvPicPr>
            <a:picLocks noChangeAspect="1"/>
          </p:cNvPicPr>
          <p:nvPr/>
        </p:nvPicPr>
        <p:blipFill>
          <a:blip r:embed="rId3" cstate="print">
            <a:extLst>
              <a:ext uri="{54D968F9-0E89-41AA-DD76-76BC11B9CF0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2" name="VectorPath 18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3" name="TextBox18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4" name="TextBox18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5" name="9885B202-E7D6-48A2-6B99-A10A4C08C939"/>
          <p:cNvPicPr>
            <a:picLocks noChangeAspect="1"/>
          </p:cNvPicPr>
          <p:nvPr/>
        </p:nvPicPr>
        <p:blipFill>
          <a:blip r:embed="rId4" cstate="print">
            <a:extLst>
              <a:ext uri="{7DCE8D21-817E-4E1B-F595-BFB012CC3D4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283E203-863A-4F1F-5F04-6E5CA079A1B3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VectorPath 18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7" name="78E57F9A-F7A4-48F4-3370-A48450F89B7D"/>
          <p:cNvPicPr>
            <a:picLocks noChangeAspect="1"/>
          </p:cNvPicPr>
          <p:nvPr/>
        </p:nvPicPr>
        <p:blipFill>
          <a:blip r:embed="rId2" cstate="print">
            <a:extLst>
              <a:ext uri="{AF7D6D38-93DB-46C9-3C26-FC19F9D664B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8" name="VectorPath 18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9" name="VectorPath 18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0" name="15417007-9354-4C78-4516-8C0669AFB726"/>
          <p:cNvPicPr>
            <a:picLocks noChangeAspect="1"/>
          </p:cNvPicPr>
          <p:nvPr/>
        </p:nvPicPr>
        <p:blipFill>
          <a:blip r:embed="rId3" cstate="print">
            <a:extLst>
              <a:ext uri="{72C61FD0-678F-4E3F-B020-60AA3BDE2CE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1" name="VectorPath 19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2" name="TextBox19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3" name="TextBox19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4" name="58925EDB-E632-4AAB-4A41-C53E9B50BCCE"/>
          <p:cNvPicPr>
            <a:picLocks noChangeAspect="1"/>
          </p:cNvPicPr>
          <p:nvPr/>
        </p:nvPicPr>
        <p:blipFill>
          <a:blip r:embed="rId4" cstate="print">
            <a:extLst>
              <a:ext uri="{7694DD96-A89A-4093-17F4-46AD70BCC66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ECBF0AA-F0CA-419A-472D-453DB8551B2C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VectorPath 19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6" name="E155AFDE-2A0B-45B5-F543-A4A344855DD8"/>
          <p:cNvPicPr>
            <a:picLocks noChangeAspect="1"/>
          </p:cNvPicPr>
          <p:nvPr/>
        </p:nvPicPr>
        <p:blipFill>
          <a:blip r:embed="rId2" cstate="print">
            <a:extLst>
              <a:ext uri="{530705FF-3E2C-49F9-3C7D-168975C37FE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7" name="VectorPath 19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8" name="VectorPath 19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9" name="CE81D056-7DB1-4C80-FE82-890E9DDA7286"/>
          <p:cNvPicPr>
            <a:picLocks noChangeAspect="1"/>
          </p:cNvPicPr>
          <p:nvPr/>
        </p:nvPicPr>
        <p:blipFill>
          <a:blip r:embed="rId3" cstate="print">
            <a:extLst>
              <a:ext uri="{83F39BD3-C753-41FE-2B82-F6AA80264CD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0" name="VectorPath 20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1" name="TextBox201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2" name="TextBox20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3" name="4E37CCC1-E4C8-4CB3-5892-8862E3B8FA4D"/>
          <p:cNvPicPr>
            <a:picLocks noChangeAspect="1"/>
          </p:cNvPicPr>
          <p:nvPr/>
        </p:nvPicPr>
        <p:blipFill>
          <a:blip r:embed="rId4" cstate="print">
            <a:extLst>
              <a:ext uri="{4E54BE35-1E91-4F7B-53ED-98E46271B06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1246DF6-2F13-43C0-DDDE-C57D3AE4333A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VectorPath 20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5" name="461BA0FC-EB77-4768-D37A-3A91BBD3026D"/>
          <p:cNvPicPr>
            <a:picLocks noChangeAspect="1"/>
          </p:cNvPicPr>
          <p:nvPr/>
        </p:nvPicPr>
        <p:blipFill>
          <a:blip r:embed="rId2" cstate="print">
            <a:extLst>
              <a:ext uri="{8F0A881E-E451-4698-ABB4-4CD5F419487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06" name="BDCFB327-7075-475B-1767-C67D6CBB43CC"/>
          <p:cNvPicPr>
            <a:picLocks noChangeAspect="1"/>
          </p:cNvPicPr>
          <p:nvPr/>
        </p:nvPicPr>
        <p:blipFill>
          <a:blip r:embed="rId3" cstate="print">
            <a:extLst>
              <a:ext uri="{CDEB081E-E77C-4349-BF78-87772ED09DA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7" name="VectorPath 20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8" name="VectorPath 20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9" name="321B8E96-EE8A-41FD-05FF-1A78A2943157"/>
          <p:cNvPicPr>
            <a:picLocks noChangeAspect="1"/>
          </p:cNvPicPr>
          <p:nvPr/>
        </p:nvPicPr>
        <p:blipFill>
          <a:blip r:embed="rId4" cstate="print">
            <a:extLst>
              <a:ext uri="{830918E6-9158-4997-40D6-5B9DDF39ADD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10" name="Combination 210"/>
          <p:cNvGrpSpPr/>
          <p:nvPr/>
        </p:nvGrpSpPr>
        <p:grpSpPr>
          <a:xfrm>
            <a:off x="2000250" y="3076576"/>
            <a:ext cx="495300" cy="1323975"/>
            <a:chOff x="2000250" y="3076576"/>
            <a:chExt cx="495300" cy="1323975"/>
          </a:xfrm>
        </p:grpSpPr>
        <p:sp>
          <p:nvSpPr>
            <p:cNvPr id="211" name="VectorPath 21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12" name="VectorPath 21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13" name="TextBox213"/>
          <p:cNvSpPr txBox="1"/>
          <p:nvPr/>
        </p:nvSpPr>
        <p:spPr>
          <a:xfrm>
            <a:off x="2128540" y="3100166"/>
            <a:ext cx="240446" cy="12551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14" name="VectorPath 21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5" name="TextBox215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6" name="TextBox21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7CD6D4CB-7940-4CDE-E90E-10C7AA3D218F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VectorPath 2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8" name="AEEFBEC3-5D33-4E52-56CE-8699969DA464"/>
          <p:cNvPicPr>
            <a:picLocks noChangeAspect="1"/>
          </p:cNvPicPr>
          <p:nvPr/>
        </p:nvPicPr>
        <p:blipFill>
          <a:blip r:embed="rId2" cstate="print">
            <a:extLst>
              <a:ext uri="{8C9EDC13-2ADB-46AB-49AF-7F0C1A1B973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9" name="VectorPath 21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0" name="VectorPath 22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1" name="BE870786-5547-4A23-6A2A-DB3D14897664"/>
          <p:cNvPicPr>
            <a:picLocks noChangeAspect="1"/>
          </p:cNvPicPr>
          <p:nvPr/>
        </p:nvPicPr>
        <p:blipFill>
          <a:blip r:embed="rId3" cstate="print">
            <a:extLst>
              <a:ext uri="{2A066277-B28D-4ABC-D010-A8A23279FB2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2" name="VectorPath 22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3" name="TextBox223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4" name="TextBox22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5" name="30DCD9CC-589E-4D99-F0D7-0A5E15B9A7C5"/>
          <p:cNvPicPr>
            <a:picLocks noChangeAspect="1"/>
          </p:cNvPicPr>
          <p:nvPr/>
        </p:nvPicPr>
        <p:blipFill>
          <a:blip r:embed="rId4" cstate="print">
            <a:extLst>
              <a:ext uri="{6149BDEE-F3DA-465D-947A-6151B629D6E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19E3886-D305-43D2-89DF-5DA917843772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VectorPath 2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7" name="C6C8518C-A02D-43B7-983D-EC1633181C98"/>
          <p:cNvPicPr>
            <a:picLocks noChangeAspect="1"/>
          </p:cNvPicPr>
          <p:nvPr/>
        </p:nvPicPr>
        <p:blipFill>
          <a:blip r:embed="rId2" cstate="print">
            <a:extLst>
              <a:ext uri="{30441EFA-8B6F-495A-3917-4B48E42684E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8" name="VectorPath 22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9" name="VectorPath 22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0" name="0C001FDB-2F9B-4F2F-7A3D-C05F8D1166A8"/>
          <p:cNvPicPr>
            <a:picLocks noChangeAspect="1"/>
          </p:cNvPicPr>
          <p:nvPr/>
        </p:nvPicPr>
        <p:blipFill>
          <a:blip r:embed="rId3" cstate="print">
            <a:extLst>
              <a:ext uri="{1AE84836-BFCA-4967-D99C-E1E2ABDDED2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1" name="VectorPath 23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2" name="TextBox232"/>
          <p:cNvSpPr txBox="1"/>
          <p:nvPr/>
        </p:nvSpPr>
        <p:spPr>
          <a:xfrm>
            <a:off x="946547" y="7229071"/>
            <a:ext cx="874195" cy="1599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1050" kern="0" spc="-4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离散数学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3" name="TextBox23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4" name="4E02A1F9-5930-42A4-F6CB-A08720116A26"/>
          <p:cNvPicPr>
            <a:picLocks noChangeAspect="1"/>
          </p:cNvPicPr>
          <p:nvPr/>
        </p:nvPicPr>
        <p:blipFill>
          <a:blip r:embed="rId4" cstate="print">
            <a:extLst>
              <a:ext uri="{34775A5B-3D9F-4E48-84BC-659FA9D4D46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0467F99-E456-41BB-4EE6-822AF3E3B012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1DBD1FB3-4297-4265-0DF4-0514B2359CE8}"/>
  </a:extLst>
</a:theme>
</file>