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slides/slide20.xml" ContentType="application/vnd.openxmlformats-officedocument.presentationml.slide+xml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presProps.xml" ContentType="application/vnd.openxmlformats-officedocument.presentationml.presProps+xml"/>
  <Override PartName="/ppt/media/image54.png" ContentType="image/png"/>
  <Override PartName="/ppt/media/image10.png" ContentType="image/png"/>
  <Override PartName="/ppt/media/image55.png" ContentType="image/png"/>
  <Override PartName="/ppt/theme/theme1.xml" ContentType="application/vnd.openxmlformats-officedocument.theme+xml"/>
  <Override PartName="/ppt/media/image11.png" ContentType="image/png"/>
  <Override PartName="/ppt/media/image56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presentation.xml" ContentType="application/vnd.openxmlformats-officedocument.presentationml.presentation.main+xml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0.png" ContentType="image/png"/>
  <Override PartName="/ppt/media/image38.png" ContentType="image/png"/>
  <Override PartName="/ppt/media/image1.png" ContentType="image/png"/>
  <Override PartName="/ppt/media/image39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media/image8.png" ContentType="image/png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media/image9.png" ContentType="image/png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40.png" ContentType="image/png"/>
  <Override PartName="/ppt/slides/slide18.xml" ContentType="application/vnd.openxmlformats-officedocument.presentationml.slide+xml"/>
  <Override PartName="/ppt/media/image41.png" ContentType="image/png"/>
  <Override PartName="/ppt/slides/slide19.xml" ContentType="application/vnd.openxmlformats-officedocument.presentationml.slide+xml"/>
  <Override PartName="/ppt/media/image42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CD104986-8AEB-4B4E-E4AD-E840C02061B1}"/>
    <p:ext uri="{F5476D32-D1ED-4E25-1F71-A87C9AB767A3}"/>
    <p:ext uri="{35CBFF52-AE60-4132-DB4D-DEB162C53FA7}"/>
  </p:extLst>
</p:presentationPr>
</file>

<file path=ppt/tableStyles.xml><?xml version="1.0" encoding="utf-8"?>
<a:tblStyleLst xmlns:a="http://schemas.openxmlformats.org/drawingml/2006/main" def="{C215E99A-8662-496C-5C4F-3AA862AEC060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E9AC-A1CF-4345-BD2F-C0920849E65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F0C9-2F0C-4A78-8178-C95696F7A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3370B14-73BD-4360-D698-78AAF2EBEDF3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EC52-09E8-4B89-2C28-FD023D954B92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C18C-5A8E-40FF-44CB-00778F8F70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F511658-1A15-412B-C563-861E419538B8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E143-9658-477A-3F5A-E2992CC025F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F2E98-7EE0-4741-7691-7AB2A43007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B9FD04E-8F71-4AB5-132E-0E2C16FE5610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EC683-1A18-4B25-5CB5-D3E167CEC40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B3007-3DB8-4C5E-C019-613B19A152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000A610-88A5-4ECC-859C-617D74C472C6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0592-900C-4342-91DA-2A5A9AD8046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BE958-025B-47D0-5C26-7F739338C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65976D3-3F58-46F4-7CA8-623620548FAC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DA226-12BF-474B-BEAC-FCA2187F9B4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1FE12-C574-47AF-2891-2047BCDD85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D84F569-0B84-4CE9-7E72-58A05EFADFC5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84AD2-DC93-4F78-1FA3-0E149292A7C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D619-29E7-4AC1-2914-09BD7A67A4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5E4B6C0-8492-4A04-3AEC-18A30D9D8B61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EF683-C0C2-48D3-938B-9F522233931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BCC03-DD82-4ACC-9F02-84A5E60058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56D2787-CFEC-45AB-9A84-3BAC58252863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4138B-BF64-42AB-1E42-C3AFA8F3F53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ED60B-EAC6-4A47-41E4-1B97659A93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BE6624A-EB6E-4466-E617-58F131081404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32949-4598-4E5D-8473-D3B2F09AF97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84D75-61DD-494F-8A90-C423E8B59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C07544C-8A3D-43A8-5E7C-AB2F2B8CC68F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16E2-56D8-4083-888D-7E3B238F28C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C61E2-E544-4646-7AD6-9721212C4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D06657F-50E2-487F-B44D-194F830295C5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75CC8-EC54-4510-73A7-65E1B8B865A7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9E237-AD48-4FCC-9687-2B5B3A359F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8B30AA4-8CB2-42A4-3CE9-1B488778BBF0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17F92130-E2E9-4B02-FC83-DE17413C9A2D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8E0A929B-1E67-4441-E5CC-F6F996F40D87"/>
          <p:cNvPicPr>
            <a:picLocks noChangeAspect="1"/>
          </p:cNvPicPr>
          <p:nvPr/>
        </p:nvPicPr>
        <p:blipFill>
          <a:blip r:embed="rId2" cstate="print">
            <a:extLst>
              <a:ext uri="{75F4E062-FA2C-49F7-4CC5-8FF9F994F501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89D36C77-DF48-41C6-D68C-2038BB6741B4"/>
          <p:cNvPicPr>
            <a:picLocks noChangeAspect="1"/>
          </p:cNvPicPr>
          <p:nvPr/>
        </p:nvPicPr>
        <p:blipFill>
          <a:blip r:embed="rId3" cstate="print">
            <a:extLst>
              <a:ext uri="{18AE566D-844B-4058-440E-37AA8481165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" name="TextBox7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" name="TextBox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sp>
        <p:nvSpPr>
          <p:cNvPr id="9" name="VectorPath 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" name="8C3E2FE5-2FEE-419C-A5A4-6BEBC8DE1FE0"/>
          <p:cNvPicPr>
            <a:picLocks noChangeAspect="1"/>
          </p:cNvPicPr>
          <p:nvPr/>
        </p:nvPicPr>
        <p:blipFill>
          <a:blip r:embed="rId4" cstate="print">
            <a:extLst>
              <a:ext uri="{4EF336CF-B5AF-48C6-5229-8296BFF2254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</p:spTree>
    <p:extLst>
      <p:ext uri="{53B4CE86-C619-487A-2939-9CED2F96F793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BC9A7B5E-D0EA-4B34-9691-0B9F3044975B"/>
          <p:cNvPicPr>
            <a:picLocks noChangeAspect="1"/>
          </p:cNvPicPr>
          <p:nvPr/>
        </p:nvPicPr>
        <p:blipFill>
          <a:blip r:embed="rId2" cstate="print">
            <a:extLst>
              <a:ext uri="{5CC01177-0524-487E-9045-4577F29D4E5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" name="TextBox15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" name="TextBox1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" name="A4011C83-B65B-4B32-3E82-5A3E0178EEC5"/>
          <p:cNvPicPr>
            <a:picLocks noChangeAspect="1"/>
          </p:cNvPicPr>
          <p:nvPr/>
        </p:nvPicPr>
        <p:blipFill>
          <a:blip r:embed="rId3" cstate="print">
            <a:extLst>
              <a:ext uri="{DDBE46EE-9F4A-4271-5845-E279DDB0E6E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8" name="VectorPath 1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" name="52C2D76F-5255-461E-15AD-4BCA9DE3FA28"/>
          <p:cNvPicPr>
            <a:picLocks noChangeAspect="1"/>
          </p:cNvPicPr>
          <p:nvPr/>
        </p:nvPicPr>
        <p:blipFill>
          <a:blip r:embed="rId4" cstate="print">
            <a:extLst>
              <a:ext uri="{D535EA48-7AC4-4934-BF56-3D3BB468982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</p:spTree>
    <p:extLst>
      <p:ext uri="{38904431-95EC-4916-97D5-2536CDD876DF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F18AE73B-1EBF-45A6-4AFE-DB82C11A5EE8"/>
          <p:cNvPicPr>
            <a:picLocks noChangeAspect="1"/>
          </p:cNvPicPr>
          <p:nvPr/>
        </p:nvPicPr>
        <p:blipFill>
          <a:blip r:embed="rId2" cstate="print">
            <a:extLst>
              <a:ext uri="{29175E15-069F-4781-628A-BD875C4884B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4" name="TextBox24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5" name="TextBox2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6" name="2A16A6EA-70E7-4C01-10F2-847B3B8C0505"/>
          <p:cNvPicPr>
            <a:picLocks noChangeAspect="1"/>
          </p:cNvPicPr>
          <p:nvPr/>
        </p:nvPicPr>
        <p:blipFill>
          <a:blip r:embed="rId3" cstate="print">
            <a:extLst>
              <a:ext uri="{6AC80705-1856-42E7-965B-8868A7D979F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7" name="VectorPath 2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8" name="A16263A7-C952-4768-9969-3B1AA486FDD6"/>
          <p:cNvPicPr>
            <a:picLocks noChangeAspect="1"/>
          </p:cNvPicPr>
          <p:nvPr/>
        </p:nvPicPr>
        <p:blipFill>
          <a:blip r:embed="rId4" cstate="print">
            <a:extLst>
              <a:ext uri="{C0E17E07-73A5-43AB-5EAF-6505DDDEFCE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</p:spTree>
    <p:extLst>
      <p:ext uri="{DB7E7F38-9718-4D43-72EE-1CDDB99C789C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EA76AAE2-6E00-4C4F-51A3-8027E1EBE651"/>
          <p:cNvPicPr>
            <a:picLocks noChangeAspect="1"/>
          </p:cNvPicPr>
          <p:nvPr/>
        </p:nvPicPr>
        <p:blipFill>
          <a:blip r:embed="rId2" cstate="print">
            <a:extLst>
              <a:ext uri="{C76CE6E1-54F9-4569-24AE-DEAF647C75F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31" name="4671DB45-58A3-4243-0511-7D0A68045658"/>
          <p:cNvPicPr>
            <a:picLocks noChangeAspect="1"/>
          </p:cNvPicPr>
          <p:nvPr/>
        </p:nvPicPr>
        <p:blipFill>
          <a:blip r:embed="rId3" cstate="print">
            <a:extLst>
              <a:ext uri="{7BD71613-0D69-4414-6E21-982BE2557E7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32" name="VectorPath 3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3" name="VectorPath 3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4" name="F9DE16CD-4218-4619-5CF3-CA25775B2FF8"/>
          <p:cNvPicPr>
            <a:picLocks noChangeAspect="1"/>
          </p:cNvPicPr>
          <p:nvPr/>
        </p:nvPicPr>
        <p:blipFill>
          <a:blip r:embed="rId4" cstate="print">
            <a:extLst>
              <a:ext uri="{CCADEF58-62D6-4EC7-AE16-746D2882262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35" name="Combination 35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36" name="VectorPath 36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7" name="VectorPath 37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8" name="VectorPath 38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9" name="VectorPath 39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40" name="TextBox40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41" name="VectorPath 4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2" name="TextBox42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3" name="TextBox43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6CB613FF-6C35-4B9A-EB4B-409788B79B29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VectorPath 4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5" name="DAE8305A-42CA-46B3-0B35-4DE8A23D297E"/>
          <p:cNvPicPr>
            <a:picLocks noChangeAspect="1"/>
          </p:cNvPicPr>
          <p:nvPr/>
        </p:nvPicPr>
        <p:blipFill>
          <a:blip r:embed="rId2" cstate="print">
            <a:extLst>
              <a:ext uri="{40896F3C-5E39-4087-3B16-1DBF9CC312C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46" name="C75EEAEF-8129-4636-05C9-0313C91A2A72"/>
          <p:cNvPicPr>
            <a:picLocks noChangeAspect="1"/>
          </p:cNvPicPr>
          <p:nvPr/>
        </p:nvPicPr>
        <p:blipFill>
          <a:blip r:embed="rId3" cstate="print">
            <a:extLst>
              <a:ext uri="{C1384F08-987F-45FE-4995-CD58B5EFA47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47" name="VectorPath 4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8" name="VectorPath 4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9" name="7A480851-88F6-42D0-DBE7-B798A88AD633"/>
          <p:cNvPicPr>
            <a:picLocks noChangeAspect="1"/>
          </p:cNvPicPr>
          <p:nvPr/>
        </p:nvPicPr>
        <p:blipFill>
          <a:blip r:embed="rId4" cstate="print">
            <a:extLst>
              <a:ext uri="{B9B0833C-1766-448F-F5BD-A05B21BAC67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50" name="Combination 50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51" name="VectorPath 51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52" name="VectorPath 52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53" name="VectorPath 53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54" name="VectorPath 54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55" name="TextBox55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56" name="VectorPath 5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7" name="TextBox57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8" name="TextBox5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DD9D453D-2C89-424F-FA04-7DFB8B7E4BCA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VectorPath 5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0" name="34932C3C-3A47-4B33-1032-7C494DF5A9D5"/>
          <p:cNvPicPr>
            <a:picLocks noChangeAspect="1"/>
          </p:cNvPicPr>
          <p:nvPr/>
        </p:nvPicPr>
        <p:blipFill>
          <a:blip r:embed="rId2" cstate="print">
            <a:extLst>
              <a:ext uri="{21B9ADD4-9C9D-4F8C-3735-A39362FC0D2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61" name="3DE0A0D9-6D89-4252-6A5E-6146E623B696"/>
          <p:cNvPicPr>
            <a:picLocks noChangeAspect="1"/>
          </p:cNvPicPr>
          <p:nvPr/>
        </p:nvPicPr>
        <p:blipFill>
          <a:blip r:embed="rId3" cstate="print">
            <a:extLst>
              <a:ext uri="{1D6767D5-9897-47CA-38C5-961D8131989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62" name="VectorPath 6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3" name="VectorPath 6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4" name="5DB852B8-9E07-4F28-E0B5-3E3C12B124C6"/>
          <p:cNvPicPr>
            <a:picLocks noChangeAspect="1"/>
          </p:cNvPicPr>
          <p:nvPr/>
        </p:nvPicPr>
        <p:blipFill>
          <a:blip r:embed="rId4" cstate="print">
            <a:extLst>
              <a:ext uri="{2D986807-36B0-43AB-BE80-3F7EE91913B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65" name="Combination 65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66" name="VectorPath 66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67" name="VectorPath 67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68" name="VectorPath 68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69" name="VectorPath 69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70" name="TextBox70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71" name="VectorPath 7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2" name="TextBox72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3" name="TextBox73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A545D3E7-D9E2-46C6-3BAB-70B8AEA49454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VectorPath 7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5" name="03656008-C318-4ED4-3671-6F7328AD634E"/>
          <p:cNvPicPr>
            <a:picLocks noChangeAspect="1"/>
          </p:cNvPicPr>
          <p:nvPr/>
        </p:nvPicPr>
        <p:blipFill>
          <a:blip r:embed="rId2" cstate="print">
            <a:extLst>
              <a:ext uri="{A150D638-8D46-470B-6910-DA17E05DD74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76" name="5DD3810D-829D-4E37-D74A-051733192927"/>
          <p:cNvPicPr>
            <a:picLocks noChangeAspect="1"/>
          </p:cNvPicPr>
          <p:nvPr/>
        </p:nvPicPr>
        <p:blipFill>
          <a:blip r:embed="rId3" cstate="print">
            <a:extLst>
              <a:ext uri="{17358727-BFEA-4C89-3540-95EDE23A29D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77" name="VectorPath 7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8" name="VectorPath 7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9" name="D309DFF5-D1F3-4A5B-D423-38EC5973F225"/>
          <p:cNvPicPr>
            <a:picLocks noChangeAspect="1"/>
          </p:cNvPicPr>
          <p:nvPr/>
        </p:nvPicPr>
        <p:blipFill>
          <a:blip r:embed="rId4" cstate="print">
            <a:extLst>
              <a:ext uri="{80AE4CA9-A618-42D6-6535-EB12EFE9148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80" name="Combination 80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81" name="VectorPath 81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82" name="VectorPath 82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83" name="VectorPath 83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84" name="VectorPath 84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85" name="TextBox85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86" name="VectorPath 8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7" name="TextBox87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8" name="TextBox8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4F72488C-CB0C-411E-2CB3-FB171524C095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VectorPath 8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0" name="D6C5AD8A-806B-4EF4-BFC6-C3BD762C3085"/>
          <p:cNvPicPr>
            <a:picLocks noChangeAspect="1"/>
          </p:cNvPicPr>
          <p:nvPr/>
        </p:nvPicPr>
        <p:blipFill>
          <a:blip r:embed="rId2" cstate="print">
            <a:extLst>
              <a:ext uri="{E11EA1D8-A9DF-4936-6D20-9B2603755B7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1" name="VectorPath 9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2" name="VectorPath 9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3" name="TextBox93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4" name="TextBox94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5" name="D8907DF6-70C6-4CCC-C565-01CA52178637"/>
          <p:cNvPicPr>
            <a:picLocks noChangeAspect="1"/>
          </p:cNvPicPr>
          <p:nvPr/>
        </p:nvPicPr>
        <p:blipFill>
          <a:blip r:embed="rId3" cstate="print">
            <a:extLst>
              <a:ext uri="{3F9A55C5-56B6-4124-68A8-0A49E42FC5F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96" name="VectorPath 9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7" name="649CEDF4-565A-4F98-CB52-49E80155CB07"/>
          <p:cNvPicPr>
            <a:picLocks noChangeAspect="1"/>
          </p:cNvPicPr>
          <p:nvPr/>
        </p:nvPicPr>
        <p:blipFill>
          <a:blip r:embed="rId4" cstate="print">
            <a:extLst>
              <a:ext uri="{44DEB2CA-55EC-4DCD-4B1D-7DDBA621D0B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</p:spTree>
    <p:extLst>
      <p:ext uri="{38FF9B7D-967D-4404-864F-85183E37C455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VectorPath 9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9" name="6A7896E1-F291-44BB-BEE8-CA4BE0603AF6"/>
          <p:cNvPicPr>
            <a:picLocks noChangeAspect="1"/>
          </p:cNvPicPr>
          <p:nvPr/>
        </p:nvPicPr>
        <p:blipFill>
          <a:blip r:embed="rId2" cstate="print">
            <a:extLst>
              <a:ext uri="{07BC7BEB-B17A-4BFC-0818-1B93B7BD886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00" name="E1E9511A-1947-461A-608D-EB2B0215A442"/>
          <p:cNvPicPr>
            <a:picLocks noChangeAspect="1"/>
          </p:cNvPicPr>
          <p:nvPr/>
        </p:nvPicPr>
        <p:blipFill>
          <a:blip r:embed="rId3" cstate="print">
            <a:extLst>
              <a:ext uri="{7CDF9CAB-C53F-4D04-FE31-17A0FA36E8D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01" name="VectorPath 10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2" name="VectorPath 10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3" name="375EBC9B-B045-4C2C-2A32-F7316D0CD732"/>
          <p:cNvPicPr>
            <a:picLocks noChangeAspect="1"/>
          </p:cNvPicPr>
          <p:nvPr/>
        </p:nvPicPr>
        <p:blipFill>
          <a:blip r:embed="rId4" cstate="print">
            <a:extLst>
              <a:ext uri="{51C79B8D-E836-4223-D603-5A5C6154358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04" name="Combination 104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105" name="VectorPath 105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06" name="VectorPath 106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07" name="VectorPath 107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08" name="VectorPath 108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09" name="TextBox109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110" name="VectorPath 11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1" name="TextBox111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2" name="TextBox112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166DC728-1322-46A2-0505-EEA3768B0D1C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VectorPath 11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4" name="256DDB59-A11D-4F15-6EA8-2C03AD7ABD2B"/>
          <p:cNvPicPr>
            <a:picLocks noChangeAspect="1"/>
          </p:cNvPicPr>
          <p:nvPr/>
        </p:nvPicPr>
        <p:blipFill>
          <a:blip r:embed="rId2" cstate="print">
            <a:extLst>
              <a:ext uri="{E50815B0-E445-4B4D-DC37-EEEF52B8DF4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5" name="VectorPath 11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6" name="VectorPath 1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7" name="TextBox117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8" name="TextBox11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9" name="800249AC-2C52-45DA-46EE-D3ABEFCB191F"/>
          <p:cNvPicPr>
            <a:picLocks noChangeAspect="1"/>
          </p:cNvPicPr>
          <p:nvPr/>
        </p:nvPicPr>
        <p:blipFill>
          <a:blip r:embed="rId3" cstate="print">
            <a:extLst>
              <a:ext uri="{9C22B759-04BC-4CF9-F17A-0E658BD2171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20" name="VectorPath 12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1" name="5A27344B-D107-4CC9-FB7D-8C94C6225898"/>
          <p:cNvPicPr>
            <a:picLocks noChangeAspect="1"/>
          </p:cNvPicPr>
          <p:nvPr/>
        </p:nvPicPr>
        <p:blipFill>
          <a:blip r:embed="rId4" cstate="print">
            <a:extLst>
              <a:ext uri="{9F4AD375-F72B-406E-FE08-8826549563B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</p:spTree>
    <p:extLst>
      <p:ext uri="{30898B8B-C8B5-42B8-3598-D472ACD8B8FC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VectorPath 12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3" name="E4A81061-BB5E-4D1D-F7D1-8C3BEADDFB8A"/>
          <p:cNvPicPr>
            <a:picLocks noChangeAspect="1"/>
          </p:cNvPicPr>
          <p:nvPr/>
        </p:nvPicPr>
        <p:blipFill>
          <a:blip r:embed="rId2" cstate="print">
            <a:extLst>
              <a:ext uri="{4DBE0643-8B7E-4270-034A-6EACCE9FBD3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4" name="VectorPath 12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5" name="VectorPath 12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6" name="53E42F28-8670-4806-A020-864AF934C0A6"/>
          <p:cNvPicPr>
            <a:picLocks noChangeAspect="1"/>
          </p:cNvPicPr>
          <p:nvPr/>
        </p:nvPicPr>
        <p:blipFill>
          <a:blip r:embed="rId3" cstate="print">
            <a:extLst>
              <a:ext uri="{9BC6699D-2792-4B37-6DD5-5D058CAA518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7" name="VectorPath 12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8" name="TextBox128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9" name="TextBox129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0" name="F11637AF-4554-499E-D795-E13D08B52100"/>
          <p:cNvPicPr>
            <a:picLocks noChangeAspect="1"/>
          </p:cNvPicPr>
          <p:nvPr/>
        </p:nvPicPr>
        <p:blipFill>
          <a:blip r:embed="rId4" cstate="print">
            <a:extLst>
              <a:ext uri="{2CC2EF5C-E118-4E91-16E6-21543F71897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2C24EF2-C1B2-4E49-6397-34D31053A2D2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VectorPath 13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2" name="61A1E8B5-A6C1-488F-6721-058D395D8612"/>
          <p:cNvPicPr>
            <a:picLocks noChangeAspect="1"/>
          </p:cNvPicPr>
          <p:nvPr/>
        </p:nvPicPr>
        <p:blipFill>
          <a:blip r:embed="rId2" cstate="print">
            <a:extLst>
              <a:ext uri="{FED523E3-EE5C-4995-900B-C77AFDF96DE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33" name="151EC1C1-42A6-4D75-2137-A8B695B4FC7B"/>
          <p:cNvPicPr>
            <a:picLocks noChangeAspect="1"/>
          </p:cNvPicPr>
          <p:nvPr/>
        </p:nvPicPr>
        <p:blipFill>
          <a:blip r:embed="rId3" cstate="print">
            <a:extLst>
              <a:ext uri="{7197B044-DFB2-4289-0E4B-2B845364056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34" name="VectorPath 13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5" name="VectorPath 13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6" name="6C80E95F-0631-415D-41A0-D415DCFF8680"/>
          <p:cNvPicPr>
            <a:picLocks noChangeAspect="1"/>
          </p:cNvPicPr>
          <p:nvPr/>
        </p:nvPicPr>
        <p:blipFill>
          <a:blip r:embed="rId4" cstate="print">
            <a:extLst>
              <a:ext uri="{A3D7163D-FE8A-4464-AF5F-69908F3C0C2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37" name="Combination 137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138" name="VectorPath 138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39" name="VectorPath 139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40" name="VectorPath 140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41" name="VectorPath 141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42" name="TextBox142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143" name="VectorPath 14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4" name="TextBox144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5" name="TextBox14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F76CEA24-6F3B-40D0-8AA6-8F1BFF7D2D6E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VectorPath 14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7" name="872F7110-DC13-4343-B1F4-41A4778FA934"/>
          <p:cNvPicPr>
            <a:picLocks noChangeAspect="1"/>
          </p:cNvPicPr>
          <p:nvPr/>
        </p:nvPicPr>
        <p:blipFill>
          <a:blip r:embed="rId2" cstate="print">
            <a:extLst>
              <a:ext uri="{0F8BECD6-322A-437D-1DCF-9AE7D18D376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48" name="122DD522-CB5E-4755-6AAC-521AC5651A8B"/>
          <p:cNvPicPr>
            <a:picLocks noChangeAspect="1"/>
          </p:cNvPicPr>
          <p:nvPr/>
        </p:nvPicPr>
        <p:blipFill>
          <a:blip r:embed="rId3" cstate="print">
            <a:extLst>
              <a:ext uri="{D965FEF0-A5DA-4149-56CF-D5323EE625B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49" name="VectorPath 14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0" name="VectorPath 15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1" name="93FD87CF-0B48-4AFB-38AA-EFC1C9DB88A4"/>
          <p:cNvPicPr>
            <a:picLocks noChangeAspect="1"/>
          </p:cNvPicPr>
          <p:nvPr/>
        </p:nvPicPr>
        <p:blipFill>
          <a:blip r:embed="rId4" cstate="print">
            <a:extLst>
              <a:ext uri="{B1C21D0A-632E-40B7-7512-147B3EC0BD2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52" name="Combination 152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153" name="VectorPath 153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54" name="VectorPath 154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55" name="VectorPath 155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56" name="VectorPath 156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57" name="TextBox157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158" name="VectorPath 15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9" name="TextBox159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0" name="TextBox16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C6A30520-9AE5-4762-EA28-7E1F5FABF0EC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VectorPath 16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2" name="12E3679B-44DC-4971-01D3-4386D4F24EA0"/>
          <p:cNvPicPr>
            <a:picLocks noChangeAspect="1"/>
          </p:cNvPicPr>
          <p:nvPr/>
        </p:nvPicPr>
        <p:blipFill>
          <a:blip r:embed="rId2" cstate="print">
            <a:extLst>
              <a:ext uri="{A830E2DD-7CBB-4F49-7E68-4119AF98EAC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3" name="VectorPath 16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4" name="VectorPath 16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5" name="TextBox165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6" name="TextBox16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7" name="6C0D989E-D632-46DD-8468-12C577D5AB37"/>
          <p:cNvPicPr>
            <a:picLocks noChangeAspect="1"/>
          </p:cNvPicPr>
          <p:nvPr/>
        </p:nvPicPr>
        <p:blipFill>
          <a:blip r:embed="rId3" cstate="print">
            <a:extLst>
              <a:ext uri="{4ED51B3F-80D3-405D-1765-D22DB3342DA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68" name="VectorPath 16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9" name="34418434-E65F-4500-969F-06C6F177CE38"/>
          <p:cNvPicPr>
            <a:picLocks noChangeAspect="1"/>
          </p:cNvPicPr>
          <p:nvPr/>
        </p:nvPicPr>
        <p:blipFill>
          <a:blip r:embed="rId4" cstate="print">
            <a:extLst>
              <a:ext uri="{A2947A9A-32AF-4C81-A021-6FA1D203EDF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</p:spTree>
    <p:extLst>
      <p:ext uri="{A01298E2-7183-47B7-4C91-A09B74736AF1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VectorPath 17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1" name="6D0A78F5-0066-4BEB-2BCC-CD57E7529DCB"/>
          <p:cNvPicPr>
            <a:picLocks noChangeAspect="1"/>
          </p:cNvPicPr>
          <p:nvPr/>
        </p:nvPicPr>
        <p:blipFill>
          <a:blip r:embed="rId2" cstate="print">
            <a:extLst>
              <a:ext uri="{2066864A-C401-4AAB-C27D-DC932C274C0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2" name="VectorPath 17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3" name="VectorPath 17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4" name="TextBox174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5" name="TextBox17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6" name="73115E49-BAFB-4BFB-0B78-EC76E564DD6D"/>
          <p:cNvPicPr>
            <a:picLocks noChangeAspect="1"/>
          </p:cNvPicPr>
          <p:nvPr/>
        </p:nvPicPr>
        <p:blipFill>
          <a:blip r:embed="rId3" cstate="print">
            <a:extLst>
              <a:ext uri="{CC99A9AA-0064-4E05-A95D-AF7E8047075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77" name="VectorPath 17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8" name="11D499C5-2382-4681-35A2-E68B061DB2C6"/>
          <p:cNvPicPr>
            <a:picLocks noChangeAspect="1"/>
          </p:cNvPicPr>
          <p:nvPr/>
        </p:nvPicPr>
        <p:blipFill>
          <a:blip r:embed="rId4" cstate="print">
            <a:extLst>
              <a:ext uri="{036E73FB-01A5-412C-7329-135C0157453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</p:spTree>
    <p:extLst>
      <p:ext uri="{2ADF93A4-51BC-4B5A-54BA-FD64537EC8D9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VectorPath 17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0" name="9D9C0D10-292D-4381-9339-46F638F11763"/>
          <p:cNvPicPr>
            <a:picLocks noChangeAspect="1"/>
          </p:cNvPicPr>
          <p:nvPr/>
        </p:nvPicPr>
        <p:blipFill>
          <a:blip r:embed="rId2" cstate="print">
            <a:extLst>
              <a:ext uri="{648B9D02-C652-4E5A-1B14-5677C31E752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81" name="VectorPath 18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2" name="VectorPath 18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3" name="TextBox183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4" name="TextBox18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85" name="13731C9C-691F-4597-2FA3-85D25207A787"/>
          <p:cNvPicPr>
            <a:picLocks noChangeAspect="1"/>
          </p:cNvPicPr>
          <p:nvPr/>
        </p:nvPicPr>
        <p:blipFill>
          <a:blip r:embed="rId3" cstate="print">
            <a:extLst>
              <a:ext uri="{C107E77A-B6C7-4F6B-4FD4-A9C4A76C90A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86" name="VectorPath 18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7" name="EDBDF4CD-016F-42C9-BB51-DBCF8E2ECDD1"/>
          <p:cNvPicPr>
            <a:picLocks noChangeAspect="1"/>
          </p:cNvPicPr>
          <p:nvPr/>
        </p:nvPicPr>
        <p:blipFill>
          <a:blip r:embed="rId4" cstate="print">
            <a:extLst>
              <a:ext uri="{D462E70F-BB04-4509-6D51-4FAA0978BB8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</p:spTree>
    <p:extLst>
      <p:ext uri="{5BE26A7F-D45E-44AC-0BEA-0A0FC411F8FC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VectorPath 18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9" name="BDF6CB9B-9D44-4FE2-674B-C233F05E0399"/>
          <p:cNvPicPr>
            <a:picLocks noChangeAspect="1"/>
          </p:cNvPicPr>
          <p:nvPr/>
        </p:nvPicPr>
        <p:blipFill>
          <a:blip r:embed="rId2" cstate="print">
            <a:extLst>
              <a:ext uri="{9533FDAF-0B6F-4C69-76D2-0DFBEE2C9CD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90" name="VectorPath 19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1" name="VectorPath 19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2" name="TextBox192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93" name="TextBox19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4" name="C862CDB1-A399-4BFF-F4F1-EDABC0CF2709"/>
          <p:cNvPicPr>
            <a:picLocks noChangeAspect="1"/>
          </p:cNvPicPr>
          <p:nvPr/>
        </p:nvPicPr>
        <p:blipFill>
          <a:blip r:embed="rId3" cstate="print">
            <a:extLst>
              <a:ext uri="{20C7C581-D491-4795-CA22-793D0365EC6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95" name="VectorPath 19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6" name="41351D61-27E4-4517-AB3C-BBFA15051F79"/>
          <p:cNvPicPr>
            <a:picLocks noChangeAspect="1"/>
          </p:cNvPicPr>
          <p:nvPr/>
        </p:nvPicPr>
        <p:blipFill>
          <a:blip r:embed="rId4" cstate="print">
            <a:extLst>
              <a:ext uri="{2725B4CE-A398-44A7-2B68-6FB10B7E199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</p:spTree>
    <p:extLst>
      <p:ext uri="{09F9438E-CFB3-46E0-D45F-C1C3816BF62C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VectorPath 19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8" name="165B2856-187A-4E32-3362-A56A4CA467E4"/>
          <p:cNvPicPr>
            <a:picLocks noChangeAspect="1"/>
          </p:cNvPicPr>
          <p:nvPr/>
        </p:nvPicPr>
        <p:blipFill>
          <a:blip r:embed="rId2" cstate="print">
            <a:extLst>
              <a:ext uri="{B663DD4A-1D2F-4D58-2304-243C8291EA7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99" name="VectorPath 19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0" name="VectorPath 20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1" name="TextBox201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2" name="TextBox20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03" name="BAC84787-2733-41F3-4829-44AFC75A0E4C"/>
          <p:cNvPicPr>
            <a:picLocks noChangeAspect="1"/>
          </p:cNvPicPr>
          <p:nvPr/>
        </p:nvPicPr>
        <p:blipFill>
          <a:blip r:embed="rId3" cstate="print">
            <a:extLst>
              <a:ext uri="{33A4B7FA-7EFE-48B1-BD3C-E89DDF48762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04" name="VectorPath 20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5" name="D7509592-DD34-45E7-A88B-17812E263B5D"/>
          <p:cNvPicPr>
            <a:picLocks noChangeAspect="1"/>
          </p:cNvPicPr>
          <p:nvPr/>
        </p:nvPicPr>
        <p:blipFill>
          <a:blip r:embed="rId4" cstate="print">
            <a:extLst>
              <a:ext uri="{E06AF459-3CC6-41D6-DF55-F5EEFE6F56A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</p:spTree>
    <p:extLst>
      <p:ext uri="{F9E81CE9-8D59-4596-9641-DC81F295708B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VectorPath 20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7" name="F2C68ABA-D123-4B46-09D2-4BD776690D1C"/>
          <p:cNvPicPr>
            <a:picLocks noChangeAspect="1"/>
          </p:cNvPicPr>
          <p:nvPr/>
        </p:nvPicPr>
        <p:blipFill>
          <a:blip r:embed="rId2" cstate="print">
            <a:extLst>
              <a:ext uri="{FBA616E5-8AD4-4B48-0EC3-33BC25F90B1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08" name="FA33583D-7C18-4CAB-A444-916966729F04"/>
          <p:cNvPicPr>
            <a:picLocks noChangeAspect="1"/>
          </p:cNvPicPr>
          <p:nvPr/>
        </p:nvPicPr>
        <p:blipFill>
          <a:blip r:embed="rId3" cstate="print">
            <a:extLst>
              <a:ext uri="{C5394180-A64F-4583-4F3F-F7EF1842098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09" name="VectorPath 20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10" name="VectorPath 21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11" name="83371A2E-6AEB-402B-E19C-0B2411869325"/>
          <p:cNvPicPr>
            <a:picLocks noChangeAspect="1"/>
          </p:cNvPicPr>
          <p:nvPr/>
        </p:nvPicPr>
        <p:blipFill>
          <a:blip r:embed="rId4" cstate="print">
            <a:extLst>
              <a:ext uri="{F68F77B1-BFA0-4994-61D3-D15D8F3B09E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12" name="Combination 212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213" name="VectorPath 213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14" name="VectorPath 214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15" name="VectorPath 215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16" name="VectorPath 216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217" name="TextBox217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18" name="VectorPath 21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9" name="TextBox219"/>
          <p:cNvSpPr txBox="1"/>
          <p:nvPr/>
        </p:nvSpPr>
        <p:spPr>
          <a:xfrm>
            <a:off x="946547" y="7229071"/>
            <a:ext cx="852057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树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5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20" name="TextBox22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4F0C4383-C746-4E5E-66C5-DC677A89FD53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1114649C-A56F-450C-85A7-05B767839F95}"/>
  </a:extLst>
</a:theme>
</file>