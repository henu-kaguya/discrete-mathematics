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174.png" ContentType="image/png"/>
  <Override PartName="/ppt/media/image47.png" ContentType="image/png"/>
  <Override PartName="/ppt/media/image133.png" ContentType="image/png"/>
  <Override PartName="/ppt/media/image178.png" ContentType="image/png"/>
  <Override PartName="/ppt/media/image137.png" ContentType="image/png"/>
  <Override PartName="/ppt/slides/slide61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media/image91.png" ContentType="image/png"/>
  <Override PartName="/ppt/media/image50.png" ContentType="image/png"/>
  <Override PartName="/ppt/slides/slide28.xml" ContentType="application/vnd.openxmlformats-officedocument.presentationml.slide+xml"/>
  <Override PartName="/ppt/media/image95.png" ContentType="image/png"/>
  <Override PartName="/ppt/media/image181.png" ContentType="image/png"/>
  <Override PartName="/ppt/media/image54.png" ContentType="image/png"/>
  <Override PartName="/ppt/media/image99.png" ContentType="image/png"/>
  <Override PartName="/ppt/media/image140.png" ContentType="image/png"/>
  <Override PartName="/ppt/media/image185.png" ContentType="image/png"/>
  <Override PartName="/ppt/media/image13.png" ContentType="image/png"/>
  <Override PartName="/ppt/media/image58.png" ContentType="image/png"/>
  <Override PartName="/ppt/media/image144.png" ContentType="image/png"/>
  <Override PartName="/ppt/media/image189.png" ContentType="image/png"/>
  <Override PartName="/ppt/media/image17.png" ContentType="image/png"/>
  <Override PartName="/ppt/media/image103.png" ContentType="image/png"/>
  <Override PartName="/ppt/media/image148.png" ContentType="image/png"/>
  <Override PartName="/ppt/presentation.xml" ContentType="application/vnd.openxmlformats-officedocument.presentationml.presentation.main+xml"/>
  <Override PartName="/ppt/media/image107.png" ContentType="image/png"/>
  <Override PartName="/ppt/slides/slide31.xml" ContentType="application/vnd.openxmlformats-officedocument.presentationml.slide+xml"/>
  <Override PartName="/ppt/slides/slide35.xml" ContentType="application/vnd.openxmlformats-officedocument.presentationml.slide+xml"/>
  <Override PartName="/ppt/media/image61.png" ContentType="image/png"/>
  <Override PartName="/ppt/slides/slide39.xml" ContentType="application/vnd.openxmlformats-officedocument.presentationml.slide+xml"/>
  <Override PartName="/ppt/media/image192.png" ContentType="image/png"/>
  <Override PartName="/ppt/media/image20.png" ContentType="image/png"/>
  <Override PartName="/ppt/media/image65.png" ContentType="image/png"/>
  <Override PartName="/ppt/media/image151.png" ContentType="image/png"/>
  <Override PartName="/ppt/media/image196.png" ContentType="image/png"/>
  <Override PartName="/ppt/media/image24.png" ContentType="image/png"/>
  <Override PartName="/ppt/media/image69.png" ContentType="image/png"/>
  <Override PartName="/ppt/media/image110.png" ContentType="image/png"/>
  <Override PartName="/ppt/media/image155.png" ContentType="image/png"/>
  <Override PartName="/ppt/media/image28.png" ContentType="image/png"/>
  <Override PartName="/ppt/media/image114.png" ContentType="image/png"/>
  <Override PartName="/ppt/media/image159.png" ContentType="image/png"/>
  <Override PartName="/ppt/media/image118.png" ContentType="image/png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media/image72.png" ContentType="image/png"/>
  <Override PartName="/ppt/media/image31.png" ContentType="image/png"/>
  <Override PartName="/ppt/media/image76.png" ContentType="image/png"/>
  <Override PartName="/ppt/media/image162.png" ContentType="image/png"/>
  <Override PartName="/ppt/media/image35.png" ContentType="image/png"/>
  <Override PartName="/ppt/media/image121.png" ContentType="image/png"/>
  <Override PartName="/ppt/media/image1.png" ContentType="image/png"/>
  <Override PartName="/ppt/media/image166.png" ContentType="image/png"/>
  <Override PartName="/ppt/media/image39.png" ContentType="image/png"/>
  <Override PartName="/ppt/media/image201.png" ContentType="image/png"/>
  <Override PartName="/ppt/media/image125.png" ContentType="image/png"/>
  <Override PartName="/ppt/media/image5.png" ContentType="image/png"/>
  <Override PartName="/ppt/media/image205.png" ContentType="image/png"/>
  <Override PartName="/ppt/slideLayouts/slideLayout1.xml" ContentType="application/vnd.openxmlformats-officedocument.presentationml.slideLayout+xml"/>
  <Override PartName="/ppt/media/image129.png" ContentType="image/png"/>
  <Override PartName="/ppt/media/image9.png" ContentType="image/png"/>
  <Override PartName="/ppt/slides/slide3.xml" ContentType="application/vnd.openxmlformats-officedocument.presentationml.slide+xml"/>
  <Override PartName="/ppt/media/image209.png" ContentType="image/png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media/image83.png" ContentType="image/png"/>
  <Override PartName="/ppt/media/image42.png" ContentType="image/png"/>
  <Override PartName="/ppt/media/image87.png" ContentType="image/png"/>
  <Override PartName="/ppt/media/image173.png" ContentType="image/png"/>
  <Override PartName="/ppt/media/image46.png" ContentType="image/png"/>
  <Override PartName="/ppt/media/image132.png" ContentType="image/png"/>
  <Override PartName="/ppt/media/image177.png" ContentType="image/png"/>
  <Override PartName="/ppt/media/image212.png" ContentType="image/png"/>
  <Override PartName="/ppt/media/image136.png" ContentType="image/png"/>
  <Override PartName="/ppt/slides/slide60.xml" ContentType="application/vnd.openxmlformats-officedocument.presentationml.slide+xml"/>
  <Override PartName="/ppt/slides/slide23.xml" ContentType="application/vnd.openxmlformats-officedocument.presentationml.slide+xml"/>
  <Override PartName="/ppt/media/image90.png" ContentType="image/png"/>
  <Override PartName="/ppt/slides/slide27.xml" ContentType="application/vnd.openxmlformats-officedocument.presentationml.slide+xml"/>
  <Override PartName="/ppt/media/image94.png" ContentType="image/png"/>
  <Override PartName="/ppt/media/image180.png" ContentType="image/png"/>
  <Override PartName="/ppt/media/image53.png" ContentType="image/png"/>
  <Override PartName="/ppt/media/image98.png" ContentType="image/png"/>
  <Override PartName="/ppt/media/image12.png" ContentType="image/png"/>
  <Override PartName="/ppt/media/image184.png" ContentType="image/png"/>
  <Override PartName="/ppt/media/image57.png" ContentType="image/png"/>
  <Override PartName="/ppt/media/image143.png" ContentType="image/png"/>
  <Override PartName="/ppt/media/image188.png" ContentType="image/png"/>
  <Override PartName="/ppt/media/image16.png" ContentType="image/png"/>
  <Override PartName="/ppt/media/image102.png" ContentType="image/png"/>
  <Override PartName="/ppt/media/image147.png" ContentType="image/png"/>
  <Override PartName="/ppt/media/image106.png" ContentType="image/png"/>
  <Override PartName="/ppt/slides/slide30.xml" ContentType="application/vnd.openxmlformats-officedocument.presentationml.slide+xml"/>
  <Override PartName="/ppt/slides/slide34.xml" ContentType="application/vnd.openxmlformats-officedocument.presentationml.slide+xml"/>
  <Override PartName="/ppt/media/image60.png" ContentType="image/png"/>
  <Override PartName="/ppt/slides/slide38.xml" ContentType="application/vnd.openxmlformats-officedocument.presentationml.slide+xml"/>
  <Override PartName="/ppt/media/image191.png" ContentType="image/png"/>
  <Override PartName="/ppt/media/image64.png" ContentType="image/png"/>
  <Override PartName="/ppt/media/image150.png" ContentType="image/png"/>
  <Override PartName="/ppt/media/image195.png" ContentType="image/png"/>
  <Override PartName="/ppt/media/image23.png" ContentType="image/png"/>
  <Override PartName="/ppt/media/image68.png" ContentType="image/png"/>
  <Override PartName="/ppt/media/image154.png" ContentType="image/png"/>
  <Override PartName="/ppt/media/image199.png" ContentType="image/png"/>
  <Override PartName="/ppt/media/image27.png" ContentType="image/png"/>
  <Override PartName="/ppt/media/image113.png" ContentType="image/png"/>
  <Override PartName="/ppt/media/image158.png" ContentType="image/png"/>
  <Override PartName="/ppt/viewProps.xml" ContentType="application/vnd.openxmlformats-officedocument.presentationml.viewProps+xml"/>
  <Override PartName="/ppt/media/image117.png" ContentType="image/png"/>
  <Override PartName="/ppt/slides/slide41.xml" ContentType="application/vnd.openxmlformats-officedocument.presentationml.slide+xml"/>
  <Override PartName="/ppt/slides/slide45.xml" ContentType="application/vnd.openxmlformats-officedocument.presentationml.slide+xml"/>
  <Override PartName="/ppt/media/image71.png" ContentType="image/png"/>
  <Override PartName="/ppt/slides/slide49.xml" ContentType="application/vnd.openxmlformats-officedocument.presentationml.slide+xml"/>
  <Override PartName="/ppt/media/image30.png" ContentType="image/png"/>
  <Override PartName="/ppt/media/image75.png" ContentType="image/png"/>
  <Override PartName="/ppt/media/image161.png" ContentType="image/png"/>
  <Override PartName="/ppt/media/image34.png" ContentType="image/png"/>
  <Override PartName="/ppt/media/image79.png" ContentType="image/png"/>
  <Override PartName="/ppt/media/image120.png" ContentType="image/png"/>
  <Override PartName="/ppt/media/image0.png" ContentType="image/png"/>
  <Override PartName="/ppt/media/image165.png" ContentType="image/png"/>
  <Override PartName="/ppt/media/image38.png" ContentType="image/png"/>
  <Override PartName="/ppt/media/image200.png" ContentType="image/png"/>
  <Override PartName="/ppt/media/image124.png" ContentType="image/png"/>
  <Override PartName="/ppt/media/image4.png" ContentType="image/png"/>
  <Override PartName="/ppt/media/image169.png" ContentType="image/png"/>
  <Override PartName="/ppt/media/image204.png" ContentType="image/png"/>
  <Override PartName="/ppt/media/image128.png" ContentType="image/png"/>
  <Override PartName="/ppt/media/image8.png" ContentType="image/png"/>
  <Override PartName="/ppt/slides/slide2.xml" ContentType="application/vnd.openxmlformats-officedocument.presentationml.slide+xml"/>
  <Override PartName="/ppt/media/image208.png" ContentType="image/png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2.xml" ContentType="application/vnd.openxmlformats-officedocument.presentationml.slide+xml"/>
  <Override PartName="/ppt/slides/slide11.xml" ContentType="application/vnd.openxmlformats-officedocument.presentationml.slide+xml"/>
  <Override PartName="/ppt/slides/slide56.xml" ContentType="application/vnd.openxmlformats-officedocument.presentationml.slide+xml"/>
  <Override PartName="/ppt/slides/slide15.xml" ContentType="application/vnd.openxmlformats-officedocument.presentationml.slide+xml"/>
  <Override PartName="/ppt/media/image82.png" ContentType="image/png"/>
  <Override PartName="/ppt/media/image41.png" ContentType="image/png"/>
  <Override PartName="/ppt/slides/slide19.xml" ContentType="application/vnd.openxmlformats-officedocument.presentationml.slide+xml"/>
  <Override PartName="/ppt/media/image86.png" ContentType="image/png"/>
  <Override PartName="/ppt/media/image172.png" ContentType="image/png"/>
  <Override PartName="/ppt/media/image45.png" ContentType="image/png"/>
  <Override PartName="/ppt/media/image131.png" ContentType="image/png"/>
  <Override PartName="/ppt/media/image176.png" ContentType="image/png"/>
  <Override PartName="/ppt/media/image49.png" ContentType="image/png"/>
  <Override PartName="/ppt/media/image211.png" ContentType="image/png"/>
  <Override PartName="/ppt/media/image135.png" ContentType="image/png"/>
  <Override PartName="/ppt/media/image139.png" ContentType="image/png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media/image93.png" ContentType="image/png"/>
  <Override PartName="/ppt/media/image52.png" ContentType="image/png"/>
  <Override PartName="/ppt/media/image97.png" ContentType="image/png"/>
  <Override PartName="/ppt/media/image11.png" ContentType="image/png"/>
  <Override PartName="/ppt/media/image183.png" ContentType="image/png"/>
  <Override PartName="/ppt/media/image56.png" ContentType="image/png"/>
  <Override PartName="/ppt/media/image142.png" ContentType="image/png"/>
  <Override PartName="/ppt/media/image187.png" ContentType="image/png"/>
  <Override PartName="/ppt/media/image15.png" ContentType="image/png"/>
  <Override PartName="/ppt/media/image101.png" ContentType="image/png"/>
  <Override PartName="/ppt/media/image146.png" ContentType="image/png"/>
  <Override PartName="/ppt/media/image19.png" ContentType="image/png"/>
  <Override PartName="/ppt/media/image105.png" ContentType="image/png"/>
  <Override PartName="/ppt/media/image109.png" ContentType="image/png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media/image190.png" ContentType="image/png"/>
  <Override PartName="/ppt/media/image63.png" ContentType="image/png"/>
  <Override PartName="/ppt/media/image194.png" ContentType="image/png"/>
  <Override PartName="/ppt/media/image22.png" ContentType="image/png"/>
  <Override PartName="/ppt/media/image67.png" ContentType="image/png"/>
  <Override PartName="/ppt/media/image153.png" ContentType="image/png"/>
  <Override PartName="/ppt/media/image198.png" ContentType="image/png"/>
  <Override PartName="/ppt/media/image26.png" ContentType="image/png"/>
  <Override PartName="/ppt/media/image112.png" ContentType="image/png"/>
  <Override PartName="/ppt/media/image157.png" ContentType="image/png"/>
  <Override PartName="/ppt/media/image116.png" ContentType="image/png"/>
  <Override PartName="/ppt/tableStyles.xml" ContentType="application/vnd.openxmlformats-officedocument.presentationml.tableStyles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media/image70.png" ContentType="image/png"/>
  <Override PartName="/ppt/slides/slide48.xml" ContentType="application/vnd.openxmlformats-officedocument.presentationml.slide+xml"/>
  <Override PartName="/ppt/media/image74.png" ContentType="image/png"/>
  <Override PartName="/ppt/media/image160.png" ContentType="image/png"/>
  <Override PartName="/ppt/media/image33.png" ContentType="image/png"/>
  <Override PartName="/ppt/media/image78.png" ContentType="image/png"/>
  <Override PartName="/ppt/media/image164.png" ContentType="image/png"/>
  <Override PartName="/ppt/media/image37.png" ContentType="image/png"/>
  <Override PartName="/ppt/media/image123.png" ContentType="image/png"/>
  <Override PartName="/ppt/media/image3.png" ContentType="image/png"/>
  <Override PartName="/ppt/media/image168.png" ContentType="image/png"/>
  <Override PartName="/ppt/media/image203.png" ContentType="image/png"/>
  <Override PartName="/ppt/media/image127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media/image207.png" ContentType="image/png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55.xml" ContentType="application/vnd.openxmlformats-officedocument.presentationml.slide+xml"/>
  <Override PartName="/ppt/media/image81.png" ContentType="image/png"/>
  <Override PartName="/ppt/slides/slide14.xml" ContentType="application/vnd.openxmlformats-officedocument.presentationml.slide+xml"/>
  <Override PartName="/ppt/slides/slide59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85.png" ContentType="image/png"/>
  <Override PartName="/ppt/media/image171.png" ContentType="image/png"/>
  <Override PartName="/ppt/media/image44.png" ContentType="image/png"/>
  <Override PartName="/ppt/media/image89.png" ContentType="image/png"/>
  <Override PartName="/ppt/media/image130.png" ContentType="image/png"/>
  <Override PartName="/ppt/media/image175.png" ContentType="image/png"/>
  <Override PartName="/ppt/media/image48.png" ContentType="image/png"/>
  <Override PartName="/ppt/media/image210.png" ContentType="image/png"/>
  <Override PartName="/ppt/media/image134.png" ContentType="image/png"/>
  <Override PartName="/ppt/media/image179.png" ContentType="image/png"/>
  <Override PartName="/ppt/media/image138.png" ContentType="image/png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media/image92.png" ContentType="image/png"/>
  <Override PartName="/ppt/media/image51.png" ContentType="image/png"/>
  <Override PartName="/ppt/slides/slide29.xml" ContentType="application/vnd.openxmlformats-officedocument.presentationml.slide+xml"/>
  <Override PartName="/ppt/media/image96.png" ContentType="image/png"/>
  <Override PartName="/ppt/presProps.xml" ContentType="application/vnd.openxmlformats-officedocument.presentationml.presProps+xml"/>
  <Override PartName="/ppt/media/image10.png" ContentType="image/png"/>
  <Override PartName="/ppt/media/image182.png" ContentType="image/png"/>
  <Override PartName="/ppt/media/image55.png" ContentType="image/png"/>
  <Override PartName="/ppt/theme/theme1.xml" ContentType="application/vnd.openxmlformats-officedocument.theme+xml"/>
  <Override PartName="/ppt/media/image141.png" ContentType="image/png"/>
  <Override PartName="/ppt/media/image186.png" ContentType="image/png"/>
  <Override PartName="/ppt/media/image14.png" ContentType="image/png"/>
  <Override PartName="/ppt/media/image59.png" ContentType="image/png"/>
  <Override PartName="/ppt/media/image100.png" ContentType="image/png"/>
  <Override PartName="/ppt/media/image145.png" ContentType="image/png"/>
  <Override PartName="/ppt/media/image18.png" ContentType="image/png"/>
  <Override PartName="/ppt/media/image104.png" ContentType="image/png"/>
  <Override PartName="/ppt/media/image149.png" ContentType="image/png"/>
  <Override PartName="/ppt/media/image108.png" ContentType="image/png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media/image62.png" ContentType="image/png"/>
  <Override PartName="/ppt/media/image193.png" ContentType="image/png"/>
  <Override PartName="/ppt/media/image21.png" ContentType="image/png"/>
  <Override PartName="/ppt/media/image66.png" ContentType="image/png"/>
  <Override PartName="/ppt/media/image152.png" ContentType="image/png"/>
  <Override PartName="/ppt/media/image197.png" ContentType="image/png"/>
  <Override PartName="/ppt/media/image25.png" ContentType="image/png"/>
  <Override PartName="/ppt/media/image111.png" ContentType="image/png"/>
  <Override PartName="/ppt/media/image156.png" ContentType="image/png"/>
  <Override PartName="/ppt/media/image29.png" ContentType="image/png"/>
  <Override PartName="/ppt/media/image115.png" ContentType="image/png"/>
  <Override PartName="/ppt/media/image119.png" ContentType="image/png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media/image73.png" ContentType="image/png"/>
  <Override PartName="/ppt/media/image32.png" ContentType="image/png"/>
  <Override PartName="/ppt/media/image77.png" ContentType="image/png"/>
  <Override PartName="/ppt/media/image163.png" ContentType="image/png"/>
  <Override PartName="/ppt/media/image36.png" ContentType="image/png"/>
  <Override PartName="/ppt/media/image122.png" ContentType="image/png"/>
  <Override PartName="/ppt/media/image2.png" ContentType="image/png"/>
  <Override PartName="/ppt/media/image167.png" ContentType="image/png"/>
  <Override PartName="/ppt/media/image202.png" ContentType="image/png"/>
  <Override PartName="/ppt/media/image126.png" ContentType="image/png"/>
  <Override PartName="/ppt/media/image6.png" ContentType="image/png"/>
  <Override PartName="/ppt/media/image206.png" ContentType="image/png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54.xml" ContentType="application/vnd.openxmlformats-officedocument.presentationml.slide+xml"/>
  <Override PartName="/ppt/slideLayouts/slideLayout11.xml" ContentType="application/vnd.openxmlformats-officedocument.presentationml.slideLayout+xml"/>
  <Override PartName="/ppt/media/image80.png" ContentType="image/png"/>
  <Override PartName="/ppt/slides/slide13.xml" ContentType="application/vnd.openxmlformats-officedocument.presentationml.slide+xml"/>
  <Override PartName="/ppt/slides/slide58.xml" ContentType="application/vnd.openxmlformats-officedocument.presentationml.slide+xml"/>
  <Override PartName="/ppt/slides/slide17.xml" ContentType="application/vnd.openxmlformats-officedocument.presentationml.slide+xml"/>
  <Override PartName="/ppt/media/image84.png" ContentType="image/png"/>
  <Override PartName="/ppt/media/image170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E80548F3-0A44-41E4-7591-44F4531DA5C4}"/>
    <p:ext uri="{3C7CC633-A537-4F44-8642-C0E5AA58B50C}"/>
    <p:ext uri="{E7DDCB17-5CC4-49AA-DB59-B07AB5789A54}"/>
  </p:extLst>
</p:presentationPr>
</file>

<file path=ppt/tableStyles.xml><?xml version="1.0" encoding="utf-8"?>
<a:tblStyleLst xmlns:a="http://schemas.openxmlformats.org/drawingml/2006/main" def="{746D9972-96B0-4568-C22D-E1130BBF36B0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8A51-9334-4B7D-4D67-FA43405A128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5AA2-848B-45C9-EDC9-A9A0653BA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02FF078-8752-459C-8EDB-07418CFAFBB9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EF96-50F0-4F04-A20F-3FB1CDA820B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B8C3E-4B9D-484C-6533-DF1DEADC5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412C80A-C40D-4C71-9114-06C7E97F85FE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82B19-28CC-4108-E31D-0094CF0DFC8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ACE2-BF2E-4A97-5081-8D906E2A8C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3117B2C-7E8F-489B-1B57-694C18406237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DD0-196B-4A9E-271A-C408E08A9ED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705A-9524-42D9-6115-F77F0159E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D8A6582-4620-42A5-F0ED-01D637EE378D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9E45-E7FA-4BF4-4BFB-6BADCAA83B3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44173-71FA-4998-33E9-AC205F4A6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25FB118-FA07-4229-EC8F-962F06BF7CB4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092F-7DCD-4648-3694-B280241086E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0B7F-FAE8-4575-6DD3-BA8C4D0F2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5325430-7715-4699-75D6-2C459972669E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CADA-8DDB-44D2-B418-1A91C7BD5C5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2CD2C-6066-4C45-12BA-4877D6DBD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EA61EB5-F3F6-46BC-2AB4-EAFD0E395B36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53D7-3841-4936-0824-B634F25553D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1499-C3E8-4B18-794B-38CB0A293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A595806-C198-4B2E-DE02-D43A6A60AB22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93CA-6416-4D82-7C02-044026E1DE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EFB2-EEE4-47C6-BBFF-30011623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AEF3C27-51CC-416A-4074-A0A1CD95070E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BA85-15E5-4AE4-3CA5-B7D2EDF4740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EE4-3170-4A0D-6600-A137B326A8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38CB9DC-F658-4640-DBBA-D35B0981DA11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FAF1F-2B2B-4A04-D4EF-5466D11B3B6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316A5-C9A9-4AD4-973B-FC614A1252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39C719A-F0FC-454C-68DA-129C7F47ADC6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BB18-E1A5-4E0E-C4A1-6CD23303CC91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B9918-D6D5-4655-A66A-BB491B9CE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0F7432D-64BA-4C1C-67AE-49A252399D02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image" Target="/ppt/media/image82.png"/><Relationship Id="rId4" Type="http://schemas.openxmlformats.org/officeDocument/2006/relationships/image" Target="/ppt/media/image83.png"/><Relationship Id="rId5" Type="http://schemas.openxmlformats.org/officeDocument/2006/relationships/image" Target="/ppt/media/image8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5.png"/><Relationship Id="rId3" Type="http://schemas.openxmlformats.org/officeDocument/2006/relationships/image" Target="/ppt/media/image86.png"/><Relationship Id="rId4" Type="http://schemas.openxmlformats.org/officeDocument/2006/relationships/image" Target="/ppt/media/image87.png"/><Relationship Id="rId5" Type="http://schemas.openxmlformats.org/officeDocument/2006/relationships/image" Target="/ppt/media/image88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9.png"/><Relationship Id="rId3" Type="http://schemas.openxmlformats.org/officeDocument/2006/relationships/image" Target="/ppt/media/image90.png"/><Relationship Id="rId4" Type="http://schemas.openxmlformats.org/officeDocument/2006/relationships/image" Target="/ppt/media/image91.png"/><Relationship Id="rId5" Type="http://schemas.openxmlformats.org/officeDocument/2006/relationships/image" Target="/ppt/media/image9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3.png"/><Relationship Id="rId3" Type="http://schemas.openxmlformats.org/officeDocument/2006/relationships/image" Target="/ppt/media/image94.png"/><Relationship Id="rId4" Type="http://schemas.openxmlformats.org/officeDocument/2006/relationships/image" Target="/ppt/media/image95.png"/><Relationship Id="rId5" Type="http://schemas.openxmlformats.org/officeDocument/2006/relationships/image" Target="/ppt/media/image96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7.png"/><Relationship Id="rId3" Type="http://schemas.openxmlformats.org/officeDocument/2006/relationships/image" Target="/ppt/media/image98.png"/><Relationship Id="rId4" Type="http://schemas.openxmlformats.org/officeDocument/2006/relationships/image" Target="/ppt/media/image99.png"/><Relationship Id="rId5" Type="http://schemas.openxmlformats.org/officeDocument/2006/relationships/image" Target="/ppt/media/image100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1.png"/><Relationship Id="rId3" Type="http://schemas.openxmlformats.org/officeDocument/2006/relationships/image" Target="/ppt/media/image102.png"/><Relationship Id="rId4" Type="http://schemas.openxmlformats.org/officeDocument/2006/relationships/image" Target="/ppt/media/image103.png"/><Relationship Id="rId5" Type="http://schemas.openxmlformats.org/officeDocument/2006/relationships/image" Target="/ppt/media/image104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5.png"/><Relationship Id="rId3" Type="http://schemas.openxmlformats.org/officeDocument/2006/relationships/image" Target="/ppt/media/image106.png"/><Relationship Id="rId4" Type="http://schemas.openxmlformats.org/officeDocument/2006/relationships/image" Target="/ppt/media/image107.png"/><Relationship Id="rId5" Type="http://schemas.openxmlformats.org/officeDocument/2006/relationships/image" Target="/ppt/media/image10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9.png"/><Relationship Id="rId3" Type="http://schemas.openxmlformats.org/officeDocument/2006/relationships/image" Target="/ppt/media/image110.png"/><Relationship Id="rId4" Type="http://schemas.openxmlformats.org/officeDocument/2006/relationships/image" Target="/ppt/media/image111.png"/><Relationship Id="rId5" Type="http://schemas.openxmlformats.org/officeDocument/2006/relationships/image" Target="/ppt/media/image11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3.png"/><Relationship Id="rId3" Type="http://schemas.openxmlformats.org/officeDocument/2006/relationships/image" Target="/ppt/media/image114.png"/><Relationship Id="rId4" Type="http://schemas.openxmlformats.org/officeDocument/2006/relationships/image" Target="/ppt/media/image115.png"/><Relationship Id="rId5" Type="http://schemas.openxmlformats.org/officeDocument/2006/relationships/image" Target="/ppt/media/image116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7.png"/><Relationship Id="rId3" Type="http://schemas.openxmlformats.org/officeDocument/2006/relationships/image" Target="/ppt/media/image118.png"/><Relationship Id="rId4" Type="http://schemas.openxmlformats.org/officeDocument/2006/relationships/image" Target="/ppt/media/image119.png"/><Relationship Id="rId5" Type="http://schemas.openxmlformats.org/officeDocument/2006/relationships/image" Target="/ppt/media/image120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1.png"/><Relationship Id="rId3" Type="http://schemas.openxmlformats.org/officeDocument/2006/relationships/image" Target="/ppt/media/image122.png"/><Relationship Id="rId4" Type="http://schemas.openxmlformats.org/officeDocument/2006/relationships/image" Target="/ppt/media/image123.png"/><Relationship Id="rId5" Type="http://schemas.openxmlformats.org/officeDocument/2006/relationships/image" Target="/ppt/media/image124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5.png"/><Relationship Id="rId3" Type="http://schemas.openxmlformats.org/officeDocument/2006/relationships/image" Target="/ppt/media/image126.png"/><Relationship Id="rId4" Type="http://schemas.openxmlformats.org/officeDocument/2006/relationships/image" Target="/ppt/media/image127.png"/><Relationship Id="rId5" Type="http://schemas.openxmlformats.org/officeDocument/2006/relationships/image" Target="/ppt/media/image128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9.png"/><Relationship Id="rId3" Type="http://schemas.openxmlformats.org/officeDocument/2006/relationships/image" Target="/ppt/media/image130.png"/><Relationship Id="rId4" Type="http://schemas.openxmlformats.org/officeDocument/2006/relationships/image" Target="/ppt/media/image131.png"/><Relationship Id="rId5" Type="http://schemas.openxmlformats.org/officeDocument/2006/relationships/image" Target="/ppt/media/image132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3.png"/><Relationship Id="rId3" Type="http://schemas.openxmlformats.org/officeDocument/2006/relationships/image" Target="/ppt/media/image134.png"/><Relationship Id="rId4" Type="http://schemas.openxmlformats.org/officeDocument/2006/relationships/image" Target="/ppt/media/image135.png"/><Relationship Id="rId5" Type="http://schemas.openxmlformats.org/officeDocument/2006/relationships/image" Target="/ppt/media/image136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7.png"/><Relationship Id="rId3" Type="http://schemas.openxmlformats.org/officeDocument/2006/relationships/image" Target="/ppt/media/image138.png"/><Relationship Id="rId4" Type="http://schemas.openxmlformats.org/officeDocument/2006/relationships/image" Target="/ppt/media/image139.png"/><Relationship Id="rId5" Type="http://schemas.openxmlformats.org/officeDocument/2006/relationships/image" Target="/ppt/media/image140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1.png"/><Relationship Id="rId3" Type="http://schemas.openxmlformats.org/officeDocument/2006/relationships/image" Target="/ppt/media/image142.png"/><Relationship Id="rId4" Type="http://schemas.openxmlformats.org/officeDocument/2006/relationships/image" Target="/ppt/media/image143.png"/><Relationship Id="rId5" Type="http://schemas.openxmlformats.org/officeDocument/2006/relationships/image" Target="/ppt/media/image144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5.png"/><Relationship Id="rId3" Type="http://schemas.openxmlformats.org/officeDocument/2006/relationships/image" Target="/ppt/media/image146.png"/><Relationship Id="rId4" Type="http://schemas.openxmlformats.org/officeDocument/2006/relationships/image" Target="/ppt/media/image147.png"/><Relationship Id="rId5" Type="http://schemas.openxmlformats.org/officeDocument/2006/relationships/image" Target="/ppt/media/image148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9.png"/><Relationship Id="rId3" Type="http://schemas.openxmlformats.org/officeDocument/2006/relationships/image" Target="/ppt/media/image150.png"/><Relationship Id="rId4" Type="http://schemas.openxmlformats.org/officeDocument/2006/relationships/image" Target="/ppt/media/image151.png"/><Relationship Id="rId5" Type="http://schemas.openxmlformats.org/officeDocument/2006/relationships/image" Target="/ppt/media/image152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3.png"/><Relationship Id="rId3" Type="http://schemas.openxmlformats.org/officeDocument/2006/relationships/image" Target="/ppt/media/image154.png"/><Relationship Id="rId4" Type="http://schemas.openxmlformats.org/officeDocument/2006/relationships/image" Target="/ppt/media/image155.png"/><Relationship Id="rId5" Type="http://schemas.openxmlformats.org/officeDocument/2006/relationships/image" Target="/ppt/media/image156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7.png"/><Relationship Id="rId3" Type="http://schemas.openxmlformats.org/officeDocument/2006/relationships/image" Target="/ppt/media/image158.png"/><Relationship Id="rId4" Type="http://schemas.openxmlformats.org/officeDocument/2006/relationships/image" Target="/ppt/media/image159.png"/><Relationship Id="rId5" Type="http://schemas.openxmlformats.org/officeDocument/2006/relationships/image" Target="/ppt/media/image160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1.png"/><Relationship Id="rId3" Type="http://schemas.openxmlformats.org/officeDocument/2006/relationships/image" Target="/ppt/media/image162.png"/><Relationship Id="rId4" Type="http://schemas.openxmlformats.org/officeDocument/2006/relationships/image" Target="/ppt/media/image163.png"/><Relationship Id="rId5" Type="http://schemas.openxmlformats.org/officeDocument/2006/relationships/image" Target="/ppt/media/image164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5.png"/><Relationship Id="rId3" Type="http://schemas.openxmlformats.org/officeDocument/2006/relationships/image" Target="/ppt/media/image166.png"/><Relationship Id="rId4" Type="http://schemas.openxmlformats.org/officeDocument/2006/relationships/image" Target="/ppt/media/image167.png"/><Relationship Id="rId5" Type="http://schemas.openxmlformats.org/officeDocument/2006/relationships/image" Target="/ppt/media/image168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9.png"/><Relationship Id="rId3" Type="http://schemas.openxmlformats.org/officeDocument/2006/relationships/image" Target="/ppt/media/image170.png"/><Relationship Id="rId4" Type="http://schemas.openxmlformats.org/officeDocument/2006/relationships/image" Target="/ppt/media/image171.png"/><Relationship Id="rId5" Type="http://schemas.openxmlformats.org/officeDocument/2006/relationships/image" Target="/ppt/media/image172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73.png"/><Relationship Id="rId3" Type="http://schemas.openxmlformats.org/officeDocument/2006/relationships/image" Target="/ppt/media/image174.png"/><Relationship Id="rId4" Type="http://schemas.openxmlformats.org/officeDocument/2006/relationships/image" Target="/ppt/media/image175.png"/><Relationship Id="rId5" Type="http://schemas.openxmlformats.org/officeDocument/2006/relationships/image" Target="/ppt/media/image176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77.png"/><Relationship Id="rId3" Type="http://schemas.openxmlformats.org/officeDocument/2006/relationships/image" Target="/ppt/media/image178.png"/><Relationship Id="rId4" Type="http://schemas.openxmlformats.org/officeDocument/2006/relationships/image" Target="/ppt/media/image179.png"/><Relationship Id="rId5" Type="http://schemas.openxmlformats.org/officeDocument/2006/relationships/image" Target="/ppt/media/image180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1.png"/><Relationship Id="rId3" Type="http://schemas.openxmlformats.org/officeDocument/2006/relationships/image" Target="/ppt/media/image182.png"/><Relationship Id="rId4" Type="http://schemas.openxmlformats.org/officeDocument/2006/relationships/image" Target="/ppt/media/image183.png"/><Relationship Id="rId5" Type="http://schemas.openxmlformats.org/officeDocument/2006/relationships/image" Target="/ppt/media/image184.pn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5.png"/><Relationship Id="rId3" Type="http://schemas.openxmlformats.org/officeDocument/2006/relationships/image" Target="/ppt/media/image186.png"/><Relationship Id="rId4" Type="http://schemas.openxmlformats.org/officeDocument/2006/relationships/image" Target="/ppt/media/image187.png"/><Relationship Id="rId5" Type="http://schemas.openxmlformats.org/officeDocument/2006/relationships/image" Target="/ppt/media/image188.pn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9.png"/><Relationship Id="rId3" Type="http://schemas.openxmlformats.org/officeDocument/2006/relationships/image" Target="/ppt/media/image190.png"/><Relationship Id="rId4" Type="http://schemas.openxmlformats.org/officeDocument/2006/relationships/image" Target="/ppt/media/image191.png"/><Relationship Id="rId5" Type="http://schemas.openxmlformats.org/officeDocument/2006/relationships/image" Target="/ppt/media/image192.pn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93.png"/><Relationship Id="rId3" Type="http://schemas.openxmlformats.org/officeDocument/2006/relationships/image" Target="/ppt/media/image194.png"/><Relationship Id="rId4" Type="http://schemas.openxmlformats.org/officeDocument/2006/relationships/image" Target="/ppt/media/image195.png"/><Relationship Id="rId5" Type="http://schemas.openxmlformats.org/officeDocument/2006/relationships/image" Target="/ppt/media/image196.png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97.png"/><Relationship Id="rId3" Type="http://schemas.openxmlformats.org/officeDocument/2006/relationships/image" Target="/ppt/media/image198.png"/><Relationship Id="rId4" Type="http://schemas.openxmlformats.org/officeDocument/2006/relationships/image" Target="/ppt/media/image199.png"/><Relationship Id="rId5" Type="http://schemas.openxmlformats.org/officeDocument/2006/relationships/image" Target="/ppt/media/image200.png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01.png"/><Relationship Id="rId3" Type="http://schemas.openxmlformats.org/officeDocument/2006/relationships/image" Target="/ppt/media/image202.png"/><Relationship Id="rId4" Type="http://schemas.openxmlformats.org/officeDocument/2006/relationships/image" Target="/ppt/media/image203.png"/><Relationship Id="rId5" Type="http://schemas.openxmlformats.org/officeDocument/2006/relationships/image" Target="/ppt/media/image204.png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05.png"/><Relationship Id="rId3" Type="http://schemas.openxmlformats.org/officeDocument/2006/relationships/image" Target="/ppt/media/image206.png"/><Relationship Id="rId4" Type="http://schemas.openxmlformats.org/officeDocument/2006/relationships/image" Target="/ppt/media/image207.png"/><Relationship Id="rId5" Type="http://schemas.openxmlformats.org/officeDocument/2006/relationships/image" Target="/ppt/media/image208.pn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09.png"/><Relationship Id="rId3" Type="http://schemas.openxmlformats.org/officeDocument/2006/relationships/image" Target="/ppt/media/image210.png"/><Relationship Id="rId4" Type="http://schemas.openxmlformats.org/officeDocument/2006/relationships/image" Target="/ppt/media/image211.png"/><Relationship Id="rId5" Type="http://schemas.openxmlformats.org/officeDocument/2006/relationships/image" Target="/ppt/media/image212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8FCFD3F4-A001-421B-36D3-5DA7FD6D6CEA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AEC10AB0-DAB0-4297-E50C-B508DD07B4F7"/>
          <p:cNvPicPr>
            <a:picLocks noChangeAspect="1"/>
          </p:cNvPicPr>
          <p:nvPr/>
        </p:nvPicPr>
        <p:blipFill>
          <a:blip r:embed="rId2" cstate="print">
            <a:extLst>
              <a:ext uri="{8E91B809-0F6F-44A5-C154-6754C453D950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34CB6111-D076-42AE-679B-FF0D3FB7DF99"/>
          <p:cNvPicPr>
            <a:picLocks noChangeAspect="1"/>
          </p:cNvPicPr>
          <p:nvPr/>
        </p:nvPicPr>
        <p:blipFill>
          <a:blip r:embed="rId3" cstate="print">
            <a:extLst>
              <a:ext uri="{71CC9725-AF41-49D5-4A92-8FDF0427F83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C210E5FC-2F75-4790-1BFA-22864A1A7473"/>
          <p:cNvPicPr>
            <a:picLocks noChangeAspect="1"/>
          </p:cNvPicPr>
          <p:nvPr/>
        </p:nvPicPr>
        <p:blipFill>
          <a:blip r:embed="rId4" cstate="print">
            <a:extLst>
              <a:ext uri="{F3C6D8A1-E0FA-4966-45D9-8316FCBB532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2EE0C072-3514-4FB8-8CB5-4B03A0B433B9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E1D474CB-D3CA-47F6-3277-6B51F38FF451"/>
          <p:cNvPicPr>
            <a:picLocks noChangeAspect="1"/>
          </p:cNvPicPr>
          <p:nvPr/>
        </p:nvPicPr>
        <p:blipFill>
          <a:blip r:embed="rId2" cstate="print">
            <a:extLst>
              <a:ext uri="{A5FFEF6F-00D5-44A7-C973-7B5BDD59F04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3CC8FCD9-1D75-4626-B539-59E4D8D214D9"/>
          <p:cNvPicPr>
            <a:picLocks noChangeAspect="1"/>
          </p:cNvPicPr>
          <p:nvPr/>
        </p:nvPicPr>
        <p:blipFill>
          <a:blip r:embed="rId3" cstate="print">
            <a:extLst>
              <a:ext uri="{39F20E79-9AD8-49A7-5FEE-8309C3DE2C3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C3866A11-7DF7-41A9-FA18-08EB92C91381"/>
          <p:cNvPicPr>
            <a:picLocks noChangeAspect="1"/>
          </p:cNvPicPr>
          <p:nvPr/>
        </p:nvPicPr>
        <p:blipFill>
          <a:blip r:embed="rId4" cstate="print">
            <a:extLst>
              <a:ext uri="{15A77F6B-4702-4832-F2A1-9F8CA122CFB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8996FAE-2A1C-41CE-C9A3-9982C1806BB3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F28CC610-16E0-44D3-B8A1-DAC6C36FF574"/>
          <p:cNvPicPr>
            <a:picLocks noChangeAspect="1"/>
          </p:cNvPicPr>
          <p:nvPr/>
        </p:nvPicPr>
        <p:blipFill>
          <a:blip r:embed="rId2" cstate="print">
            <a:extLst>
              <a:ext uri="{704AE9DE-BCC2-4B3D-6FFE-60AC1FEAD2E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1F2A8489-D269-46EE-4B75-5F249A1881DB"/>
          <p:cNvPicPr>
            <a:picLocks noChangeAspect="1"/>
          </p:cNvPicPr>
          <p:nvPr/>
        </p:nvPicPr>
        <p:blipFill>
          <a:blip r:embed="rId3" cstate="print">
            <a:extLst>
              <a:ext uri="{BAB639E2-B29B-486C-9124-15AAA5CCFBD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7DF2C9F1-ED26-40CA-A5CF-EF99D02FE6BE"/>
          <p:cNvPicPr>
            <a:picLocks noChangeAspect="1"/>
          </p:cNvPicPr>
          <p:nvPr/>
        </p:nvPicPr>
        <p:blipFill>
          <a:blip r:embed="rId4" cstate="print">
            <a:extLst>
              <a:ext uri="{B19DF639-601C-412F-7F8E-9C4DC0AEC9D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BA91904-58C2-4708-3901-462A9AB9B1AE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F804F319-F924-4445-CD51-96CD77F6628C"/>
          <p:cNvPicPr>
            <a:picLocks noChangeAspect="1"/>
          </p:cNvPicPr>
          <p:nvPr/>
        </p:nvPicPr>
        <p:blipFill>
          <a:blip r:embed="rId2" cstate="print">
            <a:extLst>
              <a:ext uri="{189C5D01-A207-4870-3558-F137A7E3CD8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EC7EF97A-015F-49D6-BBF9-ACA79CB0612A"/>
          <p:cNvPicPr>
            <a:picLocks noChangeAspect="1"/>
          </p:cNvPicPr>
          <p:nvPr/>
        </p:nvPicPr>
        <p:blipFill>
          <a:blip r:embed="rId3" cstate="print">
            <a:extLst>
              <a:ext uri="{80BEBE0A-F5F9-4913-D606-414CD286CC7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DA03BCCE-DA03-44D3-41C9-28BB4C18A140"/>
          <p:cNvPicPr>
            <a:picLocks noChangeAspect="1"/>
          </p:cNvPicPr>
          <p:nvPr/>
        </p:nvPicPr>
        <p:blipFill>
          <a:blip r:embed="rId4" cstate="print">
            <a:extLst>
              <a:ext uri="{89F02F9A-5A20-4676-A33B-8F293388581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AC62B79-B4E2-47FA-86FE-7F82DD8AFA53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09DF6AE0-83E7-43A1-2F06-6349620B1568"/>
          <p:cNvPicPr>
            <a:picLocks noChangeAspect="1"/>
          </p:cNvPicPr>
          <p:nvPr/>
        </p:nvPicPr>
        <p:blipFill>
          <a:blip r:embed="rId2" cstate="print">
            <a:extLst>
              <a:ext uri="{21C1B503-656F-47E4-3555-88D77B0E257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8D3AC178-A49D-4F8C-9A06-B295A3CB512C"/>
          <p:cNvPicPr>
            <a:picLocks noChangeAspect="1"/>
          </p:cNvPicPr>
          <p:nvPr/>
        </p:nvPicPr>
        <p:blipFill>
          <a:blip r:embed="rId3" cstate="print">
            <a:extLst>
              <a:ext uri="{F9356411-D7ED-476A-6055-6DEDC7F098F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B987B699-2B04-45F9-4A72-2BFA054912DE"/>
          <p:cNvPicPr>
            <a:picLocks noChangeAspect="1"/>
          </p:cNvPicPr>
          <p:nvPr/>
        </p:nvPicPr>
        <p:blipFill>
          <a:blip r:embed="rId4" cstate="print">
            <a:extLst>
              <a:ext uri="{C3418807-BB92-49FA-DC6F-4C4730FAC4C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9E37B63-44CB-4BD1-8CC1-1C325F24FDDD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55FD6E15-F724-4D72-6803-2DD43582166B"/>
          <p:cNvPicPr>
            <a:picLocks noChangeAspect="1"/>
          </p:cNvPicPr>
          <p:nvPr/>
        </p:nvPicPr>
        <p:blipFill>
          <a:blip r:embed="rId2" cstate="print">
            <a:extLst>
              <a:ext uri="{A304243D-29D7-4E79-11C4-C8F84F2FC09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61B752D4-665A-403C-F1E2-6BA3ACD78BE9"/>
          <p:cNvPicPr>
            <a:picLocks noChangeAspect="1"/>
          </p:cNvPicPr>
          <p:nvPr/>
        </p:nvPicPr>
        <p:blipFill>
          <a:blip r:embed="rId3" cstate="print">
            <a:extLst>
              <a:ext uri="{E9440184-4FDB-4FD7-D213-DC47427BF4A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379E7F0B-084A-4B7B-643B-D3CC0004A613"/>
          <p:cNvPicPr>
            <a:picLocks noChangeAspect="1"/>
          </p:cNvPicPr>
          <p:nvPr/>
        </p:nvPicPr>
        <p:blipFill>
          <a:blip r:embed="rId4" cstate="print">
            <a:extLst>
              <a:ext uri="{A9029FC9-5F43-4EEB-609F-242FFEC0225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38E1DDB-EF29-4D59-073E-6359976BC8C9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DB447E54-BB1D-4470-81BB-A92011D3924D"/>
          <p:cNvPicPr>
            <a:picLocks noChangeAspect="1"/>
          </p:cNvPicPr>
          <p:nvPr/>
        </p:nvPicPr>
        <p:blipFill>
          <a:blip r:embed="rId2" cstate="print">
            <a:extLst>
              <a:ext uri="{2059A740-6394-4B89-33DD-E6BDA0A42B0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E3BD3E84-BED7-4831-6A40-EEE2EE3235F2"/>
          <p:cNvPicPr>
            <a:picLocks noChangeAspect="1"/>
          </p:cNvPicPr>
          <p:nvPr/>
        </p:nvPicPr>
        <p:blipFill>
          <a:blip r:embed="rId3" cstate="print">
            <a:extLst>
              <a:ext uri="{9FB800BC-0E1E-4C43-A481-2C60431E389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49620F32-C332-44BD-81B9-E1F59C9A4685"/>
          <p:cNvPicPr>
            <a:picLocks noChangeAspect="1"/>
          </p:cNvPicPr>
          <p:nvPr/>
        </p:nvPicPr>
        <p:blipFill>
          <a:blip r:embed="rId4" cstate="print">
            <a:extLst>
              <a:ext uri="{7265237B-FAFC-44D7-0340-F32461DEAC2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FB3B6CD-1406-41A0-AF65-3036EEB90AEE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39D62E36-758D-4D2F-8EDF-EC6157C171A3"/>
          <p:cNvPicPr>
            <a:picLocks noChangeAspect="1"/>
          </p:cNvPicPr>
          <p:nvPr/>
        </p:nvPicPr>
        <p:blipFill>
          <a:blip r:embed="rId2" cstate="print">
            <a:extLst>
              <a:ext uri="{C87E4C9A-5C63-4158-7069-FCDF78D8587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8B79E760-91CF-42C6-B071-F23C66FA8211"/>
          <p:cNvPicPr>
            <a:picLocks noChangeAspect="1"/>
          </p:cNvPicPr>
          <p:nvPr/>
        </p:nvPicPr>
        <p:blipFill>
          <a:blip r:embed="rId3" cstate="print">
            <a:extLst>
              <a:ext uri="{BC0BAB8F-6694-4170-83EF-1594AA5A189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1FBE3C40-F96F-484E-1FC9-EF7E6EE903CB"/>
          <p:cNvPicPr>
            <a:picLocks noChangeAspect="1"/>
          </p:cNvPicPr>
          <p:nvPr/>
        </p:nvPicPr>
        <p:blipFill>
          <a:blip r:embed="rId4" cstate="print">
            <a:extLst>
              <a:ext uri="{C51A74A3-5CA0-42A0-1BAC-B9AE744F53C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F85A37C-A32D-4EE6-720B-50D73F90BA23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16208AB8-EF80-4112-B55D-5C41ECA7E6F8"/>
          <p:cNvPicPr>
            <a:picLocks noChangeAspect="1"/>
          </p:cNvPicPr>
          <p:nvPr/>
        </p:nvPicPr>
        <p:blipFill>
          <a:blip r:embed="rId2" cstate="print">
            <a:extLst>
              <a:ext uri="{FE6217A8-74C4-4482-20A0-6A611324182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4BBF37AF-8F6A-453D-BC53-BEDEB463E076"/>
          <p:cNvPicPr>
            <a:picLocks noChangeAspect="1"/>
          </p:cNvPicPr>
          <p:nvPr/>
        </p:nvPicPr>
        <p:blipFill>
          <a:blip r:embed="rId3" cstate="print">
            <a:extLst>
              <a:ext uri="{FCB1850D-C8D1-414D-80F7-33351C68230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05519E86-369C-456E-E89B-811AD3ED53D2"/>
          <p:cNvPicPr>
            <a:picLocks noChangeAspect="1"/>
          </p:cNvPicPr>
          <p:nvPr/>
        </p:nvPicPr>
        <p:blipFill>
          <a:blip r:embed="rId4" cstate="print">
            <a:extLst>
              <a:ext uri="{42B96B35-77A0-4CDC-3BEE-ECA14B4B11E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D7B5AF9-2146-403B-7F3E-18E51998DA85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CC2260AC-DE32-4684-5BC5-DFA34184C204"/>
          <p:cNvPicPr>
            <a:picLocks noChangeAspect="1"/>
          </p:cNvPicPr>
          <p:nvPr/>
        </p:nvPicPr>
        <p:blipFill>
          <a:blip r:embed="rId2" cstate="print">
            <a:extLst>
              <a:ext uri="{EFBEF554-35FC-4BD7-BACE-B78D9BC78B5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857711F5-6FB9-4E01-D085-655F1A37C42E"/>
          <p:cNvPicPr>
            <a:picLocks noChangeAspect="1"/>
          </p:cNvPicPr>
          <p:nvPr/>
        </p:nvPicPr>
        <p:blipFill>
          <a:blip r:embed="rId3" cstate="print">
            <a:extLst>
              <a:ext uri="{1E230BC5-9380-4258-CB1B-C3AB808C4FD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ADAC000F-895A-41EA-5AD8-C2C124501DFD"/>
          <p:cNvPicPr>
            <a:picLocks noChangeAspect="1"/>
          </p:cNvPicPr>
          <p:nvPr/>
        </p:nvPicPr>
        <p:blipFill>
          <a:blip r:embed="rId4" cstate="print">
            <a:extLst>
              <a:ext uri="{19556E23-7B8A-4143-5C81-9F7A923AF2A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0F6A591-439A-4840-AE3C-CBA132A9C471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514B2C57-6DB8-403E-6AEE-774173DA35DE"/>
          <p:cNvPicPr>
            <a:picLocks noChangeAspect="1"/>
          </p:cNvPicPr>
          <p:nvPr/>
        </p:nvPicPr>
        <p:blipFill>
          <a:blip r:embed="rId2" cstate="print">
            <a:extLst>
              <a:ext uri="{F20E536D-B37A-4C36-ADE1-E9E9BD7A4BE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D87CC396-8CE6-4C0D-6A40-D2492294DCF3"/>
          <p:cNvPicPr>
            <a:picLocks noChangeAspect="1"/>
          </p:cNvPicPr>
          <p:nvPr/>
        </p:nvPicPr>
        <p:blipFill>
          <a:blip r:embed="rId3" cstate="print">
            <a:extLst>
              <a:ext uri="{86E764C5-D651-4AFF-0BEE-818D4B0198C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0F6C92E1-6517-40E6-D3B4-89A125D182C9"/>
          <p:cNvPicPr>
            <a:picLocks noChangeAspect="1"/>
          </p:cNvPicPr>
          <p:nvPr/>
        </p:nvPicPr>
        <p:blipFill>
          <a:blip r:embed="rId4" cstate="print">
            <a:extLst>
              <a:ext uri="{FB3DE4A2-CD84-40BE-CF34-4CDD7254806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680123D-B7C1-4ABE-161F-810A8E7ABD83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C2B2A37B-2E05-43DB-DC3F-F92E0982FA61"/>
          <p:cNvPicPr>
            <a:picLocks noChangeAspect="1"/>
          </p:cNvPicPr>
          <p:nvPr/>
        </p:nvPicPr>
        <p:blipFill>
          <a:blip r:embed="rId2" cstate="print">
            <a:extLst>
              <a:ext uri="{9865CB91-02FA-4464-555F-2119B066DEF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3A8C555F-F083-4BD5-B805-558736221046"/>
          <p:cNvPicPr>
            <a:picLocks noChangeAspect="1"/>
          </p:cNvPicPr>
          <p:nvPr/>
        </p:nvPicPr>
        <p:blipFill>
          <a:blip r:embed="rId3" cstate="print">
            <a:extLst>
              <a:ext uri="{294C8139-B914-4350-7016-E08958A26B4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0F1DA76F-B8D9-4183-D032-E02C33BFBE37"/>
          <p:cNvPicPr>
            <a:picLocks noChangeAspect="1"/>
          </p:cNvPicPr>
          <p:nvPr/>
        </p:nvPicPr>
        <p:blipFill>
          <a:blip r:embed="rId4" cstate="print">
            <a:extLst>
              <a:ext uri="{750711D2-9B69-4B77-352E-A3C51C7C066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81A9464-7918-498B-E09C-4164335A11FD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0BABA5B9-B778-4E10-80F3-747A799ADC37"/>
          <p:cNvPicPr>
            <a:picLocks noChangeAspect="1"/>
          </p:cNvPicPr>
          <p:nvPr/>
        </p:nvPicPr>
        <p:blipFill>
          <a:blip r:embed="rId2" cstate="print">
            <a:extLst>
              <a:ext uri="{B9E67969-BC34-42E9-D558-131B1D2D694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C2D02210-3788-4D48-1BCB-776CEB0A08C7"/>
          <p:cNvPicPr>
            <a:picLocks noChangeAspect="1"/>
          </p:cNvPicPr>
          <p:nvPr/>
        </p:nvPicPr>
        <p:blipFill>
          <a:blip r:embed="rId3" cstate="print">
            <a:extLst>
              <a:ext uri="{A869A8B5-1016-4849-DADA-5637B4F1830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ABE10A74-D369-49FC-D951-D61BF0C31D22"/>
          <p:cNvPicPr>
            <a:picLocks noChangeAspect="1"/>
          </p:cNvPicPr>
          <p:nvPr/>
        </p:nvPicPr>
        <p:blipFill>
          <a:blip r:embed="rId4" cstate="print">
            <a:extLst>
              <a:ext uri="{4859CE21-0235-47C6-379C-ADC226F0E6D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5F5178A-92BC-4B9A-8844-B7B07A54AF8C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483E82D8-AA80-4516-1BAB-6C689579C863"/>
          <p:cNvPicPr>
            <a:picLocks noChangeAspect="1"/>
          </p:cNvPicPr>
          <p:nvPr/>
        </p:nvPicPr>
        <p:blipFill>
          <a:blip r:embed="rId2" cstate="print">
            <a:extLst>
              <a:ext uri="{ED5747DF-7B5F-4D99-C2D3-8F5F752490A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9773D270-64F7-43D3-36CE-4B5252FA31EB"/>
          <p:cNvPicPr>
            <a:picLocks noChangeAspect="1"/>
          </p:cNvPicPr>
          <p:nvPr/>
        </p:nvPicPr>
        <p:blipFill>
          <a:blip r:embed="rId3" cstate="print">
            <a:extLst>
              <a:ext uri="{32789B42-E756-443B-4B0E-69172A91DFC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CF306EDE-5797-4FDE-E53E-B831E904F732"/>
          <p:cNvPicPr>
            <a:picLocks noChangeAspect="1"/>
          </p:cNvPicPr>
          <p:nvPr/>
        </p:nvPicPr>
        <p:blipFill>
          <a:blip r:embed="rId4" cstate="print">
            <a:extLst>
              <a:ext uri="{5E5F8C18-1C06-4E33-0986-AD8CFB8ADBF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C4A4CF8-DA05-4BFB-D211-0BCBE9593CAD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4BBDD87F-2DCE-4B17-9A29-1A07E942EA8A"/>
          <p:cNvPicPr>
            <a:picLocks noChangeAspect="1"/>
          </p:cNvPicPr>
          <p:nvPr/>
        </p:nvPicPr>
        <p:blipFill>
          <a:blip r:embed="rId2" cstate="print">
            <a:extLst>
              <a:ext uri="{55AC7428-EC89-478A-FC76-75460D976EB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108D036E-FC70-4A50-BB45-DD55A834725F"/>
          <p:cNvPicPr>
            <a:picLocks noChangeAspect="1"/>
          </p:cNvPicPr>
          <p:nvPr/>
        </p:nvPicPr>
        <p:blipFill>
          <a:blip r:embed="rId3" cstate="print">
            <a:extLst>
              <a:ext uri="{2F10D60D-F016-46F3-11CF-C70545E76C3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4D5475F1-1EC6-4EB9-462F-F0090EBB96D7"/>
          <p:cNvPicPr>
            <a:picLocks noChangeAspect="1"/>
          </p:cNvPicPr>
          <p:nvPr/>
        </p:nvPicPr>
        <p:blipFill>
          <a:blip r:embed="rId4" cstate="print">
            <a:extLst>
              <a:ext uri="{88BD68C6-13F8-40C1-C953-C2ACA0AB2C3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27464AD-170F-4EA0-520C-F0DAF8D232E5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F71500EC-24B9-4E95-6342-092FE4781CFA"/>
          <p:cNvPicPr>
            <a:picLocks noChangeAspect="1"/>
          </p:cNvPicPr>
          <p:nvPr/>
        </p:nvPicPr>
        <p:blipFill>
          <a:blip r:embed="rId2" cstate="print">
            <a:extLst>
              <a:ext uri="{92C15079-725B-4D52-D8C3-5B2C1142849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F56F18DF-1F34-4FB0-9F85-4F0ED44A1ED9"/>
          <p:cNvPicPr>
            <a:picLocks noChangeAspect="1"/>
          </p:cNvPicPr>
          <p:nvPr/>
        </p:nvPicPr>
        <p:blipFill>
          <a:blip r:embed="rId3" cstate="print">
            <a:extLst>
              <a:ext uri="{377FFFB0-58AE-4547-CFD2-838FBBD2064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7B7433E6-9883-490E-B4A5-F0AE90C3D8EF"/>
          <p:cNvPicPr>
            <a:picLocks noChangeAspect="1"/>
          </p:cNvPicPr>
          <p:nvPr/>
        </p:nvPicPr>
        <p:blipFill>
          <a:blip r:embed="rId4" cstate="print">
            <a:extLst>
              <a:ext uri="{6F74DFAA-95A6-41A1-0DAF-F81DF5E3CAF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AE1B10C-0AB6-4F9E-DBDA-6FF4455740EC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CD5FBE3C-681D-4F8A-BB8F-823D57EFB96A"/>
          <p:cNvPicPr>
            <a:picLocks noChangeAspect="1"/>
          </p:cNvPicPr>
          <p:nvPr/>
        </p:nvPicPr>
        <p:blipFill>
          <a:blip r:embed="rId2" cstate="print">
            <a:extLst>
              <a:ext uri="{97DAD6A9-4D05-4E16-4329-9252FE5FD99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05C527BF-6342-4F7D-98FB-4A5A17EA4B9F"/>
          <p:cNvPicPr>
            <a:picLocks noChangeAspect="1"/>
          </p:cNvPicPr>
          <p:nvPr/>
        </p:nvPicPr>
        <p:blipFill>
          <a:blip r:embed="rId3" cstate="print">
            <a:extLst>
              <a:ext uri="{5FB13F15-EA98-4D37-F642-C024B81FE8C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1101F729-2AD3-4518-AAE8-179004D21C10"/>
          <p:cNvPicPr>
            <a:picLocks noChangeAspect="1"/>
          </p:cNvPicPr>
          <p:nvPr/>
        </p:nvPicPr>
        <p:blipFill>
          <a:blip r:embed="rId4" cstate="print">
            <a:extLst>
              <a:ext uri="{0C221F2D-3724-452A-E6EE-7F3DA760BA1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51FF4BF-0D1C-42F9-01B7-1CC314735EC8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C70F8E8C-525A-47E1-7AA9-F87352A00801"/>
          <p:cNvPicPr>
            <a:picLocks noChangeAspect="1"/>
          </p:cNvPicPr>
          <p:nvPr/>
        </p:nvPicPr>
        <p:blipFill>
          <a:blip r:embed="rId2" cstate="print">
            <a:extLst>
              <a:ext uri="{D519BCC7-10BE-4903-5051-D538A71F490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AFC24AD0-E6C6-425C-49CE-06F1A4C09589"/>
          <p:cNvPicPr>
            <a:picLocks noChangeAspect="1"/>
          </p:cNvPicPr>
          <p:nvPr/>
        </p:nvPicPr>
        <p:blipFill>
          <a:blip r:embed="rId3" cstate="print">
            <a:extLst>
              <a:ext uri="{82022144-CC38-476B-373F-B35EDFED86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E6E6E6C1-2F21-477C-A1A9-6EF01D5E3C11"/>
          <p:cNvPicPr>
            <a:picLocks noChangeAspect="1"/>
          </p:cNvPicPr>
          <p:nvPr/>
        </p:nvPicPr>
        <p:blipFill>
          <a:blip r:embed="rId4" cstate="print">
            <a:extLst>
              <a:ext uri="{5F6B706A-19FD-4142-FC41-07F17DE5DB0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CA777A3-D342-45EE-5DA4-F3FA546587BA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1623A047-79DC-4E97-BB83-8834531FD8B8"/>
          <p:cNvPicPr>
            <a:picLocks noChangeAspect="1"/>
          </p:cNvPicPr>
          <p:nvPr/>
        </p:nvPicPr>
        <p:blipFill>
          <a:blip r:embed="rId2" cstate="print">
            <a:extLst>
              <a:ext uri="{2AE93F38-0EA2-40CE-E3AE-2D05347D578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6B053C09-06A2-487C-381B-5B35C9C50DC4"/>
          <p:cNvPicPr>
            <a:picLocks noChangeAspect="1"/>
          </p:cNvPicPr>
          <p:nvPr/>
        </p:nvPicPr>
        <p:blipFill>
          <a:blip r:embed="rId3" cstate="print">
            <a:extLst>
              <a:ext uri="{90688B78-2A3F-4AD6-E86B-58795DFCBAD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F4A0A5CE-B058-4DFB-671D-05EB8B77BD1B"/>
          <p:cNvPicPr>
            <a:picLocks noChangeAspect="1"/>
          </p:cNvPicPr>
          <p:nvPr/>
        </p:nvPicPr>
        <p:blipFill>
          <a:blip r:embed="rId4" cstate="print">
            <a:extLst>
              <a:ext uri="{B8725FFA-B30A-411D-9108-535F17F7604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AD94BFF-2E8F-4E26-D2FB-4658A7B0D621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2AA40A29-8212-4873-78A9-C76843182151"/>
          <p:cNvPicPr>
            <a:picLocks noChangeAspect="1"/>
          </p:cNvPicPr>
          <p:nvPr/>
        </p:nvPicPr>
        <p:blipFill>
          <a:blip r:embed="rId2" cstate="print">
            <a:extLst>
              <a:ext uri="{83225E46-155C-489F-9DC3-BC732770681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E464AAB8-7667-48B9-7EFF-F46811F5036B"/>
          <p:cNvPicPr>
            <a:picLocks noChangeAspect="1"/>
          </p:cNvPicPr>
          <p:nvPr/>
        </p:nvPicPr>
        <p:blipFill>
          <a:blip r:embed="rId3" cstate="print">
            <a:extLst>
              <a:ext uri="{87A204FC-74D5-4712-2645-CBFCCE24F2B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1ED6F8B1-7446-4772-E7DF-B53961EBDF12"/>
          <p:cNvPicPr>
            <a:picLocks noChangeAspect="1"/>
          </p:cNvPicPr>
          <p:nvPr/>
        </p:nvPicPr>
        <p:blipFill>
          <a:blip r:embed="rId4" cstate="print">
            <a:extLst>
              <a:ext uri="{46E9E037-3EA1-48AB-CB0B-B1DDD0E3A62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05E8D2B-1911-4FC1-7A1F-0D5B514C89E8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F0DF8BDC-E043-49A9-CC7F-B92E2B6240A3"/>
          <p:cNvPicPr>
            <a:picLocks noChangeAspect="1"/>
          </p:cNvPicPr>
          <p:nvPr/>
        </p:nvPicPr>
        <p:blipFill>
          <a:blip r:embed="rId2" cstate="print">
            <a:extLst>
              <a:ext uri="{30715418-4AC5-42E2-ECAA-FCEB0E726D3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5CD53B8C-14D8-427E-DBC3-E3EA42106E88"/>
          <p:cNvPicPr>
            <a:picLocks noChangeAspect="1"/>
          </p:cNvPicPr>
          <p:nvPr/>
        </p:nvPicPr>
        <p:blipFill>
          <a:blip r:embed="rId3" cstate="print">
            <a:extLst>
              <a:ext uri="{6960DB71-1163-45AC-CCF0-11D0D0C0B4D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679074C7-4FA4-4A10-C745-8EC2826EC5A8"/>
          <p:cNvPicPr>
            <a:picLocks noChangeAspect="1"/>
          </p:cNvPicPr>
          <p:nvPr/>
        </p:nvPicPr>
        <p:blipFill>
          <a:blip r:embed="rId4" cstate="print">
            <a:extLst>
              <a:ext uri="{74DBCCE1-F62F-4751-443D-F09965ADB36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EB66BFF-759F-47BC-9ED6-6FCCB05B90CE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CA6D61DC-7EEA-4751-8FAA-BD203BCA3E9A"/>
          <p:cNvPicPr>
            <a:picLocks noChangeAspect="1"/>
          </p:cNvPicPr>
          <p:nvPr/>
        </p:nvPicPr>
        <p:blipFill>
          <a:blip r:embed="rId2" cstate="print">
            <a:extLst>
              <a:ext uri="{3C315078-4019-465B-F4C5-A04A04766C5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C080D65D-DE88-4A6B-D263-DCDD08F2695C"/>
          <p:cNvPicPr>
            <a:picLocks noChangeAspect="1"/>
          </p:cNvPicPr>
          <p:nvPr/>
        </p:nvPicPr>
        <p:blipFill>
          <a:blip r:embed="rId3" cstate="print">
            <a:extLst>
              <a:ext uri="{BB6571CF-6A2C-46D5-129E-206E28B58C7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8A6293CF-2A47-4038-03B5-A918C7F8F2ED"/>
          <p:cNvPicPr>
            <a:picLocks noChangeAspect="1"/>
          </p:cNvPicPr>
          <p:nvPr/>
        </p:nvPicPr>
        <p:blipFill>
          <a:blip r:embed="rId4" cstate="print">
            <a:extLst>
              <a:ext uri="{49A4C955-6771-41E4-F147-65C370A823E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733C665-4AB3-4D7A-DD43-7D4424113A07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7912CB27-EF7E-458D-6FC1-BA5C8B753F5B"/>
          <p:cNvPicPr>
            <a:picLocks noChangeAspect="1"/>
          </p:cNvPicPr>
          <p:nvPr/>
        </p:nvPicPr>
        <p:blipFill>
          <a:blip r:embed="rId2" cstate="print">
            <a:extLst>
              <a:ext uri="{71C28B61-D79F-48A1-103A-DE4B7265F62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2" name="VectorPath 20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3" name="VectorPath 20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4" name="8058BBD9-52D4-430F-23EB-3FC98731BAA1"/>
          <p:cNvPicPr>
            <a:picLocks noChangeAspect="1"/>
          </p:cNvPicPr>
          <p:nvPr/>
        </p:nvPicPr>
        <p:blipFill>
          <a:blip r:embed="rId3" cstate="print">
            <a:extLst>
              <a:ext uri="{34A8E75F-4059-4F0D-B68C-E8E75389EB8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8" name="A8B94467-62D8-40E2-5477-E017C8A62B75"/>
          <p:cNvPicPr>
            <a:picLocks noChangeAspect="1"/>
          </p:cNvPicPr>
          <p:nvPr/>
        </p:nvPicPr>
        <p:blipFill>
          <a:blip r:embed="rId4" cstate="print">
            <a:extLst>
              <a:ext uri="{6947FAA4-3FCF-4D88-9C6D-48ABDCE9F6C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C82744B-20A4-4BD1-8655-EAE73BE30855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ectorPath 20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0" name="6F259BE2-287B-492B-6E1E-6418918E9F3A"/>
          <p:cNvPicPr>
            <a:picLocks noChangeAspect="1"/>
          </p:cNvPicPr>
          <p:nvPr/>
        </p:nvPicPr>
        <p:blipFill>
          <a:blip r:embed="rId2" cstate="print">
            <a:extLst>
              <a:ext uri="{16E737DA-C0B6-4BBE-7E90-702CC125A90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2" name="VectorPath 21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3" name="EDB6E674-ECA7-4D49-A8FD-A13832A2233C"/>
          <p:cNvPicPr>
            <a:picLocks noChangeAspect="1"/>
          </p:cNvPicPr>
          <p:nvPr/>
        </p:nvPicPr>
        <p:blipFill>
          <a:blip r:embed="rId3" cstate="print">
            <a:extLst>
              <a:ext uri="{1F0C65C9-C61D-451A-C784-CAFBE97EC1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7" name="4FCFE3E5-D095-476C-8BFD-1A524028A1C3"/>
          <p:cNvPicPr>
            <a:picLocks noChangeAspect="1"/>
          </p:cNvPicPr>
          <p:nvPr/>
        </p:nvPicPr>
        <p:blipFill>
          <a:blip r:embed="rId4" cstate="print">
            <a:extLst>
              <a:ext uri="{0FB1C359-281B-4EB3-B233-5BC0BD9AE57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5EC673D-C336-4A3E-D167-D9676E1896CF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8502E837-F83F-45CE-87BF-734514A11502"/>
          <p:cNvPicPr>
            <a:picLocks noChangeAspect="1"/>
          </p:cNvPicPr>
          <p:nvPr/>
        </p:nvPicPr>
        <p:blipFill>
          <a:blip r:embed="rId2" cstate="print">
            <a:extLst>
              <a:ext uri="{92E5B9F6-0096-4151-5887-22DD05D546E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1" name="VectorPath 22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2" name="36C83D7B-637F-4C41-17C8-2D2C5232F8E9"/>
          <p:cNvPicPr>
            <a:picLocks noChangeAspect="1"/>
          </p:cNvPicPr>
          <p:nvPr/>
        </p:nvPicPr>
        <p:blipFill>
          <a:blip r:embed="rId3" cstate="print">
            <a:extLst>
              <a:ext uri="{BE1E2751-2F25-4CBA-D354-33F92C33136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4" name="TextBox22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5" name="TextBox22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6" name="BAF6E611-1C20-4A98-E263-2E2B5DDD9CB9"/>
          <p:cNvPicPr>
            <a:picLocks noChangeAspect="1"/>
          </p:cNvPicPr>
          <p:nvPr/>
        </p:nvPicPr>
        <p:blipFill>
          <a:blip r:embed="rId4" cstate="print">
            <a:extLst>
              <a:ext uri="{823ECD38-DC27-41A4-0601-30ABA5B5B58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E6E7158-D43A-4D17-5B5F-D5E933B343A6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VectorPath 22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8" name="3B6411D3-8ACF-4E19-A084-C140D6271D29"/>
          <p:cNvPicPr>
            <a:picLocks noChangeAspect="1"/>
          </p:cNvPicPr>
          <p:nvPr/>
        </p:nvPicPr>
        <p:blipFill>
          <a:blip r:embed="rId2" cstate="print">
            <a:extLst>
              <a:ext uri="{74E85B45-3973-4476-C2C4-9601721FCD8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0" name="VectorPath 23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1" name="C32CDE90-5987-4FEB-7427-3F3C6E33BABF"/>
          <p:cNvPicPr>
            <a:picLocks noChangeAspect="1"/>
          </p:cNvPicPr>
          <p:nvPr/>
        </p:nvPicPr>
        <p:blipFill>
          <a:blip r:embed="rId3" cstate="print">
            <a:extLst>
              <a:ext uri="{1563660F-4472-4D95-2DA7-450FA6C7F9E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3" name="TextBox23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4" name="TextBox23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5" name="F17D9A8A-6EC2-4C14-65DA-54B343B3184A"/>
          <p:cNvPicPr>
            <a:picLocks noChangeAspect="1"/>
          </p:cNvPicPr>
          <p:nvPr/>
        </p:nvPicPr>
        <p:blipFill>
          <a:blip r:embed="rId4" cstate="print">
            <a:extLst>
              <a:ext uri="{2F7DA06F-D109-4135-7CD4-AAEAAF2819C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D7E64CE-5057-4916-11BA-C334A9862AAE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VectorPath 23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7" name="428FC8BF-427D-4D42-ACBD-B365D0D60182"/>
          <p:cNvPicPr>
            <a:picLocks noChangeAspect="1"/>
          </p:cNvPicPr>
          <p:nvPr/>
        </p:nvPicPr>
        <p:blipFill>
          <a:blip r:embed="rId2" cstate="print">
            <a:extLst>
              <a:ext uri="{2165B1C6-37D8-428E-0689-54ACAF1E84C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9" name="VectorPath 23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0" name="4D4A21AA-7C76-4480-FC8C-58EEBE8795B7"/>
          <p:cNvPicPr>
            <a:picLocks noChangeAspect="1"/>
          </p:cNvPicPr>
          <p:nvPr/>
        </p:nvPicPr>
        <p:blipFill>
          <a:blip r:embed="rId3" cstate="print">
            <a:extLst>
              <a:ext uri="{40A75293-50CC-47E6-580D-787A6A77D8A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1" name="VectorPath 2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2" name="TextBox24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4" name="5835A776-B373-4BDC-30F4-AC0CF9777276"/>
          <p:cNvPicPr>
            <a:picLocks noChangeAspect="1"/>
          </p:cNvPicPr>
          <p:nvPr/>
        </p:nvPicPr>
        <p:blipFill>
          <a:blip r:embed="rId4" cstate="print">
            <a:extLst>
              <a:ext uri="{329B4A40-9147-4765-3301-A223FEB7A08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31E13B5-3351-4C59-598A-B8F2CEAF1929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VectorPath 24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6" name="BD6FC103-ED6E-4938-3085-65F2EEF6B2C5"/>
          <p:cNvPicPr>
            <a:picLocks noChangeAspect="1"/>
          </p:cNvPicPr>
          <p:nvPr/>
        </p:nvPicPr>
        <p:blipFill>
          <a:blip r:embed="rId2" cstate="print">
            <a:extLst>
              <a:ext uri="{90BBE3BD-1888-4AA7-A971-B31DCFC1E75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47" name="BC8CDFD5-119B-47F1-DD91-5C3FBEE20713"/>
          <p:cNvPicPr>
            <a:picLocks noChangeAspect="1"/>
          </p:cNvPicPr>
          <p:nvPr/>
        </p:nvPicPr>
        <p:blipFill>
          <a:blip r:embed="rId3" cstate="print">
            <a:extLst>
              <a:ext uri="{1069B229-3278-4422-3DE1-90825E49E7A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48" name="VectorPath 24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49" name="B6F6A520-562A-4130-F7FB-6AAF4D3AB1A1"/>
          <p:cNvPicPr>
            <a:picLocks noChangeAspect="1"/>
          </p:cNvPicPr>
          <p:nvPr/>
        </p:nvPicPr>
        <p:blipFill>
          <a:blip r:embed="rId4" cstate="print">
            <a:extLst>
              <a:ext uri="{E58C2AAB-63E3-405C-D73A-CC17A5AEDAF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50" name="1DEB4419-5AF4-4B63-E4C0-E421A2C3FFE6"/>
          <p:cNvPicPr>
            <a:picLocks noChangeAspect="1"/>
          </p:cNvPicPr>
          <p:nvPr/>
        </p:nvPicPr>
        <p:blipFill>
          <a:blip r:embed="rId5" cstate="print">
            <a:extLst>
              <a:ext uri="{A6D182E6-42C7-4D9A-5BAB-EB26DF4736D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51" name="Combination 251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252" name="VectorPath 252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53" name="VectorPath 253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54" name="TextBox254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55" name="VectorPath 25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6" name="TextBox25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7" name="TextBox25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EDFE2EE-24BB-4E2C-59CE-3169913788C4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VectorPath 25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9" name="8C06D8B4-FAD8-4BD0-4F7E-D14290B66DA3"/>
          <p:cNvPicPr>
            <a:picLocks noChangeAspect="1"/>
          </p:cNvPicPr>
          <p:nvPr/>
        </p:nvPicPr>
        <p:blipFill>
          <a:blip r:embed="rId2" cstate="print">
            <a:extLst>
              <a:ext uri="{496870B8-E5A8-4B1B-DC68-4D18EB6650B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60" name="3CF19869-CDBC-4DD5-2024-53983729F020"/>
          <p:cNvPicPr>
            <a:picLocks noChangeAspect="1"/>
          </p:cNvPicPr>
          <p:nvPr/>
        </p:nvPicPr>
        <p:blipFill>
          <a:blip r:embed="rId3" cstate="print">
            <a:extLst>
              <a:ext uri="{0D80B96E-0195-4885-9FD4-025C28BDE7C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61" name="VectorPath 26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62" name="2DE901AF-6BE9-408C-FDB4-1E5A5AE4BA17"/>
          <p:cNvPicPr>
            <a:picLocks noChangeAspect="1"/>
          </p:cNvPicPr>
          <p:nvPr/>
        </p:nvPicPr>
        <p:blipFill>
          <a:blip r:embed="rId4" cstate="print">
            <a:extLst>
              <a:ext uri="{4098CB90-6DE5-46E3-6EBE-958060F0017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63" name="7082C691-5D50-42F4-6294-622361114623"/>
          <p:cNvPicPr>
            <a:picLocks noChangeAspect="1"/>
          </p:cNvPicPr>
          <p:nvPr/>
        </p:nvPicPr>
        <p:blipFill>
          <a:blip r:embed="rId5" cstate="print">
            <a:extLst>
              <a:ext uri="{DA702AAA-E0AD-41BF-885E-0DE902A1FBF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64" name="Combination 264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265" name="VectorPath 26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66" name="VectorPath 26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267" name="TextBox267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68" name="VectorPath 26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9" name="TextBox26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0" name="TextBox27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4EBDE403-583E-4B28-32A6-4140F34A9BF8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VectorPath 27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72" name="7541AB9D-040C-4F6F-822C-5DBC250871E8"/>
          <p:cNvPicPr>
            <a:picLocks noChangeAspect="1"/>
          </p:cNvPicPr>
          <p:nvPr/>
        </p:nvPicPr>
        <p:blipFill>
          <a:blip r:embed="rId2" cstate="print">
            <a:extLst>
              <a:ext uri="{AFD05A48-CCBD-4D9C-A11A-835EC4E3C1A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73" name="VectorPath 27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74" name="E36AF39C-0E34-4966-726C-C8CC65136DFD"/>
          <p:cNvPicPr>
            <a:picLocks noChangeAspect="1"/>
          </p:cNvPicPr>
          <p:nvPr/>
        </p:nvPicPr>
        <p:blipFill>
          <a:blip r:embed="rId3" cstate="print">
            <a:extLst>
              <a:ext uri="{62C869A2-46BA-42AF-97F4-1FEC5EC0CDB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75" name="954DCCD4-2D68-4C6F-E1C5-7F847DC69BE4"/>
          <p:cNvPicPr>
            <a:picLocks noChangeAspect="1"/>
          </p:cNvPicPr>
          <p:nvPr/>
        </p:nvPicPr>
        <p:blipFill>
          <a:blip r:embed="rId4" cstate="print">
            <a:extLst>
              <a:ext uri="{26A0C6D1-628E-4F98-4F42-86205EB54F3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76" name="VectorPath 27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77" name="TextBox27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8" name="TextBox27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79" name="BC062870-5B04-4B64-CF87-E20B83725FC3"/>
          <p:cNvPicPr>
            <a:picLocks noChangeAspect="1"/>
          </p:cNvPicPr>
          <p:nvPr/>
        </p:nvPicPr>
        <p:blipFill>
          <a:blip r:embed="rId5" cstate="print">
            <a:extLst>
              <a:ext uri="{3C58402C-7D99-4C0C-04E2-82ADA08B5C5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6375DB8-2934-4EE6-B3D1-C7341338A313}"/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VectorPath 28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81" name="9B178FA5-3A5F-43E0-873F-F5177977EECD"/>
          <p:cNvPicPr>
            <a:picLocks noChangeAspect="1"/>
          </p:cNvPicPr>
          <p:nvPr/>
        </p:nvPicPr>
        <p:blipFill>
          <a:blip r:embed="rId2" cstate="print">
            <a:extLst>
              <a:ext uri="{AC760A7C-106C-4502-A23F-B5495FB9876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82" name="VectorPath 28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83" name="57B4FA3D-6858-47AD-A898-ED96A5062CF6"/>
          <p:cNvPicPr>
            <a:picLocks noChangeAspect="1"/>
          </p:cNvPicPr>
          <p:nvPr/>
        </p:nvPicPr>
        <p:blipFill>
          <a:blip r:embed="rId3" cstate="print">
            <a:extLst>
              <a:ext uri="{C0D7CB01-292D-4AF9-8989-94138E38D04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84" name="B42FFEB2-19A7-40C0-F698-006212E29BBB"/>
          <p:cNvPicPr>
            <a:picLocks noChangeAspect="1"/>
          </p:cNvPicPr>
          <p:nvPr/>
        </p:nvPicPr>
        <p:blipFill>
          <a:blip r:embed="rId4" cstate="print">
            <a:extLst>
              <a:ext uri="{49F2D061-655A-4143-9D05-618CB085EBC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85" name="VectorPath 28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86" name="TextBox28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87" name="TextBox28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8" name="E1CA1132-2365-4E0A-2D12-B7E5422BF503"/>
          <p:cNvPicPr>
            <a:picLocks noChangeAspect="1"/>
          </p:cNvPicPr>
          <p:nvPr/>
        </p:nvPicPr>
        <p:blipFill>
          <a:blip r:embed="rId5" cstate="print">
            <a:extLst>
              <a:ext uri="{831001EC-778C-4E86-259D-606064AF2DC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914F411-38A1-4C6B-7A3D-57C25CF619E8}"/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VectorPath 2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0" name="F79D4981-131F-4D52-8526-96C9C1A7926F"/>
          <p:cNvPicPr>
            <a:picLocks noChangeAspect="1"/>
          </p:cNvPicPr>
          <p:nvPr/>
        </p:nvPicPr>
        <p:blipFill>
          <a:blip r:embed="rId2" cstate="print">
            <a:extLst>
              <a:ext uri="{696292E6-03AC-4EB9-6A8C-2ABBBB2FD25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91" name="VectorPath 29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92" name="55E3291C-4858-4F0B-AFB3-01A327904D5C"/>
          <p:cNvPicPr>
            <a:picLocks noChangeAspect="1"/>
          </p:cNvPicPr>
          <p:nvPr/>
        </p:nvPicPr>
        <p:blipFill>
          <a:blip r:embed="rId3" cstate="print">
            <a:extLst>
              <a:ext uri="{AF44D00F-A1BF-4154-B5E0-D961B2C5873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93" name="5FE6D0D9-2331-41C7-1425-7AF1523FC49A"/>
          <p:cNvPicPr>
            <a:picLocks noChangeAspect="1"/>
          </p:cNvPicPr>
          <p:nvPr/>
        </p:nvPicPr>
        <p:blipFill>
          <a:blip r:embed="rId4" cstate="print">
            <a:extLst>
              <a:ext uri="{AC5C9AE0-93CB-4B40-654B-D1E32A8FA29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94" name="VectorPath 29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95" name="TextBox29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96" name="TextBox29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97" name="5C25A8BA-A87C-4DCF-D603-BEE09E0F5F91"/>
          <p:cNvPicPr>
            <a:picLocks noChangeAspect="1"/>
          </p:cNvPicPr>
          <p:nvPr/>
        </p:nvPicPr>
        <p:blipFill>
          <a:blip r:embed="rId5" cstate="print">
            <a:extLst>
              <a:ext uri="{FC114ED4-59B0-43F2-785A-E343BB1FD37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816FB39-7E68-4B63-77FE-BED87146B115}"/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VectorPath 2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9" name="A99DBB65-FD43-4EB7-7C75-E8DFEF13EE1B"/>
          <p:cNvPicPr>
            <a:picLocks noChangeAspect="1"/>
          </p:cNvPicPr>
          <p:nvPr/>
        </p:nvPicPr>
        <p:blipFill>
          <a:blip r:embed="rId2" cstate="print">
            <a:extLst>
              <a:ext uri="{67556885-D693-4426-5BFE-0C11ABEE33B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00" name="VectorPath 30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01" name="4AD85A5B-89E3-46D3-670E-CB16B9001C76"/>
          <p:cNvPicPr>
            <a:picLocks noChangeAspect="1"/>
          </p:cNvPicPr>
          <p:nvPr/>
        </p:nvPicPr>
        <p:blipFill>
          <a:blip r:embed="rId3" cstate="print">
            <a:extLst>
              <a:ext uri="{14D02F1E-EBBF-4739-DF3F-303E7259735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02" name="8BDB9E74-B415-4C57-05EA-30F3604E257A"/>
          <p:cNvPicPr>
            <a:picLocks noChangeAspect="1"/>
          </p:cNvPicPr>
          <p:nvPr/>
        </p:nvPicPr>
        <p:blipFill>
          <a:blip r:embed="rId4" cstate="print">
            <a:extLst>
              <a:ext uri="{C490D508-9477-429E-0A9A-B520CC12C21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03" name="VectorPath 30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04" name="TextBox30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05" name="TextBox30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06" name="07E3E3C6-7CA8-4B87-B1D6-D78FD8555B8E"/>
          <p:cNvPicPr>
            <a:picLocks noChangeAspect="1"/>
          </p:cNvPicPr>
          <p:nvPr/>
        </p:nvPicPr>
        <p:blipFill>
          <a:blip r:embed="rId5" cstate="print">
            <a:extLst>
              <a:ext uri="{D3E28461-8328-478A-201D-BA888E3BADA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BA5FE76-A900-4DC3-6241-B7F403DE9617}"/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VectorPath 30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8" name="D75EA9EC-ED73-45D2-EFA1-C33E1A8EA56D"/>
          <p:cNvPicPr>
            <a:picLocks noChangeAspect="1"/>
          </p:cNvPicPr>
          <p:nvPr/>
        </p:nvPicPr>
        <p:blipFill>
          <a:blip r:embed="rId2" cstate="print">
            <a:extLst>
              <a:ext uri="{F55360BC-ABC5-47BF-355E-BD0F9BC995A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09" name="VectorPath 30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10" name="231F3197-EA93-425B-A9D1-BD13D7D2AAEE"/>
          <p:cNvPicPr>
            <a:picLocks noChangeAspect="1"/>
          </p:cNvPicPr>
          <p:nvPr/>
        </p:nvPicPr>
        <p:blipFill>
          <a:blip r:embed="rId3" cstate="print">
            <a:extLst>
              <a:ext uri="{0D95A33E-2974-4EFC-CDD0-F298C743A0A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11" name="38A1D2ED-783F-4BDC-E6DD-97CE03FE844B"/>
          <p:cNvPicPr>
            <a:picLocks noChangeAspect="1"/>
          </p:cNvPicPr>
          <p:nvPr/>
        </p:nvPicPr>
        <p:blipFill>
          <a:blip r:embed="rId4" cstate="print">
            <a:extLst>
              <a:ext uri="{F5C945F6-57C3-4D60-1E0C-760531C241F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12" name="VectorPath 31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13" name="TextBox31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14" name="TextBox31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15" name="87667FB6-7637-470B-B2D1-4C5957894B1A"/>
          <p:cNvPicPr>
            <a:picLocks noChangeAspect="1"/>
          </p:cNvPicPr>
          <p:nvPr/>
        </p:nvPicPr>
        <p:blipFill>
          <a:blip r:embed="rId5" cstate="print">
            <a:extLst>
              <a:ext uri="{0FC70632-EFF4-4AAB-884C-A3BD1EAB588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6028A1D-091E-45BD-2F79-37B03F0B21DF}"/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VectorPath 31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17" name="911274B8-7548-4E24-0046-6DDA67933CB0"/>
          <p:cNvPicPr>
            <a:picLocks noChangeAspect="1"/>
          </p:cNvPicPr>
          <p:nvPr/>
        </p:nvPicPr>
        <p:blipFill>
          <a:blip r:embed="rId2" cstate="print">
            <a:extLst>
              <a:ext uri="{27DFCE51-6C35-42FE-3564-B2C4E72AB46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8" name="VectorPath 31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19" name="DEC98FB4-62C8-45FA-FA12-A26F78A02B9E"/>
          <p:cNvPicPr>
            <a:picLocks noChangeAspect="1"/>
          </p:cNvPicPr>
          <p:nvPr/>
        </p:nvPicPr>
        <p:blipFill>
          <a:blip r:embed="rId3" cstate="print">
            <a:extLst>
              <a:ext uri="{AEAF125E-21E3-454B-FADB-55628682ACD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20" name="D3725F32-FD35-4A6B-5B0C-BCBE10385C0E"/>
          <p:cNvPicPr>
            <a:picLocks noChangeAspect="1"/>
          </p:cNvPicPr>
          <p:nvPr/>
        </p:nvPicPr>
        <p:blipFill>
          <a:blip r:embed="rId4" cstate="print">
            <a:extLst>
              <a:ext uri="{3B350886-4905-4BD4-8BA9-6D3AF8189F3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21" name="VectorPath 32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22" name="TextBox32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23" name="TextBox32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24" name="EAA32095-ACAF-4B15-6EFF-CC89BD1E6CF5"/>
          <p:cNvPicPr>
            <a:picLocks noChangeAspect="1"/>
          </p:cNvPicPr>
          <p:nvPr/>
        </p:nvPicPr>
        <p:blipFill>
          <a:blip r:embed="rId5" cstate="print">
            <a:extLst>
              <a:ext uri="{F5F76225-3137-42A4-04CA-11D321D2971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62B2E65-B6B2-4E48-B3D8-B4F015675F1A}"/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VectorPath 32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26" name="9E9FE8AD-19C2-45AB-A20C-7F477FDA9964"/>
          <p:cNvPicPr>
            <a:picLocks noChangeAspect="1"/>
          </p:cNvPicPr>
          <p:nvPr/>
        </p:nvPicPr>
        <p:blipFill>
          <a:blip r:embed="rId2" cstate="print">
            <a:extLst>
              <a:ext uri="{9DED2869-E995-4924-EB01-974D4DA7A6B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27" name="VectorPath 32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28" name="D2519E17-B859-4E6E-5217-97BBDFA020A6"/>
          <p:cNvPicPr>
            <a:picLocks noChangeAspect="1"/>
          </p:cNvPicPr>
          <p:nvPr/>
        </p:nvPicPr>
        <p:blipFill>
          <a:blip r:embed="rId3" cstate="print">
            <a:extLst>
              <a:ext uri="{B239AC8E-CE19-4067-7CD2-AAC6C250F5E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29" name="7EEA1A02-C1D4-4E8F-21F5-33FFAD8C6749"/>
          <p:cNvPicPr>
            <a:picLocks noChangeAspect="1"/>
          </p:cNvPicPr>
          <p:nvPr/>
        </p:nvPicPr>
        <p:blipFill>
          <a:blip r:embed="rId4" cstate="print">
            <a:extLst>
              <a:ext uri="{CB0DF6D7-DDB3-4A54-A072-EED160E042A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30" name="VectorPath 33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31" name="TextBox33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32" name="TextBox33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33" name="C8673F88-C6F2-4F33-8845-0D181581EAA5"/>
          <p:cNvPicPr>
            <a:picLocks noChangeAspect="1"/>
          </p:cNvPicPr>
          <p:nvPr/>
        </p:nvPicPr>
        <p:blipFill>
          <a:blip r:embed="rId5" cstate="print">
            <a:extLst>
              <a:ext uri="{EB79BB6E-839E-4292-8D20-77F59C2A422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0E9093C-633D-4597-E4C5-6D9941CA121C}"/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VectorPath 33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35" name="73882972-03D8-41CD-0EFF-D54FDDF88E97"/>
          <p:cNvPicPr>
            <a:picLocks noChangeAspect="1"/>
          </p:cNvPicPr>
          <p:nvPr/>
        </p:nvPicPr>
        <p:blipFill>
          <a:blip r:embed="rId2" cstate="print">
            <a:extLst>
              <a:ext uri="{E195B5E1-5CC3-45C6-B7B9-DFE940D35BF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36" name="VectorPath 33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37" name="D61E8AB5-C882-4B90-CABD-BD7F9C431E24"/>
          <p:cNvPicPr>
            <a:picLocks noChangeAspect="1"/>
          </p:cNvPicPr>
          <p:nvPr/>
        </p:nvPicPr>
        <p:blipFill>
          <a:blip r:embed="rId3" cstate="print">
            <a:extLst>
              <a:ext uri="{94247F59-802E-4AF0-76FD-ECB9FAC703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38" name="325FA0F4-65BE-4880-8F2B-995D3780F76C"/>
          <p:cNvPicPr>
            <a:picLocks noChangeAspect="1"/>
          </p:cNvPicPr>
          <p:nvPr/>
        </p:nvPicPr>
        <p:blipFill>
          <a:blip r:embed="rId4" cstate="print">
            <a:extLst>
              <a:ext uri="{C49643A5-3CFD-4FDB-A6D1-2BDDA64EEC6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39" name="VectorPath 33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40" name="TextBox34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41" name="TextBox34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42" name="9FAA9CE7-27D3-4891-08EE-446B52E8E351"/>
          <p:cNvPicPr>
            <a:picLocks noChangeAspect="1"/>
          </p:cNvPicPr>
          <p:nvPr/>
        </p:nvPicPr>
        <p:blipFill>
          <a:blip r:embed="rId5" cstate="print">
            <a:extLst>
              <a:ext uri="{A9C509A0-A75C-45E6-38DD-0075CED0BE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09B9C61-B6F4-454E-0A37-A93269C8F6B6}"/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VectorPath 34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44" name="8816C7D5-6DAD-4FCD-D1EF-7F24EBABA19D"/>
          <p:cNvPicPr>
            <a:picLocks noChangeAspect="1"/>
          </p:cNvPicPr>
          <p:nvPr/>
        </p:nvPicPr>
        <p:blipFill>
          <a:blip r:embed="rId2" cstate="print">
            <a:extLst>
              <a:ext uri="{E8F20409-FBD9-4803-468D-5B23A526C29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45" name="VectorPath 34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46" name="3EA69AF2-6EA2-44D8-A5E6-1273912C4F03"/>
          <p:cNvPicPr>
            <a:picLocks noChangeAspect="1"/>
          </p:cNvPicPr>
          <p:nvPr/>
        </p:nvPicPr>
        <p:blipFill>
          <a:blip r:embed="rId3" cstate="print">
            <a:extLst>
              <a:ext uri="{5BA3ECCF-AD41-4B33-DD9D-B6FE2D94781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47" name="092F5016-189F-4A95-316F-AD1C5B4F90F9"/>
          <p:cNvPicPr>
            <a:picLocks noChangeAspect="1"/>
          </p:cNvPicPr>
          <p:nvPr/>
        </p:nvPicPr>
        <p:blipFill>
          <a:blip r:embed="rId4" cstate="print">
            <a:extLst>
              <a:ext uri="{C3B6A7E8-DBA9-479B-C4D0-E6C07603F90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8" name="VectorPath 34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49" name="TextBox34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50" name="TextBox35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51" name="EAE541A7-F7CE-47B3-51C0-3E2EED52E0CB"/>
          <p:cNvPicPr>
            <a:picLocks noChangeAspect="1"/>
          </p:cNvPicPr>
          <p:nvPr/>
        </p:nvPicPr>
        <p:blipFill>
          <a:blip r:embed="rId5" cstate="print">
            <a:extLst>
              <a:ext uri="{D6F4881D-E803-432A-E538-05F14D7E17A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23BF310-BCBA-4646-145E-40B1ADADC148}"/>
    </p:extLst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VectorPath 35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53" name="8BD00004-57AA-41FB-1C46-79F940EC02AE"/>
          <p:cNvPicPr>
            <a:picLocks noChangeAspect="1"/>
          </p:cNvPicPr>
          <p:nvPr/>
        </p:nvPicPr>
        <p:blipFill>
          <a:blip r:embed="rId2" cstate="print">
            <a:extLst>
              <a:ext uri="{EF54E4FD-25BA-4A8D-D7CE-0CB34C6DB45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54" name="BB03BDFE-F6A5-4270-772F-07ABCBAA37B0"/>
          <p:cNvPicPr>
            <a:picLocks noChangeAspect="1"/>
          </p:cNvPicPr>
          <p:nvPr/>
        </p:nvPicPr>
        <p:blipFill>
          <a:blip r:embed="rId3" cstate="print">
            <a:extLst>
              <a:ext uri="{156712FF-B625-4A47-A889-FDCE637563A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55" name="VectorPath 35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56" name="1F2AD917-F353-46DD-AF80-C26A5F92F939"/>
          <p:cNvPicPr>
            <a:picLocks noChangeAspect="1"/>
          </p:cNvPicPr>
          <p:nvPr/>
        </p:nvPicPr>
        <p:blipFill>
          <a:blip r:embed="rId4" cstate="print">
            <a:extLst>
              <a:ext uri="{C5FC7FFE-E29C-4A14-73D2-9A59C1DF39F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57" name="96D7485D-25F5-4553-C829-CB69E2AEE57D"/>
          <p:cNvPicPr>
            <a:picLocks noChangeAspect="1"/>
          </p:cNvPicPr>
          <p:nvPr/>
        </p:nvPicPr>
        <p:blipFill>
          <a:blip r:embed="rId5" cstate="print">
            <a:extLst>
              <a:ext uri="{62F2E503-8CC3-4A76-3550-7746166E2B2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58" name="Combination 358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359" name="VectorPath 359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60" name="VectorPath 360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361" name="TextBox361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62" name="VectorPath 36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63" name="TextBox36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4" name="TextBox36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FBF7665-CBE4-40D2-F755-89A9DB9847FF}"/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VectorPath 3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66" name="D3A8F68F-6436-41D5-9D0D-2C3761B91377"/>
          <p:cNvPicPr>
            <a:picLocks noChangeAspect="1"/>
          </p:cNvPicPr>
          <p:nvPr/>
        </p:nvPicPr>
        <p:blipFill>
          <a:blip r:embed="rId2" cstate="print">
            <a:extLst>
              <a:ext uri="{882C9617-0673-4AA6-386F-13F70175A9E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67" name="56C8B0CE-370D-4B4B-15C1-C4CB2A55901D"/>
          <p:cNvPicPr>
            <a:picLocks noChangeAspect="1"/>
          </p:cNvPicPr>
          <p:nvPr/>
        </p:nvPicPr>
        <p:blipFill>
          <a:blip r:embed="rId3" cstate="print">
            <a:extLst>
              <a:ext uri="{86A4C042-A268-4FCB-BFD7-4640DADE905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68" name="VectorPath 36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69" name="878A2C2B-D6FB-46C0-A246-4CDDF8645FFE"/>
          <p:cNvPicPr>
            <a:picLocks noChangeAspect="1"/>
          </p:cNvPicPr>
          <p:nvPr/>
        </p:nvPicPr>
        <p:blipFill>
          <a:blip r:embed="rId4" cstate="print">
            <a:extLst>
              <a:ext uri="{14B35F3B-529D-4FC2-7242-63B5CA3C7FD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70" name="81EA5485-CAA1-498E-CA1B-036338DE4815"/>
          <p:cNvPicPr>
            <a:picLocks noChangeAspect="1"/>
          </p:cNvPicPr>
          <p:nvPr/>
        </p:nvPicPr>
        <p:blipFill>
          <a:blip r:embed="rId5" cstate="print">
            <a:extLst>
              <a:ext uri="{08CF94CC-93C2-43C1-0427-B9327866CA4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71" name="Combination 371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372" name="VectorPath 372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73" name="VectorPath 373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374" name="TextBox374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75" name="VectorPath 37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76" name="TextBox37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77" name="TextBox37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714FAA91-8872-479B-4556-FAA5D7892E0B}"/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VectorPath 37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79" name="99D85C8F-A80D-4B43-E9D2-182AECF41156"/>
          <p:cNvPicPr>
            <a:picLocks noChangeAspect="1"/>
          </p:cNvPicPr>
          <p:nvPr/>
        </p:nvPicPr>
        <p:blipFill>
          <a:blip r:embed="rId2" cstate="print">
            <a:extLst>
              <a:ext uri="{FD4F42C3-E036-4E8A-C796-56B634CD74C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80" name="VectorPath 38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81" name="C51E7DA4-8F50-4D58-27BA-F78275640E27"/>
          <p:cNvPicPr>
            <a:picLocks noChangeAspect="1"/>
          </p:cNvPicPr>
          <p:nvPr/>
        </p:nvPicPr>
        <p:blipFill>
          <a:blip r:embed="rId3" cstate="print">
            <a:extLst>
              <a:ext uri="{A502E9CD-4122-43A7-28E1-1193AD43612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82" name="7EEAB39A-68E2-496C-BEDB-46C3B73A8210"/>
          <p:cNvPicPr>
            <a:picLocks noChangeAspect="1"/>
          </p:cNvPicPr>
          <p:nvPr/>
        </p:nvPicPr>
        <p:blipFill>
          <a:blip r:embed="rId4" cstate="print">
            <a:extLst>
              <a:ext uri="{18EB6403-C331-4018-AD1A-4B17F79FAAF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83" name="VectorPath 38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84" name="TextBox38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85" name="TextBox38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86" name="DF276B3A-97C6-44D4-8476-EF8EFCD71329"/>
          <p:cNvPicPr>
            <a:picLocks noChangeAspect="1"/>
          </p:cNvPicPr>
          <p:nvPr/>
        </p:nvPicPr>
        <p:blipFill>
          <a:blip r:embed="rId5" cstate="print">
            <a:extLst>
              <a:ext uri="{8773A4C5-7AC7-48F2-DA5C-66E36603485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5B5E23A-7E0A-4D0C-12EB-8C3CE63BE275}"/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VectorPath 38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88" name="B75447DC-9C7B-4630-48B3-E7989DF5E38A"/>
          <p:cNvPicPr>
            <a:picLocks noChangeAspect="1"/>
          </p:cNvPicPr>
          <p:nvPr/>
        </p:nvPicPr>
        <p:blipFill>
          <a:blip r:embed="rId2" cstate="print">
            <a:extLst>
              <a:ext uri="{929B55A3-E2D7-4752-A48D-54A6AADEE59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89" name="VectorPath 38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90" name="540F0A69-6E5C-42B8-1D4F-D43ACEE54812"/>
          <p:cNvPicPr>
            <a:picLocks noChangeAspect="1"/>
          </p:cNvPicPr>
          <p:nvPr/>
        </p:nvPicPr>
        <p:blipFill>
          <a:blip r:embed="rId3" cstate="print">
            <a:extLst>
              <a:ext uri="{5B02C75C-7BC1-4B9B-7D01-40A4538C736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91" name="AB9A24A6-4FA4-45A1-FED6-E3A17C7E16F9"/>
          <p:cNvPicPr>
            <a:picLocks noChangeAspect="1"/>
          </p:cNvPicPr>
          <p:nvPr/>
        </p:nvPicPr>
        <p:blipFill>
          <a:blip r:embed="rId4" cstate="print">
            <a:extLst>
              <a:ext uri="{38F27121-8D96-4373-EE49-8E47307FF04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92" name="VectorPath 39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93" name="TextBox39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94" name="TextBox39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95" name="B1658B2B-EAA5-44C5-06A8-73FD49DC030F"/>
          <p:cNvPicPr>
            <a:picLocks noChangeAspect="1"/>
          </p:cNvPicPr>
          <p:nvPr/>
        </p:nvPicPr>
        <p:blipFill>
          <a:blip r:embed="rId5" cstate="print">
            <a:extLst>
              <a:ext uri="{B5261062-D1E6-4ECE-93E7-14F7E5460D8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9E4B8D7-27AC-4320-04DA-3967600CF3B1}"/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VectorPath 39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7" name="C884A807-BC99-43D1-2B15-40C67C984676"/>
          <p:cNvPicPr>
            <a:picLocks noChangeAspect="1"/>
          </p:cNvPicPr>
          <p:nvPr/>
        </p:nvPicPr>
        <p:blipFill>
          <a:blip r:embed="rId2" cstate="print">
            <a:extLst>
              <a:ext uri="{D55CB53A-2841-4E81-17CE-C76F300CD74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98" name="VectorPath 39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99" name="42AF5E49-43B3-4B7E-17B9-13FC38BD40AB"/>
          <p:cNvPicPr>
            <a:picLocks noChangeAspect="1"/>
          </p:cNvPicPr>
          <p:nvPr/>
        </p:nvPicPr>
        <p:blipFill>
          <a:blip r:embed="rId3" cstate="print">
            <a:extLst>
              <a:ext uri="{5111AA22-584E-4C44-CB46-74BC69D151A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00" name="B1D92ACA-89E1-401F-65A4-4D470EF1EA42"/>
          <p:cNvPicPr>
            <a:picLocks noChangeAspect="1"/>
          </p:cNvPicPr>
          <p:nvPr/>
        </p:nvPicPr>
        <p:blipFill>
          <a:blip r:embed="rId4" cstate="print">
            <a:extLst>
              <a:ext uri="{718A9376-1E9B-4636-054C-E2BE2C01879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01" name="VectorPath 40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02" name="TextBox40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03" name="TextBox40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04" name="368102C5-3758-4E86-E79A-A1B0A9E3038E"/>
          <p:cNvPicPr>
            <a:picLocks noChangeAspect="1"/>
          </p:cNvPicPr>
          <p:nvPr/>
        </p:nvPicPr>
        <p:blipFill>
          <a:blip r:embed="rId5" cstate="print">
            <a:extLst>
              <a:ext uri="{33EE4DF2-57C5-4732-D123-C6EF12E0381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4FDD9F1-A3E4-40AC-639F-DE130378CC41}"/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VectorPath 40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06" name="A4B21195-8ED6-4DF1-0FE3-13EC1BC1391A"/>
          <p:cNvPicPr>
            <a:picLocks noChangeAspect="1"/>
          </p:cNvPicPr>
          <p:nvPr/>
        </p:nvPicPr>
        <p:blipFill>
          <a:blip r:embed="rId2" cstate="print">
            <a:extLst>
              <a:ext uri="{51BB7CAE-13DF-4DC5-5131-0E9832BF4C9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7" name="VectorPath 40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08" name="EF0DCFBF-22D8-47C2-7E1E-4602D101F37A"/>
          <p:cNvPicPr>
            <a:picLocks noChangeAspect="1"/>
          </p:cNvPicPr>
          <p:nvPr/>
        </p:nvPicPr>
        <p:blipFill>
          <a:blip r:embed="rId3" cstate="print">
            <a:extLst>
              <a:ext uri="{21F1B3B4-F968-4728-D6A9-DD84FFC28C3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09" name="F21A1AAD-9640-46B6-397F-158E75C95CC2"/>
          <p:cNvPicPr>
            <a:picLocks noChangeAspect="1"/>
          </p:cNvPicPr>
          <p:nvPr/>
        </p:nvPicPr>
        <p:blipFill>
          <a:blip r:embed="rId4" cstate="print">
            <a:extLst>
              <a:ext uri="{69B55096-11D2-4756-533F-A42DAFB7F85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10" name="VectorPath 41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11" name="TextBox41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12" name="TextBox41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13" name="B3A35DB0-9F8F-4931-F365-68BEF827C8B2"/>
          <p:cNvPicPr>
            <a:picLocks noChangeAspect="1"/>
          </p:cNvPicPr>
          <p:nvPr/>
        </p:nvPicPr>
        <p:blipFill>
          <a:blip r:embed="rId5" cstate="print">
            <a:extLst>
              <a:ext uri="{8627030D-054A-487E-6A8B-965EC343AC0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177BCE6-4EBA-4802-3316-8B298FCCFA9C}"/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VectorPath 41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15" name="D27A38EE-76EC-4C24-404E-523DAA81D408"/>
          <p:cNvPicPr>
            <a:picLocks noChangeAspect="1"/>
          </p:cNvPicPr>
          <p:nvPr/>
        </p:nvPicPr>
        <p:blipFill>
          <a:blip r:embed="rId2" cstate="print">
            <a:extLst>
              <a:ext uri="{A5D158D9-D40B-44CA-59D3-75E8AD0FCFD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16" name="VectorPath 41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17" name="A15600BF-9030-4D6B-586C-CC672669088D"/>
          <p:cNvPicPr>
            <a:picLocks noChangeAspect="1"/>
          </p:cNvPicPr>
          <p:nvPr/>
        </p:nvPicPr>
        <p:blipFill>
          <a:blip r:embed="rId3" cstate="print">
            <a:extLst>
              <a:ext uri="{DA807ABA-BD91-4018-610E-34EF8ABEF3A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18" name="AFEA6C77-C939-4A3F-CBD4-161F5162FA0D"/>
          <p:cNvPicPr>
            <a:picLocks noChangeAspect="1"/>
          </p:cNvPicPr>
          <p:nvPr/>
        </p:nvPicPr>
        <p:blipFill>
          <a:blip r:embed="rId4" cstate="print">
            <a:extLst>
              <a:ext uri="{187FC11A-AD99-4684-1745-8C57848982B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19" name="VectorPath 41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20" name="TextBox42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21" name="TextBox42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22" name="C8FE90ED-9CD9-4672-4940-F1C19412211F"/>
          <p:cNvPicPr>
            <a:picLocks noChangeAspect="1"/>
          </p:cNvPicPr>
          <p:nvPr/>
        </p:nvPicPr>
        <p:blipFill>
          <a:blip r:embed="rId5" cstate="print">
            <a:extLst>
              <a:ext uri="{2A46830D-C997-421E-BD88-C4FA82C7AD8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0EDD41F-B70F-4005-E8FF-A27C3D53A07E}"/>
    </p:extLst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VectorPath 42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24" name="9E1BECEC-4A1F-43E1-7A26-BFBD3143B19A"/>
          <p:cNvPicPr>
            <a:picLocks noChangeAspect="1"/>
          </p:cNvPicPr>
          <p:nvPr/>
        </p:nvPicPr>
        <p:blipFill>
          <a:blip r:embed="rId2" cstate="print">
            <a:extLst>
              <a:ext uri="{A1F3EB7B-CC60-4475-16F2-9FA138AA93F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25" name="VectorPath 42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26" name="904893BB-F54F-482B-4403-A7FCFE49CFD6"/>
          <p:cNvPicPr>
            <a:picLocks noChangeAspect="1"/>
          </p:cNvPicPr>
          <p:nvPr/>
        </p:nvPicPr>
        <p:blipFill>
          <a:blip r:embed="rId3" cstate="print">
            <a:extLst>
              <a:ext uri="{A19847B4-40A5-42E5-4D2D-B95CAA1E5A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27" name="3087990D-C089-4AB6-7556-E8F408A6E031"/>
          <p:cNvPicPr>
            <a:picLocks noChangeAspect="1"/>
          </p:cNvPicPr>
          <p:nvPr/>
        </p:nvPicPr>
        <p:blipFill>
          <a:blip r:embed="rId4" cstate="print">
            <a:extLst>
              <a:ext uri="{5B0D6BE0-4DB3-41AE-B107-E627CCF9DD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28" name="VectorPath 42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29" name="TextBox42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30" name="TextBox43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31" name="67B9B7E7-4C16-41FB-7272-916B7E35ECA8"/>
          <p:cNvPicPr>
            <a:picLocks noChangeAspect="1"/>
          </p:cNvPicPr>
          <p:nvPr/>
        </p:nvPicPr>
        <p:blipFill>
          <a:blip r:embed="rId5" cstate="print">
            <a:extLst>
              <a:ext uri="{68B30028-6BB4-470C-19D9-9FDDF22F324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99E87E2-F86D-4F2D-69C3-6ED4199998AD}"/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VectorPath 43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33" name="E6670CD7-E210-4041-1967-702286B52324"/>
          <p:cNvPicPr>
            <a:picLocks noChangeAspect="1"/>
          </p:cNvPicPr>
          <p:nvPr/>
        </p:nvPicPr>
        <p:blipFill>
          <a:blip r:embed="rId2" cstate="print">
            <a:extLst>
              <a:ext uri="{0283D388-E977-488F-DB24-D82E2F50581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34" name="VectorPath 43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35" name="B128746C-46C1-4738-E3FC-922DFD3B5463"/>
          <p:cNvPicPr>
            <a:picLocks noChangeAspect="1"/>
          </p:cNvPicPr>
          <p:nvPr/>
        </p:nvPicPr>
        <p:blipFill>
          <a:blip r:embed="rId3" cstate="print">
            <a:extLst>
              <a:ext uri="{F84EE352-DC75-4AE1-5023-B0A111185D4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36" name="6BCDE0BA-BEBE-42B6-F46E-3461E5FD7666"/>
          <p:cNvPicPr>
            <a:picLocks noChangeAspect="1"/>
          </p:cNvPicPr>
          <p:nvPr/>
        </p:nvPicPr>
        <p:blipFill>
          <a:blip r:embed="rId4" cstate="print">
            <a:extLst>
              <a:ext uri="{F550F019-6322-48CC-AFC6-B2D71834AD1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7" name="VectorPath 43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38" name="TextBox43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39" name="TextBox43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40" name="FF7D8FCF-FDEA-4E3E-4F0F-B6DA73E1CF72"/>
          <p:cNvPicPr>
            <a:picLocks noChangeAspect="1"/>
          </p:cNvPicPr>
          <p:nvPr/>
        </p:nvPicPr>
        <p:blipFill>
          <a:blip r:embed="rId5" cstate="print">
            <a:extLst>
              <a:ext uri="{92C8AD97-BE0B-4E10-73D5-06CB0C5A46A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D5DE1AA-2D74-4661-7ACB-BEE8219A5262}"/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VectorPath 44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42" name="B0041C76-11E8-4BCB-28B0-AFB39C81F758"/>
          <p:cNvPicPr>
            <a:picLocks noChangeAspect="1"/>
          </p:cNvPicPr>
          <p:nvPr/>
        </p:nvPicPr>
        <p:blipFill>
          <a:blip r:embed="rId2" cstate="print">
            <a:extLst>
              <a:ext uri="{14E0C901-83C3-4CE5-A9FD-69DAC305A69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43" name="ABC14369-A666-4A42-76DD-505840C6BE19"/>
          <p:cNvPicPr>
            <a:picLocks noChangeAspect="1"/>
          </p:cNvPicPr>
          <p:nvPr/>
        </p:nvPicPr>
        <p:blipFill>
          <a:blip r:embed="rId3" cstate="print">
            <a:extLst>
              <a:ext uri="{07F43651-BC42-4E85-EE7B-9CF8DD15CFE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44" name="VectorPath 44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45" name="40803E27-58AE-4239-2131-39ED197FE6BA"/>
          <p:cNvPicPr>
            <a:picLocks noChangeAspect="1"/>
          </p:cNvPicPr>
          <p:nvPr/>
        </p:nvPicPr>
        <p:blipFill>
          <a:blip r:embed="rId4" cstate="print">
            <a:extLst>
              <a:ext uri="{DE4BBF6B-03EE-4144-5E68-189966C4BD9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46" name="C148232B-307A-4172-CA41-21BF46E80CE0"/>
          <p:cNvPicPr>
            <a:picLocks noChangeAspect="1"/>
          </p:cNvPicPr>
          <p:nvPr/>
        </p:nvPicPr>
        <p:blipFill>
          <a:blip r:embed="rId5" cstate="print">
            <a:extLst>
              <a:ext uri="{A847762B-33D2-4CE6-4320-E83DD865C7E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47" name="Combination 447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448" name="VectorPath 448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49" name="VectorPath 449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450" name="TextBox450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451" name="VectorPath 45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52" name="TextBox45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3" name="TextBox45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6490CFC1-9354-49DC-507A-C996DB5E6969}"/>
    </p:extLst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VectorPath 45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55" name="FFB2FD74-E873-44E7-36FE-694F51675F6E"/>
          <p:cNvPicPr>
            <a:picLocks noChangeAspect="1"/>
          </p:cNvPicPr>
          <p:nvPr/>
        </p:nvPicPr>
        <p:blipFill>
          <a:blip r:embed="rId2" cstate="print">
            <a:extLst>
              <a:ext uri="{39BEA4AD-1BED-467A-B7E4-CA56667510E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56" name="VectorPath 45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57" name="77A1A53B-69D5-4502-84AD-84EC3F310562"/>
          <p:cNvPicPr>
            <a:picLocks noChangeAspect="1"/>
          </p:cNvPicPr>
          <p:nvPr/>
        </p:nvPicPr>
        <p:blipFill>
          <a:blip r:embed="rId3" cstate="print">
            <a:extLst>
              <a:ext uri="{4575C31A-85B1-4245-4501-9C89044601D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58" name="3091789E-FADE-4DA1-40C5-7B1799BBACAA"/>
          <p:cNvPicPr>
            <a:picLocks noChangeAspect="1"/>
          </p:cNvPicPr>
          <p:nvPr/>
        </p:nvPicPr>
        <p:blipFill>
          <a:blip r:embed="rId4" cstate="print">
            <a:extLst>
              <a:ext uri="{F9EC5B6D-D2BF-487C-DE93-7B3DD9EB512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59" name="VectorPath 45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60" name="TextBox46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61" name="TextBox46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2" name="2F155C5D-1006-423B-43AB-4EB702AB99F1"/>
          <p:cNvPicPr>
            <a:picLocks noChangeAspect="1"/>
          </p:cNvPicPr>
          <p:nvPr/>
        </p:nvPicPr>
        <p:blipFill>
          <a:blip r:embed="rId5" cstate="print">
            <a:extLst>
              <a:ext uri="{16899D5C-7B4C-4B0D-EE77-07ACF7AB9C5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04FC6C6-A05D-47E6-9AFF-4578A65CEA24}"/>
    </p:extLst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VectorPath 46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64" name="F1A1A627-C4FD-4777-56D8-D69624AA096E"/>
          <p:cNvPicPr>
            <a:picLocks noChangeAspect="1"/>
          </p:cNvPicPr>
          <p:nvPr/>
        </p:nvPicPr>
        <p:blipFill>
          <a:blip r:embed="rId2" cstate="print">
            <a:extLst>
              <a:ext uri="{4FAE072E-0ABB-457B-9546-6F719D623D9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65" name="VectorPath 46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66" name="461C0776-C342-4A98-E6BF-2E7942F267DF"/>
          <p:cNvPicPr>
            <a:picLocks noChangeAspect="1"/>
          </p:cNvPicPr>
          <p:nvPr/>
        </p:nvPicPr>
        <p:blipFill>
          <a:blip r:embed="rId3" cstate="print">
            <a:extLst>
              <a:ext uri="{C72BB6C0-F8F2-418B-81D1-BB2D10EC220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67" name="6C8D1414-6EB9-4300-41B5-827A639A16BC"/>
          <p:cNvPicPr>
            <a:picLocks noChangeAspect="1"/>
          </p:cNvPicPr>
          <p:nvPr/>
        </p:nvPicPr>
        <p:blipFill>
          <a:blip r:embed="rId4" cstate="print">
            <a:extLst>
              <a:ext uri="{B5E7881A-CBF0-497B-6E3F-5214A88A1C4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68" name="VectorPath 46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69" name="TextBox46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70" name="TextBox47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71" name="70A32628-0A97-43CA-3650-8C115DA3CA8E"/>
          <p:cNvPicPr>
            <a:picLocks noChangeAspect="1"/>
          </p:cNvPicPr>
          <p:nvPr/>
        </p:nvPicPr>
        <p:blipFill>
          <a:blip r:embed="rId5" cstate="print">
            <a:extLst>
              <a:ext uri="{26DFD07A-5A9D-43E5-78C5-308074F368F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92BB03B-A37E-4834-E36E-EF4FED8A8DF8}"/>
    </p:extLst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VectorPath 47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73" name="07150B2A-A9F1-48CF-626F-B9817523AC1A"/>
          <p:cNvPicPr>
            <a:picLocks noChangeAspect="1"/>
          </p:cNvPicPr>
          <p:nvPr/>
        </p:nvPicPr>
        <p:blipFill>
          <a:blip r:embed="rId2" cstate="print">
            <a:extLst>
              <a:ext uri="{3139EF78-0A8E-4A05-76EF-6BB120707A1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74" name="VectorPath 47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75" name="600BF5AF-BCE7-4D1C-5A23-5886976FD9BF"/>
          <p:cNvPicPr>
            <a:picLocks noChangeAspect="1"/>
          </p:cNvPicPr>
          <p:nvPr/>
        </p:nvPicPr>
        <p:blipFill>
          <a:blip r:embed="rId3" cstate="print">
            <a:extLst>
              <a:ext uri="{496E396B-3C2A-4046-FE2D-20C9FA35A44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76" name="D2F561F6-9E4E-4ADA-5142-D137D3E5E408"/>
          <p:cNvPicPr>
            <a:picLocks noChangeAspect="1"/>
          </p:cNvPicPr>
          <p:nvPr/>
        </p:nvPicPr>
        <p:blipFill>
          <a:blip r:embed="rId4" cstate="print">
            <a:extLst>
              <a:ext uri="{4C251D9A-D158-400A-E622-3B5D1E4364D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77" name="VectorPath 47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78" name="TextBox47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79" name="TextBox47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80" name="D538BEC7-31FB-413E-5568-CE60039E195D"/>
          <p:cNvPicPr>
            <a:picLocks noChangeAspect="1"/>
          </p:cNvPicPr>
          <p:nvPr/>
        </p:nvPicPr>
        <p:blipFill>
          <a:blip r:embed="rId5" cstate="print">
            <a:extLst>
              <a:ext uri="{E4496B76-2DDD-4757-CAEE-E291250E794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6AA337F-83A1-48EF-E662-789BCAB4EFEC}"/>
    </p:extLst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VectorPath 48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2" name="018EB36F-EC1E-44CD-C007-D15186630E04"/>
          <p:cNvPicPr>
            <a:picLocks noChangeAspect="1"/>
          </p:cNvPicPr>
          <p:nvPr/>
        </p:nvPicPr>
        <p:blipFill>
          <a:blip r:embed="rId2" cstate="print">
            <a:extLst>
              <a:ext uri="{BEB1AA84-2633-4B7D-B7AA-F634F593427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83" name="VectorPath 48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84" name="75DA728C-4927-430E-85BA-937E157B0186"/>
          <p:cNvPicPr>
            <a:picLocks noChangeAspect="1"/>
          </p:cNvPicPr>
          <p:nvPr/>
        </p:nvPicPr>
        <p:blipFill>
          <a:blip r:embed="rId3" cstate="print">
            <a:extLst>
              <a:ext uri="{A3A8D030-5BB3-415A-CA38-8B26E3DD68D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85" name="520461FE-B930-48BE-9128-504A9617AF2D"/>
          <p:cNvPicPr>
            <a:picLocks noChangeAspect="1"/>
          </p:cNvPicPr>
          <p:nvPr/>
        </p:nvPicPr>
        <p:blipFill>
          <a:blip r:embed="rId4" cstate="print">
            <a:extLst>
              <a:ext uri="{5BC4A7EC-D36F-4D6E-6D4A-62D367AA718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86" name="VectorPath 48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87" name="TextBox48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88" name="TextBox48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89" name="907074A0-CF3B-4FED-F3E9-2D159E9715E0"/>
          <p:cNvPicPr>
            <a:picLocks noChangeAspect="1"/>
          </p:cNvPicPr>
          <p:nvPr/>
        </p:nvPicPr>
        <p:blipFill>
          <a:blip r:embed="rId5" cstate="print">
            <a:extLst>
              <a:ext uri="{05A9C1B1-AAA5-4788-0B2F-77858B341DA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0681099-93BD-44A6-324E-D9EA0E1333C9}"/>
    </p:extLst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VectorPath 49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91" name="FA50CA03-C6B5-4E8F-6E09-068B9BFB6F4F"/>
          <p:cNvPicPr>
            <a:picLocks noChangeAspect="1"/>
          </p:cNvPicPr>
          <p:nvPr/>
        </p:nvPicPr>
        <p:blipFill>
          <a:blip r:embed="rId2" cstate="print">
            <a:extLst>
              <a:ext uri="{2EAFFDA2-BE44-4D9A-70BF-6F55FE5855A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2" name="VectorPath 49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93" name="3D851490-9231-405D-E00F-71AA920DCC7A"/>
          <p:cNvPicPr>
            <a:picLocks noChangeAspect="1"/>
          </p:cNvPicPr>
          <p:nvPr/>
        </p:nvPicPr>
        <p:blipFill>
          <a:blip r:embed="rId3" cstate="print">
            <a:extLst>
              <a:ext uri="{463BF6D0-1294-4C7D-3BEC-3A6C0981AD0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94" name="F92D2FBC-1455-4BF0-2F05-494F527D2F92"/>
          <p:cNvPicPr>
            <a:picLocks noChangeAspect="1"/>
          </p:cNvPicPr>
          <p:nvPr/>
        </p:nvPicPr>
        <p:blipFill>
          <a:blip r:embed="rId4" cstate="print">
            <a:extLst>
              <a:ext uri="{1E9BC586-E70F-4755-D6FD-13DE23BC98A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95" name="VectorPath 49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96" name="TextBox49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97" name="TextBox49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98" name="72CD8EF0-642F-4C25-7914-62FD4414CCB2"/>
          <p:cNvPicPr>
            <a:picLocks noChangeAspect="1"/>
          </p:cNvPicPr>
          <p:nvPr/>
        </p:nvPicPr>
        <p:blipFill>
          <a:blip r:embed="rId5" cstate="print">
            <a:extLst>
              <a:ext uri="{1A8E42DC-20D6-48F7-CCE9-26D26DFFE65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4A075C1-8F31-4964-BBC0-D9651000FCCD}"/>
    </p:extLst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VectorPath 49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00" name="85FBCA30-0F4A-4E98-2F66-16232BEA55DC"/>
          <p:cNvPicPr>
            <a:picLocks noChangeAspect="1"/>
          </p:cNvPicPr>
          <p:nvPr/>
        </p:nvPicPr>
        <p:blipFill>
          <a:blip r:embed="rId2" cstate="print">
            <a:extLst>
              <a:ext uri="{385E8984-D813-4BF1-3208-0A3270E875F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01" name="VectorPath 50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02" name="64431AFA-1231-4A84-7FF0-7530804CE41A"/>
          <p:cNvPicPr>
            <a:picLocks noChangeAspect="1"/>
          </p:cNvPicPr>
          <p:nvPr/>
        </p:nvPicPr>
        <p:blipFill>
          <a:blip r:embed="rId3" cstate="print">
            <a:extLst>
              <a:ext uri="{862DF0B9-5843-4FA2-BC4E-9D8B8F8B7D1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03" name="59BD546D-CFE4-44E4-8B0C-DC31BE082245"/>
          <p:cNvPicPr>
            <a:picLocks noChangeAspect="1"/>
          </p:cNvPicPr>
          <p:nvPr/>
        </p:nvPicPr>
        <p:blipFill>
          <a:blip r:embed="rId4" cstate="print">
            <a:extLst>
              <a:ext uri="{3E88F799-0332-437D-FBE6-FE858D7AA39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04" name="VectorPath 50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05" name="TextBox50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06" name="TextBox50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07" name="F3061282-1872-409F-29F4-E479EBF528EC"/>
          <p:cNvPicPr>
            <a:picLocks noChangeAspect="1"/>
          </p:cNvPicPr>
          <p:nvPr/>
        </p:nvPicPr>
        <p:blipFill>
          <a:blip r:embed="rId5" cstate="print">
            <a:extLst>
              <a:ext uri="{B190F665-A681-4126-0337-67C7B52B120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EB4732F-5993-4E85-C6D3-215448F3B18B}"/>
    </p:extLst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VectorPath 50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09" name="D55EAB54-709B-44A7-E5DA-5DF788968043"/>
          <p:cNvPicPr>
            <a:picLocks noChangeAspect="1"/>
          </p:cNvPicPr>
          <p:nvPr/>
        </p:nvPicPr>
        <p:blipFill>
          <a:blip r:embed="rId2" cstate="print">
            <a:extLst>
              <a:ext uri="{6A293981-B53A-44B6-C213-A22B9C06912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10" name="VectorPath 51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11" name="D44B8B50-64D2-4CD4-37FE-A08F1D97BFD4"/>
          <p:cNvPicPr>
            <a:picLocks noChangeAspect="1"/>
          </p:cNvPicPr>
          <p:nvPr/>
        </p:nvPicPr>
        <p:blipFill>
          <a:blip r:embed="rId3" cstate="print">
            <a:extLst>
              <a:ext uri="{7CA2302D-6908-4A37-419A-F3382528E83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12" name="04DF3050-62E8-47FF-A5AD-13E3228E742F"/>
          <p:cNvPicPr>
            <a:picLocks noChangeAspect="1"/>
          </p:cNvPicPr>
          <p:nvPr/>
        </p:nvPicPr>
        <p:blipFill>
          <a:blip r:embed="rId4" cstate="print">
            <a:extLst>
              <a:ext uri="{6A623E5E-8165-4944-D46B-49E2D7BAADD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13" name="VectorPath 51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14" name="TextBox51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15" name="TextBox51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16" name="81160EE8-BE22-4B11-2A91-7DFC5C82B96A"/>
          <p:cNvPicPr>
            <a:picLocks noChangeAspect="1"/>
          </p:cNvPicPr>
          <p:nvPr/>
        </p:nvPicPr>
        <p:blipFill>
          <a:blip r:embed="rId5" cstate="print">
            <a:extLst>
              <a:ext uri="{EEC160B5-D8B9-473D-6AC6-30D78414410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A53BCA5-C3DC-4B15-B13B-CDF9B53D3C41}"/>
    </p:extLst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VectorPath 51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18" name="B080447F-D7D2-4BDE-B6EC-E667B75C64ED"/>
          <p:cNvPicPr>
            <a:picLocks noChangeAspect="1"/>
          </p:cNvPicPr>
          <p:nvPr/>
        </p:nvPicPr>
        <p:blipFill>
          <a:blip r:embed="rId2" cstate="print">
            <a:extLst>
              <a:ext uri="{3E85AC87-19C4-48A6-2FE2-8D57FF9DEC7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19" name="VectorPath 51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20" name="16B33D6D-51AE-4C51-BAB6-436A2A61DCFA"/>
          <p:cNvPicPr>
            <a:picLocks noChangeAspect="1"/>
          </p:cNvPicPr>
          <p:nvPr/>
        </p:nvPicPr>
        <p:blipFill>
          <a:blip r:embed="rId3" cstate="print">
            <a:extLst>
              <a:ext uri="{FE2FCB6B-1A12-4094-47A1-5BE231C7BB0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21" name="C3905410-D2D9-4514-0043-77F40AFF0161"/>
          <p:cNvPicPr>
            <a:picLocks noChangeAspect="1"/>
          </p:cNvPicPr>
          <p:nvPr/>
        </p:nvPicPr>
        <p:blipFill>
          <a:blip r:embed="rId4" cstate="print">
            <a:extLst>
              <a:ext uri="{F650348F-33D7-410A-4ECC-EFCD4711DA6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2" name="VectorPath 52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23" name="TextBox52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24" name="TextBox52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25" name="A42E973D-0814-4701-7AA0-934BC4220EB5"/>
          <p:cNvPicPr>
            <a:picLocks noChangeAspect="1"/>
          </p:cNvPicPr>
          <p:nvPr/>
        </p:nvPicPr>
        <p:blipFill>
          <a:blip r:embed="rId5" cstate="print">
            <a:extLst>
              <a:ext uri="{6B10AB68-7C78-405D-1491-3060A0EFD81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23A9A70-334D-4937-E308-C977CE692F6A}"/>
    </p:extLst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VectorPath 52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27" name="939E838F-59CD-451C-2E05-6EF5E3559B08"/>
          <p:cNvPicPr>
            <a:picLocks noChangeAspect="1"/>
          </p:cNvPicPr>
          <p:nvPr/>
        </p:nvPicPr>
        <p:blipFill>
          <a:blip r:embed="rId2" cstate="print">
            <a:extLst>
              <a:ext uri="{05974D55-CCC9-4BE8-EF0C-4923594DD5F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528" name="73F1ADE7-3A37-4AF9-36BD-1BD05019A6FC"/>
          <p:cNvPicPr>
            <a:picLocks noChangeAspect="1"/>
          </p:cNvPicPr>
          <p:nvPr/>
        </p:nvPicPr>
        <p:blipFill>
          <a:blip r:embed="rId3" cstate="print">
            <a:extLst>
              <a:ext uri="{805D9DEA-D1CC-4ED0-007F-3A7E0ED92B5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29" name="VectorPath 52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30" name="C6A0672F-A7CC-4364-B980-9B8DFB714DD2"/>
          <p:cNvPicPr>
            <a:picLocks noChangeAspect="1"/>
          </p:cNvPicPr>
          <p:nvPr/>
        </p:nvPicPr>
        <p:blipFill>
          <a:blip r:embed="rId4" cstate="print">
            <a:extLst>
              <a:ext uri="{CE496A11-8364-4420-14EB-5C4330949CE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31" name="3F52D053-F741-4AD0-A21E-134A53FB0599"/>
          <p:cNvPicPr>
            <a:picLocks noChangeAspect="1"/>
          </p:cNvPicPr>
          <p:nvPr/>
        </p:nvPicPr>
        <p:blipFill>
          <a:blip r:embed="rId5" cstate="print">
            <a:extLst>
              <a:ext uri="{01B2C421-CC01-4E60-2790-7D491C48C2D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532" name="Combination 532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533" name="VectorPath 533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534" name="VectorPath 534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535" name="TextBox535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536" name="VectorPath 53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7" name="TextBox53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38" name="TextBox53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C20B782D-5F12-48A6-0DF5-88F80EF0798C}"/>
    </p:extLst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VectorPath 53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40" name="309CC766-3445-46F2-C548-04304FAAB47F"/>
          <p:cNvPicPr>
            <a:picLocks noChangeAspect="1"/>
          </p:cNvPicPr>
          <p:nvPr/>
        </p:nvPicPr>
        <p:blipFill>
          <a:blip r:embed="rId2" cstate="print">
            <a:extLst>
              <a:ext uri="{E2B9FE8F-3326-4D60-D83F-0526562F874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41" name="VectorPath 54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42" name="2F1495DB-6114-4C67-CD7D-6AADF1FA9E9D"/>
          <p:cNvPicPr>
            <a:picLocks noChangeAspect="1"/>
          </p:cNvPicPr>
          <p:nvPr/>
        </p:nvPicPr>
        <p:blipFill>
          <a:blip r:embed="rId3" cstate="print">
            <a:extLst>
              <a:ext uri="{6B3C77DD-9483-444F-DB4B-4287746471F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43" name="1FAF5FA0-FA7A-4089-914C-D8AA895D6E73"/>
          <p:cNvPicPr>
            <a:picLocks noChangeAspect="1"/>
          </p:cNvPicPr>
          <p:nvPr/>
        </p:nvPicPr>
        <p:blipFill>
          <a:blip r:embed="rId4" cstate="print">
            <a:extLst>
              <a:ext uri="{19FBC27D-4B58-4C38-4B52-99296B13DD0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44" name="VectorPath 54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45" name="TextBox54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6" name="TextBox54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47" name="7DBEB366-717B-47C1-6212-6220BBF56BDC"/>
          <p:cNvPicPr>
            <a:picLocks noChangeAspect="1"/>
          </p:cNvPicPr>
          <p:nvPr/>
        </p:nvPicPr>
        <p:blipFill>
          <a:blip r:embed="rId5" cstate="print">
            <a:extLst>
              <a:ext uri="{43C9B254-61B1-4C48-9A96-E8E755840FA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D750157-4EAF-4342-DB24-9D1B1CDCD4A9}"/>
    </p:extLst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VectorPath 54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49" name="22967FE7-BA36-4FCA-582B-CBA75BBCB12F"/>
          <p:cNvPicPr>
            <a:picLocks noChangeAspect="1"/>
          </p:cNvPicPr>
          <p:nvPr/>
        </p:nvPicPr>
        <p:blipFill>
          <a:blip r:embed="rId2" cstate="print">
            <a:extLst>
              <a:ext uri="{BB121F4E-752E-4F4E-E758-80CAB219E1F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50" name="VectorPath 55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51" name="8CEDC086-EA75-4173-851E-F7FB3C569266"/>
          <p:cNvPicPr>
            <a:picLocks noChangeAspect="1"/>
          </p:cNvPicPr>
          <p:nvPr/>
        </p:nvPicPr>
        <p:blipFill>
          <a:blip r:embed="rId3" cstate="print">
            <a:extLst>
              <a:ext uri="{94387E78-3F32-4225-79D3-1EBEB426CE3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52" name="8AC4591C-72BA-4401-FF7D-9B7075B9541D"/>
          <p:cNvPicPr>
            <a:picLocks noChangeAspect="1"/>
          </p:cNvPicPr>
          <p:nvPr/>
        </p:nvPicPr>
        <p:blipFill>
          <a:blip r:embed="rId4" cstate="print">
            <a:extLst>
              <a:ext uri="{F20044FA-0E8C-4716-AC44-9125CF9CFB9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53" name="VectorPath 55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54" name="TextBox55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55" name="TextBox55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6" name="5FFF615A-0AC5-4966-C912-706F6A2F3597"/>
          <p:cNvPicPr>
            <a:picLocks noChangeAspect="1"/>
          </p:cNvPicPr>
          <p:nvPr/>
        </p:nvPicPr>
        <p:blipFill>
          <a:blip r:embed="rId5" cstate="print">
            <a:extLst>
              <a:ext uri="{408203A7-9F94-42B0-9CAB-BDEDBAB2398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950C541-8291-4302-5266-366951922261}"/>
    </p:extLst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VectorPath 55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58" name="6F5E618E-2073-4A67-9327-93D5C6C1842F"/>
          <p:cNvPicPr>
            <a:picLocks noChangeAspect="1"/>
          </p:cNvPicPr>
          <p:nvPr/>
        </p:nvPicPr>
        <p:blipFill>
          <a:blip r:embed="rId2" cstate="print">
            <a:extLst>
              <a:ext uri="{467C1275-D7F3-47F1-2E9D-5DFA0EB3348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59" name="VectorPath 55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60" name="D251DD64-1B19-4D7A-1AF5-64609587DD4B"/>
          <p:cNvPicPr>
            <a:picLocks noChangeAspect="1"/>
          </p:cNvPicPr>
          <p:nvPr/>
        </p:nvPicPr>
        <p:blipFill>
          <a:blip r:embed="rId3" cstate="print">
            <a:extLst>
              <a:ext uri="{615E416C-5745-47AD-FAB7-513990B055B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61" name="B48F5A19-04A9-4148-C9B7-55C9A2529537"/>
          <p:cNvPicPr>
            <a:picLocks noChangeAspect="1"/>
          </p:cNvPicPr>
          <p:nvPr/>
        </p:nvPicPr>
        <p:blipFill>
          <a:blip r:embed="rId4" cstate="print">
            <a:extLst>
              <a:ext uri="{01E07712-BC0B-45FA-6361-448A3BDC745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62" name="VectorPath 56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63" name="TextBox56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64" name="TextBox56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65" name="88F9D0C4-127F-4847-80C2-0808B89FF5BF"/>
          <p:cNvPicPr>
            <a:picLocks noChangeAspect="1"/>
          </p:cNvPicPr>
          <p:nvPr/>
        </p:nvPicPr>
        <p:blipFill>
          <a:blip r:embed="rId5" cstate="print">
            <a:extLst>
              <a:ext uri="{1BAE1A9B-141B-4618-1F53-55DE91DCED3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9D21133-AD3A-46EF-779B-22E6FA9F70F6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2EEE5E02-2D9E-491D-3758-52225255715B}"/>
  </a:extLst>
</a:theme>
</file>