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presProps.xml" ContentType="application/vnd.openxmlformats-officedocument.presentationml.presProps+xml"/>
  <Override PartName="/ppt/media/image10.png" ContentType="image/png"/>
  <Override PartName="/ppt/theme/theme1.xml" ContentType="application/vnd.openxmlformats-officedocument.theme+xml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40.png" ContentType="image/png"/>
  <Override PartName="/ppt/media/image41.png" ContentType="image/png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787E38CD-A0F7-401C-FD52-FBA58590077C}"/>
    <p:ext uri="{B874FCFE-FB87-453A-422B-09698C44DEC8}"/>
    <p:ext uri="{76DA113B-2F2E-4DC1-C153-E1F26004D48B}"/>
  </p:extLst>
</p:presentationPr>
</file>

<file path=ppt/tableStyles.xml><?xml version="1.0" encoding="utf-8"?>
<a:tblStyleLst xmlns:a="http://schemas.openxmlformats.org/drawingml/2006/main" def="{B59D88B9-3367-48F3-6DDC-032048B66FDE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7481-37FD-47B0-5957-44B5705F4A2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3DFE-19A4-41E6-EB43-5218A8820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82FC102-6C2D-4171-4F75-FA7039F39624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A9A4-C86C-4F3C-6327-78D6D24AA83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39F91-22E6-4593-E4F1-3CA3BDA0E7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07E051F-A8BE-46A1-1213-FA93E8DC4E5A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F35D8-E534-4DB3-A92A-C4C5F0BCC87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7293F-ED90-4449-8189-423C2E0E25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C40595F-B507-476C-6769-23BE6928B343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8589-D76A-4D25-139E-006B0EE3189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A914-F2DE-4342-97FD-3120F5B4E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8CA648F-7AD5-44B7-D753-16077FAC79EA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8C9E-823A-4D2B-5EE5-39276632AB5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3E52-3528-4762-5C0A-2E30676EC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D45E890-E257-45D6-74CB-9F7B897DF667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7506-6EBA-4138-323A-087D64886BB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03B48-2D85-4093-280B-7DCCBE2B52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F12D52C-9915-47BB-5B99-74174DF07AAD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4704F-A9D6-477F-8B60-4DB9913ED53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E049-14F5-48EC-8965-4493905CE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59AC655-474A-4179-B9FC-9F7775595663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A3E9-FBF5-4BBE-3E7B-3D9954DC8DC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B5A77-95F5-4724-21E5-A936B0BCD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1AA5487-B5B1-42CA-E51D-69CBE47279AE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88D-1CA2-4F88-EBCE-52A76DA1BD1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1B440-8865-406A-8776-B15F16E10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599221C-4E52-46D7-650B-A9C3D10630B1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8F9F-E8A2-40EF-511C-754C478180D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40A0F-D212-40C1-259E-52074E6D7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54EE0C7-2696-4481-41CB-7DF289F28F6E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4062-6F54-4910-A25B-EA9FC09DFD9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965EB-BD3E-4C8C-7EC8-976C64E74E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9E8F464-1D74-4834-0063-142842133167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D77CB-32C9-4EAA-003B-C666E0734289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2D58C-169E-49F6-3011-624E7D8302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D5A2E52-2933-468D-C895-4925F06A53FD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3B20763-AB42-49B7-97E6-8A88E3E43835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409E0E2C-5787-48EF-BAEF-1BBA285125A1"/>
          <p:cNvPicPr>
            <a:picLocks noChangeAspect="1"/>
          </p:cNvPicPr>
          <p:nvPr/>
        </p:nvPicPr>
        <p:blipFill>
          <a:blip r:embed="rId2" cstate="print">
            <a:extLst>
              <a:ext uri="{1C693C26-805B-44AA-B74F-E7C5C85287AB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EF38A228-034B-4DAA-DBAB-5345A2CE8431"/>
          <p:cNvPicPr>
            <a:picLocks noChangeAspect="1"/>
          </p:cNvPicPr>
          <p:nvPr/>
        </p:nvPicPr>
        <p:blipFill>
          <a:blip r:embed="rId3" cstate="print">
            <a:extLst>
              <a:ext uri="{D81FD1F2-70EF-44A4-D4C0-3D460163F48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E102493F-15CF-4F67-41CE-3A331064379F"/>
          <p:cNvPicPr>
            <a:picLocks noChangeAspect="1"/>
          </p:cNvPicPr>
          <p:nvPr/>
        </p:nvPicPr>
        <p:blipFill>
          <a:blip r:embed="rId4" cstate="print">
            <a:extLst>
              <a:ext uri="{E280E689-7C6C-4AF9-A947-C2C61C8DDB6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68D822A-2715-4CDA-738F-78FBF503D57B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7A0C4A4B-43A9-4BD0-28AF-2F4D6216663F"/>
          <p:cNvPicPr>
            <a:picLocks noChangeAspect="1"/>
          </p:cNvPicPr>
          <p:nvPr/>
        </p:nvPicPr>
        <p:blipFill>
          <a:blip r:embed="rId2" cstate="print">
            <a:extLst>
              <a:ext uri="{48E6741D-D5F0-42B3-ADF7-122384F0919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F0AF96D1-F14D-4658-35DA-044D92E34E5E"/>
          <p:cNvPicPr>
            <a:picLocks noChangeAspect="1"/>
          </p:cNvPicPr>
          <p:nvPr/>
        </p:nvPicPr>
        <p:blipFill>
          <a:blip r:embed="rId3" cstate="print">
            <a:extLst>
              <a:ext uri="{C1A4361D-F6F7-48C3-5560-C468DB47BE1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2E0F7F75-18E1-485E-0492-EA9B64EA7548"/>
          <p:cNvPicPr>
            <a:picLocks noChangeAspect="1"/>
          </p:cNvPicPr>
          <p:nvPr/>
        </p:nvPicPr>
        <p:blipFill>
          <a:blip r:embed="rId4" cstate="print">
            <a:extLst>
              <a:ext uri="{688D688B-652C-4224-F2DB-48AD0EE1D71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49D0661-65B8-4FDA-FFD3-BD80E12B19EE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8B5A3519-0358-40B4-7698-D5113404C6B7"/>
          <p:cNvPicPr>
            <a:picLocks noChangeAspect="1"/>
          </p:cNvPicPr>
          <p:nvPr/>
        </p:nvPicPr>
        <p:blipFill>
          <a:blip r:embed="rId2" cstate="print">
            <a:extLst>
              <a:ext uri="{48697D85-E590-4F24-5093-FBF212C34F1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1A2288A5-E85F-40BD-2582-A0FEC82FA7D2"/>
          <p:cNvPicPr>
            <a:picLocks noChangeAspect="1"/>
          </p:cNvPicPr>
          <p:nvPr/>
        </p:nvPicPr>
        <p:blipFill>
          <a:blip r:embed="rId3" cstate="print">
            <a:extLst>
              <a:ext uri="{270356D0-9BF6-4E48-AB16-B4893BA7300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C9F68A34-D613-46FF-1949-1D148D30EB58"/>
          <p:cNvPicPr>
            <a:picLocks noChangeAspect="1"/>
          </p:cNvPicPr>
          <p:nvPr/>
        </p:nvPicPr>
        <p:blipFill>
          <a:blip r:embed="rId4" cstate="print">
            <a:extLst>
              <a:ext uri="{DCBF99B4-3E8D-445A-063E-FFB948AEED5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4BC12CC-ACD5-41DC-802D-3CDAF23A749D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3A2BFD8C-3D98-4A16-6808-DC12F1BF1FBD"/>
          <p:cNvPicPr>
            <a:picLocks noChangeAspect="1"/>
          </p:cNvPicPr>
          <p:nvPr/>
        </p:nvPicPr>
        <p:blipFill>
          <a:blip r:embed="rId2" cstate="print">
            <a:extLst>
              <a:ext uri="{DB015032-EFCC-4BE8-6B5F-B42B00DF9A0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0B161CF3-8D11-43E2-BEB8-C2847EAF25D2"/>
          <p:cNvPicPr>
            <a:picLocks noChangeAspect="1"/>
          </p:cNvPicPr>
          <p:nvPr/>
        </p:nvPicPr>
        <p:blipFill>
          <a:blip r:embed="rId3" cstate="print">
            <a:extLst>
              <a:ext uri="{7C81A002-1308-4193-0995-6BCE34E3E02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83D3C513-5E87-4E48-3C1A-1B0412FA9AD9"/>
          <p:cNvPicPr>
            <a:picLocks noChangeAspect="1"/>
          </p:cNvPicPr>
          <p:nvPr/>
        </p:nvPicPr>
        <p:blipFill>
          <a:blip r:embed="rId4" cstate="print">
            <a:extLst>
              <a:ext uri="{3D243666-0D6C-4D2F-164C-20473450CF8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139EA12-6C0E-42A1-4FF5-FA486EF50989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7BA5A4F4-968C-4134-55B2-2874AE057F27"/>
          <p:cNvPicPr>
            <a:picLocks noChangeAspect="1"/>
          </p:cNvPicPr>
          <p:nvPr/>
        </p:nvPicPr>
        <p:blipFill>
          <a:blip r:embed="rId2" cstate="print">
            <a:extLst>
              <a:ext uri="{DCD7E8BE-CB96-482F-46DE-286F7F0D16F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EA705EF6-976A-4762-E920-0F109A54CA77"/>
          <p:cNvPicPr>
            <a:picLocks noChangeAspect="1"/>
          </p:cNvPicPr>
          <p:nvPr/>
        </p:nvPicPr>
        <p:blipFill>
          <a:blip r:embed="rId3" cstate="print">
            <a:extLst>
              <a:ext uri="{4A066034-3847-450D-74D7-EB00A5F8959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98488292-8464-4F26-62BD-3A1675479559"/>
          <p:cNvPicPr>
            <a:picLocks noChangeAspect="1"/>
          </p:cNvPicPr>
          <p:nvPr/>
        </p:nvPicPr>
        <p:blipFill>
          <a:blip r:embed="rId4" cstate="print">
            <a:extLst>
              <a:ext uri="{C0BD5C50-F5DA-4C5F-1DCC-AE4636A9EAF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4D24E3E-A984-4B2A-7E51-5F039B2B4704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B10FFCB6-6887-43BE-1341-14F136CCF58A"/>
          <p:cNvPicPr>
            <a:picLocks noChangeAspect="1"/>
          </p:cNvPicPr>
          <p:nvPr/>
        </p:nvPicPr>
        <p:blipFill>
          <a:blip r:embed="rId2" cstate="print">
            <a:extLst>
              <a:ext uri="{F8BC990B-B97B-4825-34E4-E1F4FFA6DFE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9" name="54CF6745-8593-45BF-F6CE-9FCE20F758CE"/>
          <p:cNvPicPr>
            <a:picLocks noChangeAspect="1"/>
          </p:cNvPicPr>
          <p:nvPr/>
        </p:nvPicPr>
        <p:blipFill>
          <a:blip r:embed="rId3" cstate="print">
            <a:extLst>
              <a:ext uri="{98C9CD2B-3217-48B1-FDB6-669F11F07D8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0" name="VectorPath 5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1" name="VectorPath 5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2" name="25108429-4AA7-40B6-A546-906F9852B34F"/>
          <p:cNvPicPr>
            <a:picLocks noChangeAspect="1"/>
          </p:cNvPicPr>
          <p:nvPr/>
        </p:nvPicPr>
        <p:blipFill>
          <a:blip r:embed="rId4" cstate="print">
            <a:extLst>
              <a:ext uri="{AD47A1A4-AAF7-4328-3A9F-EAA5C48065F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53" name="Combination 53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54" name="VectorPath 54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5" name="VectorPath 55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56" name="VectorPath 56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7" name="VectorPath 57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58" name="TextBox58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59" name="VectorPath 5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0" name="TextBox60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1" name="TextBox6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28788306-46B5-4C6D-8369-AB80D1BE4B08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VectorPath 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3" name="9E5324F6-7130-44E1-FF96-38803A5505CC"/>
          <p:cNvPicPr>
            <a:picLocks noChangeAspect="1"/>
          </p:cNvPicPr>
          <p:nvPr/>
        </p:nvPicPr>
        <p:blipFill>
          <a:blip r:embed="rId2" cstate="print">
            <a:extLst>
              <a:ext uri="{20E34264-18A8-4853-E721-267EA08E50E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4" name="VectorPath 6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5" name="VectorPath 6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6" name="A1931687-7DFC-488E-21A5-3CB820972AEE"/>
          <p:cNvPicPr>
            <a:picLocks noChangeAspect="1"/>
          </p:cNvPicPr>
          <p:nvPr/>
        </p:nvPicPr>
        <p:blipFill>
          <a:blip r:embed="rId3" cstate="print">
            <a:extLst>
              <a:ext uri="{4E1CF678-7BEB-46F0-A3DD-38B2CDCFB0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8" name="TextBox68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9" name="TextBox69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0" name="076840E1-8415-49A8-BADB-ED18CA48C0B9"/>
          <p:cNvPicPr>
            <a:picLocks noChangeAspect="1"/>
          </p:cNvPicPr>
          <p:nvPr/>
        </p:nvPicPr>
        <p:blipFill>
          <a:blip r:embed="rId4" cstate="print">
            <a:extLst>
              <a:ext uri="{31C349AC-AB54-44AF-A469-F871310EF42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308EABE-2F3D-4956-0E89-BBDEEEB581B0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VectorPath 7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2" name="E0050A1C-599D-480C-BC5A-03BB8EE485FF"/>
          <p:cNvPicPr>
            <a:picLocks noChangeAspect="1"/>
          </p:cNvPicPr>
          <p:nvPr/>
        </p:nvPicPr>
        <p:blipFill>
          <a:blip r:embed="rId2" cstate="print">
            <a:extLst>
              <a:ext uri="{508FD45A-7FB5-4461-03F3-EBB51144754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3" name="VectorPath 7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4" name="VectorPath 7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5" name="7AC82D16-3591-470F-6387-9F446BDC28F9"/>
          <p:cNvPicPr>
            <a:picLocks noChangeAspect="1"/>
          </p:cNvPicPr>
          <p:nvPr/>
        </p:nvPicPr>
        <p:blipFill>
          <a:blip r:embed="rId3" cstate="print">
            <a:extLst>
              <a:ext uri="{D32001FA-381F-4511-07F4-951B984001D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7" name="TextBox77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8" name="TextBox7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9" name="93328F18-802A-42CF-F2E0-BC66F146DAF2"/>
          <p:cNvPicPr>
            <a:picLocks noChangeAspect="1"/>
          </p:cNvPicPr>
          <p:nvPr/>
        </p:nvPicPr>
        <p:blipFill>
          <a:blip r:embed="rId4" cstate="print">
            <a:extLst>
              <a:ext uri="{D738AF05-5DC0-47C4-2DA7-BD7F544EAF0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869D660-8B2F-4825-553B-7E11F042894B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VectorPath 8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1" name="2D4F5387-AAA7-41BE-9F03-06FD82400C39"/>
          <p:cNvPicPr>
            <a:picLocks noChangeAspect="1"/>
          </p:cNvPicPr>
          <p:nvPr/>
        </p:nvPicPr>
        <p:blipFill>
          <a:blip r:embed="rId2" cstate="print">
            <a:extLst>
              <a:ext uri="{FA629B79-F180-4B1A-A27A-8678E7FF770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2" name="VectorPath 8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3" name="VectorPath 8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4" name="45F7B9C4-4691-4FE0-CDFE-AEA6632E56A6"/>
          <p:cNvPicPr>
            <a:picLocks noChangeAspect="1"/>
          </p:cNvPicPr>
          <p:nvPr/>
        </p:nvPicPr>
        <p:blipFill>
          <a:blip r:embed="rId3" cstate="print">
            <a:extLst>
              <a:ext uri="{7C3C40B2-F5E6-4525-D16B-0EF7E316AC1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6" name="TextBox86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7" name="TextBox8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8" name="F592082B-C748-4368-4B7B-A9F39559291D"/>
          <p:cNvPicPr>
            <a:picLocks noChangeAspect="1"/>
          </p:cNvPicPr>
          <p:nvPr/>
        </p:nvPicPr>
        <p:blipFill>
          <a:blip r:embed="rId4" cstate="print">
            <a:extLst>
              <a:ext uri="{455D9F0F-2F6B-4DA4-8C23-5928C50726A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9A8D3FE-87D3-4F32-53CD-96F11C0B1789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VectorPath 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0" name="E219B456-2ED4-4E9B-3A5E-33476882A195"/>
          <p:cNvPicPr>
            <a:picLocks noChangeAspect="1"/>
          </p:cNvPicPr>
          <p:nvPr/>
        </p:nvPicPr>
        <p:blipFill>
          <a:blip r:embed="rId2" cstate="print">
            <a:extLst>
              <a:ext uri="{45F509E6-01F8-42BF-DCF7-248B486CDA5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1" name="VectorPath 9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2" name="VectorPath 9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3" name="498E30AF-E1C3-47CC-373C-C9E21C728D9F"/>
          <p:cNvPicPr>
            <a:picLocks noChangeAspect="1"/>
          </p:cNvPicPr>
          <p:nvPr/>
        </p:nvPicPr>
        <p:blipFill>
          <a:blip r:embed="rId3" cstate="print">
            <a:extLst>
              <a:ext uri="{1519FD22-8FA8-4D2B-EFC1-C86410CC4A6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5" name="TextBox95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6" name="TextBox9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7" name="66B27D0B-BE07-4DB0-4E28-E777372DDF56"/>
          <p:cNvPicPr>
            <a:picLocks noChangeAspect="1"/>
          </p:cNvPicPr>
          <p:nvPr/>
        </p:nvPicPr>
        <p:blipFill>
          <a:blip r:embed="rId4" cstate="print">
            <a:extLst>
              <a:ext uri="{A39B56CB-01CE-46F4-77D1-167841CC919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BCC2AC8-1663-4033-231A-72C55738656A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VectorPath 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9" name="D283B020-6102-4AF0-52FE-5C8594214085"/>
          <p:cNvPicPr>
            <a:picLocks noChangeAspect="1"/>
          </p:cNvPicPr>
          <p:nvPr/>
        </p:nvPicPr>
        <p:blipFill>
          <a:blip r:embed="rId2" cstate="print">
            <a:extLst>
              <a:ext uri="{9ACB5D68-457F-40D2-8CB4-B2919E11F8D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0" name="VectorPath 10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1" name="VectorPath 10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2" name="7B59951B-12D2-4460-C88B-D4E9DD198AC7"/>
          <p:cNvPicPr>
            <a:picLocks noChangeAspect="1"/>
          </p:cNvPicPr>
          <p:nvPr/>
        </p:nvPicPr>
        <p:blipFill>
          <a:blip r:embed="rId3" cstate="print">
            <a:extLst>
              <a:ext uri="{A3221B21-D36C-4507-276E-D6DCAF5CDC9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4" name="TextBox104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5" name="TextBox105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6" name="23EBA949-AC30-481F-CF13-23D75C2C64F8"/>
          <p:cNvPicPr>
            <a:picLocks noChangeAspect="1"/>
          </p:cNvPicPr>
          <p:nvPr/>
        </p:nvPicPr>
        <p:blipFill>
          <a:blip r:embed="rId4" cstate="print">
            <a:extLst>
              <a:ext uri="{AB994A69-8DBF-4D3B-631A-9F6BE74206E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4278198-F6D2-49D1-EEA9-3EC4A37F1295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VectorPath 10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8" name="6F149009-8B47-4FC2-A969-39735DFCAAAA"/>
          <p:cNvPicPr>
            <a:picLocks noChangeAspect="1"/>
          </p:cNvPicPr>
          <p:nvPr/>
        </p:nvPicPr>
        <p:blipFill>
          <a:blip r:embed="rId2" cstate="print">
            <a:extLst>
              <a:ext uri="{895AC4B6-CD21-41BA-84AF-7815778E6E8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9" name="VectorPath 10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0" name="VectorPath 11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1" name="380DE315-0F85-4A34-2E9F-E4F5AD6D6152"/>
          <p:cNvPicPr>
            <a:picLocks noChangeAspect="1"/>
          </p:cNvPicPr>
          <p:nvPr/>
        </p:nvPicPr>
        <p:blipFill>
          <a:blip r:embed="rId3" cstate="print">
            <a:extLst>
              <a:ext uri="{99842264-38B8-403E-9C9D-38126E8E26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3" name="TextBox113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4" name="TextBox11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5" name="1E31E2E0-5AF4-4A06-9334-8D35675EB4B9"/>
          <p:cNvPicPr>
            <a:picLocks noChangeAspect="1"/>
          </p:cNvPicPr>
          <p:nvPr/>
        </p:nvPicPr>
        <p:blipFill>
          <a:blip r:embed="rId4" cstate="print">
            <a:extLst>
              <a:ext uri="{B10ED5C6-0C68-4041-8D8D-7D3FCCF7D21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FD9B1C5-D695-46BB-5752-CA9B35235BE6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VectorPath 11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7" name="2016FFAA-23A7-4612-4040-17BA3FEA5E6B"/>
          <p:cNvPicPr>
            <a:picLocks noChangeAspect="1"/>
          </p:cNvPicPr>
          <p:nvPr/>
        </p:nvPicPr>
        <p:blipFill>
          <a:blip r:embed="rId2" cstate="print">
            <a:extLst>
              <a:ext uri="{10A0CE98-CD34-4949-338F-48CCCF43052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8" name="VectorPath 11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9" name="VectorPath 11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0" name="ABA88D5D-E6F8-41E6-17F6-0203FC210E76"/>
          <p:cNvPicPr>
            <a:picLocks noChangeAspect="1"/>
          </p:cNvPicPr>
          <p:nvPr/>
        </p:nvPicPr>
        <p:blipFill>
          <a:blip r:embed="rId3" cstate="print">
            <a:extLst>
              <a:ext uri="{5FE19CD2-31A0-4E36-C1BC-ECFD4D74892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2" name="TextBox122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3" name="TextBox12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4" name="14593399-4547-4BF1-8B0A-B5805E415809"/>
          <p:cNvPicPr>
            <a:picLocks noChangeAspect="1"/>
          </p:cNvPicPr>
          <p:nvPr/>
        </p:nvPicPr>
        <p:blipFill>
          <a:blip r:embed="rId4" cstate="print">
            <a:extLst>
              <a:ext uri="{CBB5BC6B-7ED7-4ADD-AE13-223B61DC0D1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8B2908B-B0B2-4C13-913A-6771E5D3C568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VectorPath 12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6" name="ADAB5AC0-1B99-4C00-41FD-D272D9157DEB"/>
          <p:cNvPicPr>
            <a:picLocks noChangeAspect="1"/>
          </p:cNvPicPr>
          <p:nvPr/>
        </p:nvPicPr>
        <p:blipFill>
          <a:blip r:embed="rId2" cstate="print">
            <a:extLst>
              <a:ext uri="{7E90374E-B912-4CAA-6396-FF37F4F4C24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7" name="VectorPath 12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8" name="VectorPath 12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9" name="75ED71C4-0B85-4011-8BB7-1C92E75D69BC"/>
          <p:cNvPicPr>
            <a:picLocks noChangeAspect="1"/>
          </p:cNvPicPr>
          <p:nvPr/>
        </p:nvPicPr>
        <p:blipFill>
          <a:blip r:embed="rId3" cstate="print">
            <a:extLst>
              <a:ext uri="{640770D3-9BF7-42F8-7387-9E2BC2CA804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1" name="TextBox131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2" name="TextBox13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3" name="FB960B02-C178-403B-6380-B10BBD93C19E"/>
          <p:cNvPicPr>
            <a:picLocks noChangeAspect="1"/>
          </p:cNvPicPr>
          <p:nvPr/>
        </p:nvPicPr>
        <p:blipFill>
          <a:blip r:embed="rId4" cstate="print">
            <a:extLst>
              <a:ext uri="{0BD1280B-DA6B-44B5-C7B1-9B69DD23905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AD05BA6-3282-4062-C321-00AD48D6E864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VectorPath 13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5" name="70713B32-DC83-4555-D423-FA0238B3F1A8"/>
          <p:cNvPicPr>
            <a:picLocks noChangeAspect="1"/>
          </p:cNvPicPr>
          <p:nvPr/>
        </p:nvPicPr>
        <p:blipFill>
          <a:blip r:embed="rId2" cstate="print">
            <a:extLst>
              <a:ext uri="{17E23DF8-F933-488C-86F5-FC4AB819106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6" name="VectorPath 13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7" name="VectorPath 13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8" name="A6C614E1-8BDC-4A31-6DCB-D52BCABC9ACE"/>
          <p:cNvPicPr>
            <a:picLocks noChangeAspect="1"/>
          </p:cNvPicPr>
          <p:nvPr/>
        </p:nvPicPr>
        <p:blipFill>
          <a:blip r:embed="rId3" cstate="print">
            <a:extLst>
              <a:ext uri="{E17A081B-E2C3-4B37-6245-1527EE32227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0" name="TextBox140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4.7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的复合与反函数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1" name="TextBox14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2" name="C1FA9D57-DE0F-49C4-BF79-0875AF0A1663"/>
          <p:cNvPicPr>
            <a:picLocks noChangeAspect="1"/>
          </p:cNvPicPr>
          <p:nvPr/>
        </p:nvPicPr>
        <p:blipFill>
          <a:blip r:embed="rId4" cstate="print">
            <a:extLst>
              <a:ext uri="{F3624490-A3F3-4C78-BD70-1467FD3DB92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670196E-F1D8-4FF0-2C18-5759C04E9934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9A2CEF1F-EA97-4441-2DB0-C69177E67783}"/>
  </a:extLst>
</a:theme>
</file>