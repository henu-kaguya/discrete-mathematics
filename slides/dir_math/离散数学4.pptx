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88.png" ContentType="image/png"/>
  <Override PartName="/ppt/media/image45.png" ContentType="image/png"/>
  <Override PartName="/ppt/media/image47.png" ContentType="image/png"/>
  <Override PartName="/ppt/media/image49.png" ContentType="image/png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media/image91.png" ContentType="image/png"/>
  <Override PartName="/ppt/slides/slide24.xml" ContentType="application/vnd.openxmlformats-officedocument.presentationml.slide+xml"/>
  <Override PartName="/ppt/media/image93.png" ContentType="image/png"/>
  <Override PartName="/ppt/slides/slide26.xml" ContentType="application/vnd.openxmlformats-officedocument.presentationml.slide+xml"/>
  <Override PartName="/ppt/media/image50.png" ContentType="image/png"/>
  <Override PartName="/ppt/media/image95.png" ContentType="image/png"/>
  <Override PartName="/ppt/slides/slide28.xml" ContentType="application/vnd.openxmlformats-officedocument.presentationml.slide+xml"/>
  <Override PartName="/ppt/media/image52.png" ContentType="image/png"/>
  <Override PartName="/ppt/media/image54.png" ContentType="image/png"/>
  <Override PartName="/ppt/media/image11.png" ContentType="image/png"/>
  <Override PartName="/ppt/media/image56.png" ContentType="image/png"/>
  <Override PartName="/ppt/media/image13.png" ContentType="image/png"/>
  <Override PartName="/ppt/media/image58.png" ContentType="image/png"/>
  <Override PartName="/ppt/media/image15.png" ContentType="image/png"/>
  <Override PartName="/ppt/media/image17.png" ContentType="image/png"/>
  <Override PartName="/ppt/media/image19.png" ContentType="image/png"/>
  <Override PartName="/ppt/presentation.xml" ContentType="application/vnd.openxmlformats-officedocument.presentationml.presentation.main+xml"/>
  <Override PartName="/ppt/slides/slide31.xml" ContentType="application/vnd.openxmlformats-officedocument.presentationml.slide+xml"/>
  <Override PartName="/ppt/media/image61.png" ContentType="image/png"/>
  <Override PartName="/ppt/media/image63.png" ContentType="image/png"/>
  <Override PartName="/ppt/media/image20.png" ContentType="image/png"/>
  <Override PartName="/ppt/media/image65.png" ContentType="image/png"/>
  <Override PartName="/ppt/media/image22.png" ContentType="image/png"/>
  <Override PartName="/ppt/media/image67.png" ContentType="image/png"/>
  <Override PartName="/ppt/media/image24.png" ContentType="image/png"/>
  <Override PartName="/ppt/media/image69.png" ContentType="image/png"/>
  <Override PartName="/ppt/media/image26.png" ContentType="image/png"/>
  <Override PartName="/ppt/media/image28.png" ContentType="image/png"/>
  <Override PartName="/ppt/tableStyles.xml" ContentType="application/vnd.openxmlformats-officedocument.presentationml.tableStyles+xml"/>
  <Override PartName="/ppt/media/image70.png" ContentType="image/png"/>
  <Override PartName="/ppt/media/image72.png" ContentType="image/png"/>
  <Override PartName="/ppt/media/image74.png" ContentType="image/png"/>
  <Override PartName="/ppt/media/image31.png" ContentType="image/png"/>
  <Override PartName="/ppt/media/image76.png" ContentType="image/png"/>
  <Override PartName="/ppt/media/image33.png" ContentType="image/png"/>
  <Override PartName="/ppt/media/image78.png" ContentType="image/png"/>
  <Override PartName="/ppt/media/image35.png" ContentType="image/png"/>
  <Override PartName="/ppt/media/image37.png" ContentType="image/png"/>
  <Override PartName="/ppt/media/image1.png" ContentType="image/png"/>
  <Override PartName="/ppt/media/image39.png" ContentType="image/png"/>
  <Override PartName="/ppt/media/image3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media/image7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media/image9.png" ContentType="image/png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media/image81.png" ContentType="image/png"/>
  <Override PartName="/ppt/media/image83.png" ContentType="image/png"/>
  <Override PartName="/ppt/slides/slide16.xml" ContentType="application/vnd.openxmlformats-officedocument.presentationml.slide+xml"/>
  <Override PartName="/ppt/media/image40.png" ContentType="image/png"/>
  <Override PartName="/ppt/media/image85.png" ContentType="image/png"/>
  <Override PartName="/ppt/slides/slide18.xml" ContentType="application/vnd.openxmlformats-officedocument.presentationml.slide+xml"/>
  <Override PartName="/ppt/media/image42.png" ContentType="image/png"/>
  <Override PartName="/ppt/media/image87.png" ContentType="image/png"/>
  <Override PartName="/ppt/media/image44.png" ContentType="image/png"/>
  <Override PartName="/ppt/media/image89.png" ContentType="image/png"/>
  <Override PartName="/ppt/media/image46.png" ContentType="image/png"/>
  <Override PartName="/ppt/media/image48.png" ContentType="image/png"/>
  <Override PartName="/ppt/slides/slide21.xml" ContentType="application/vnd.openxmlformats-officedocument.presentationml.slide+xml"/>
  <Override PartName="/ppt/media/image90.png" ContentType="image/png"/>
  <Override PartName="/ppt/slides/slide23.xml" ContentType="application/vnd.openxmlformats-officedocument.presentationml.slide+xml"/>
  <Override PartName="/ppt/media/image92.png" ContentType="image/png"/>
  <Override PartName="/ppt/slides/slide25.xml" ContentType="application/vnd.openxmlformats-officedocument.presentationml.slide+xml"/>
  <Override PartName="/ppt/media/image94.png" ContentType="image/png"/>
  <Override PartName="/ppt/slides/slide27.xml" ContentType="application/vnd.openxmlformats-officedocument.presentationml.slide+xml"/>
  <Override PartName="/ppt/media/image51.png" ContentType="image/png"/>
  <Override PartName="/ppt/media/image96.png" ContentType="image/png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media/image53.png" ContentType="image/png"/>
  <Override PartName="/ppt/media/image10.png" ContentType="image/png"/>
  <Override PartName="/ppt/theme/theme1.xml" ContentType="application/vnd.openxmlformats-officedocument.theme+xml"/>
  <Override PartName="/ppt/media/image55.png" ContentType="image/png"/>
  <Override PartName="/ppt/media/image12.png" ContentType="image/png"/>
  <Override PartName="/ppt/media/image57.png" ContentType="image/png"/>
  <Override PartName="/ppt/media/image14.png" ContentType="image/png"/>
  <Override PartName="/ppt/media/image59.png" ContentType="image/png"/>
  <Override PartName="/ppt/media/image16.png" ContentType="image/png"/>
  <Override PartName="/ppt/media/image18.png" ContentType="image/png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media/image60.png" ContentType="image/png"/>
  <Override PartName="/ppt/media/image62.png" ContentType="image/png"/>
  <Override PartName="/ppt/media/image64.png" ContentType="image/png"/>
  <Override PartName="/ppt/media/image21.png" ContentType="image/png"/>
  <Override PartName="/ppt/media/image66.png" ContentType="image/png"/>
  <Override PartName="/ppt/media/image23.png" ContentType="image/png"/>
  <Override PartName="/ppt/media/image68.png" ContentType="image/png"/>
  <Override PartName="/ppt/media/image25.png" ContentType="image/png"/>
  <Override PartName="/ppt/media/image27.png" ContentType="image/png"/>
  <Override PartName="/ppt/media/image29.png" ContentType="image/png"/>
  <Override PartName="/ppt/viewProps.xml" ContentType="application/vnd.openxmlformats-officedocument.presentationml.viewProps+xml"/>
  <Override PartName="/ppt/media/image71.png" ContentType="image/png"/>
  <Override PartName="/ppt/media/image73.png" ContentType="image/png"/>
  <Override PartName="/ppt/media/image30.png" ContentType="image/png"/>
  <Override PartName="/ppt/media/image75.png" ContentType="image/png"/>
  <Override PartName="/ppt/media/image32.png" ContentType="image/png"/>
  <Override PartName="/ppt/media/image77.png" ContentType="image/png"/>
  <Override PartName="/ppt/media/image34.png" ContentType="image/png"/>
  <Override PartName="/ppt/media/image79.png" ContentType="image/png"/>
  <Override PartName="/ppt/media/image36.png" ContentType="image/png"/>
  <Override PartName="/ppt/media/image0.png" ContentType="image/png"/>
  <Override PartName="/ppt/media/image38.png" ContentType="image/png"/>
  <Override PartName="/ppt/media/image2.png" ContentType="image/png"/>
  <Override PartName="/ppt/media/image4.png" ContentType="image/png"/>
  <Override PartName="/ppt/media/image6.png" ContentType="image/png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media/image8.png" ContentType="image/png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.xml" ContentType="application/vnd.openxmlformats-officedocument.presentationml.slide+xml"/>
  <Override PartName="/ppt/media/image80.png" ContentType="image/png"/>
  <Override PartName="/ppt/media/image82.png" ContentType="image/png"/>
  <Override PartName="/ppt/slides/slide15.xml" ContentType="application/vnd.openxmlformats-officedocument.presentationml.slide+xml"/>
  <Override PartName="/ppt/media/image84.png" ContentType="image/png"/>
  <Override PartName="/ppt/slides/slide17.xml" ContentType="application/vnd.openxmlformats-officedocument.presentationml.slide+xml"/>
  <Override PartName="/ppt/media/image41.png" ContentType="image/png"/>
  <Override PartName="/ppt/media/image86.png" ContentType="image/png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396E6949-AF0B-48D5-3308-5846D3124515}"/>
    <p:ext uri="{428DFB6C-B59A-46AC-8FBD-2C57D9D43B0A}"/>
    <p:ext uri="{29478639-1A3B-4C77-3D87-3DCADBF48051}"/>
  </p:extLst>
</p:presentationPr>
</file>

<file path=ppt/tableStyles.xml><?xml version="1.0" encoding="utf-8"?>
<a:tblStyleLst xmlns:a="http://schemas.openxmlformats.org/drawingml/2006/main" def="{6D08C9CB-40F9-4DEA-85E3-D22A1FAAE3C5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CDB18-08BB-4476-F270-339D76254B5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47366-E71D-41FC-DD9D-C179565CCD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012F63B-93D3-417D-C8ED-E5FCA57268D9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EB5C-EF45-4BB0-BB64-8835C4EA3BF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D4C1-6C9D-453B-6B31-5535707CFC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A6F011E-34F8-4C62-B316-EB75A5DC420D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012F-E346-47D9-BA54-AA2F2989539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A236D-76D9-4A2E-2789-92E3A98AB8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D861E5F-D9CF-43B5-71EC-A61D842B2841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B23F4-8762-4F0E-2028-6F70E6014E4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EC3B9-6558-45BD-8E9F-580E06D1B5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D0E4F93-7E04-4161-554C-C0B54B8A6DEA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BA3F1-EEEA-4BA4-6C4B-3A1811097CD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F4F81-51B5-4EB0-6989-BB0C72CACE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DFB845C-D91C-4549-8F3A-7125C14E56C4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3427C-7BE7-492A-A80A-F27A2BA50D3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E513A-D095-444C-3A04-E9505EAF6F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83EED93-42DE-431C-0F99-F5510BFE2754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EAAA3-C947-4429-2923-BD72FF9FA54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17544-FC51-4B83-91FA-FDF1E74D8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7943846-2DBA-4910-8532-10570152F7FA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C0834-3A4C-4A87-B76A-3F5A6DAADF6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1324D-9339-44D9-2BBC-54B0E4114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A6BDB1B-14BA-4DAB-BEB6-17FE3BFAD1A0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92F86-1609-4D58-019E-EBDB34A7366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1950-A6F4-4100-4BEE-8366EED7EB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3D01B88-2254-440F-3F63-FA953D167FCF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929B-A4DE-400E-1E06-FF2C851E7BC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BAC89-9591-487F-4A7E-EEB960F1B6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04DB542-F290-41CE-1E2F-913E5031232C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FC33E-F114-4A77-11BE-9FA892FC8D3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89C03-1583-4291-EBF3-CEC3A6411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5E1DD7C-B1FA-4796-D662-45D76ECD48AE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4831F-F9AB-448B-2E0E-5717EB41E6BD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84260-D915-4BA1-F73F-10203023FC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53ACC2A-41C7-4134-F9C7-7955B8858D04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Relationship Id="rId4" Type="http://schemas.openxmlformats.org/officeDocument/2006/relationships/image" Target="/ppt/media/image77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8.png"/><Relationship Id="rId3" Type="http://schemas.openxmlformats.org/officeDocument/2006/relationships/image" Target="/ppt/media/image79.png"/><Relationship Id="rId4" Type="http://schemas.openxmlformats.org/officeDocument/2006/relationships/image" Target="/ppt/media/image8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image" Target="/ppt/media/image82.png"/><Relationship Id="rId4" Type="http://schemas.openxmlformats.org/officeDocument/2006/relationships/image" Target="/ppt/media/image83.png"/><Relationship Id="rId5" Type="http://schemas.openxmlformats.org/officeDocument/2006/relationships/image" Target="/ppt/media/image84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5.png"/><Relationship Id="rId3" Type="http://schemas.openxmlformats.org/officeDocument/2006/relationships/image" Target="/ppt/media/image86.png"/><Relationship Id="rId4" Type="http://schemas.openxmlformats.org/officeDocument/2006/relationships/image" Target="/ppt/media/image87.png"/><Relationship Id="rId5" Type="http://schemas.openxmlformats.org/officeDocument/2006/relationships/image" Target="/ppt/media/image88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9.png"/><Relationship Id="rId3" Type="http://schemas.openxmlformats.org/officeDocument/2006/relationships/image" Target="/ppt/media/image90.png"/><Relationship Id="rId4" Type="http://schemas.openxmlformats.org/officeDocument/2006/relationships/image" Target="/ppt/media/image91.png"/><Relationship Id="rId5" Type="http://schemas.openxmlformats.org/officeDocument/2006/relationships/image" Target="/ppt/media/image9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3.png"/><Relationship Id="rId3" Type="http://schemas.openxmlformats.org/officeDocument/2006/relationships/image" Target="/ppt/media/image94.png"/><Relationship Id="rId4" Type="http://schemas.openxmlformats.org/officeDocument/2006/relationships/image" Target="/ppt/media/image95.png"/><Relationship Id="rId5" Type="http://schemas.openxmlformats.org/officeDocument/2006/relationships/image" Target="/ppt/media/image96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0C812023-DB85-4F8B-9020-B8D4D718F221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42B08206-DE6C-45E3-645A-6C307DB6DD92"/>
          <p:cNvPicPr>
            <a:picLocks noChangeAspect="1"/>
          </p:cNvPicPr>
          <p:nvPr/>
        </p:nvPicPr>
        <p:blipFill>
          <a:blip r:embed="rId2" cstate="print">
            <a:extLst>
              <a:ext uri="{BAA6E4AD-40BF-4649-BED2-D059DFFE18C9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1EC26795-B52C-4377-2BF3-718E9E5AAD96"/>
          <p:cNvPicPr>
            <a:picLocks noChangeAspect="1"/>
          </p:cNvPicPr>
          <p:nvPr/>
        </p:nvPicPr>
        <p:blipFill>
          <a:blip r:embed="rId3" cstate="print">
            <a:extLst>
              <a:ext uri="{F0A4A6C8-9EE2-4313-A206-F9906FE013D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74765426-EC66-45C0-2ED3-C2C776E7AF4F"/>
          <p:cNvPicPr>
            <a:picLocks noChangeAspect="1"/>
          </p:cNvPicPr>
          <p:nvPr/>
        </p:nvPicPr>
        <p:blipFill>
          <a:blip r:embed="rId4" cstate="print">
            <a:extLst>
              <a:ext uri="{410AAAB4-6052-4729-0866-2CC25EA006F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0F7A6084-69D4-4B01-E8F7-BF5A539B4BB4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2C5243A7-58C9-42C7-7FB9-E009363D5DEC"/>
          <p:cNvPicPr>
            <a:picLocks noChangeAspect="1"/>
          </p:cNvPicPr>
          <p:nvPr/>
        </p:nvPicPr>
        <p:blipFill>
          <a:blip r:embed="rId2" cstate="print">
            <a:extLst>
              <a:ext uri="{8E74E7AD-3A09-4CD0-3E14-BE453A20D49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BCE78B33-CBFE-45D3-6D33-3FCC0EDD51FF"/>
          <p:cNvPicPr>
            <a:picLocks noChangeAspect="1"/>
          </p:cNvPicPr>
          <p:nvPr/>
        </p:nvPicPr>
        <p:blipFill>
          <a:blip r:embed="rId3" cstate="print">
            <a:extLst>
              <a:ext uri="{65541B3B-F7F3-4D4E-8BA4-5CA0899E174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E2C75F17-C559-439B-9A65-8FF08202C43D"/>
          <p:cNvPicPr>
            <a:picLocks noChangeAspect="1"/>
          </p:cNvPicPr>
          <p:nvPr/>
        </p:nvPicPr>
        <p:blipFill>
          <a:blip r:embed="rId4" cstate="print">
            <a:extLst>
              <a:ext uri="{DB3052D4-D9D6-48E9-445E-411F6888F84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D0821DB-1CCF-4C66-7368-3EDCE591C117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09282997-7E0A-41F9-6790-EDE82B08D90D"/>
          <p:cNvPicPr>
            <a:picLocks noChangeAspect="1"/>
          </p:cNvPicPr>
          <p:nvPr/>
        </p:nvPicPr>
        <p:blipFill>
          <a:blip r:embed="rId2" cstate="print">
            <a:extLst>
              <a:ext uri="{D908FB2D-2E6A-430C-045C-8DD43FBE18B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75FF4AA4-7159-4EC3-4250-2785EC5899E6"/>
          <p:cNvPicPr>
            <a:picLocks noChangeAspect="1"/>
          </p:cNvPicPr>
          <p:nvPr/>
        </p:nvPicPr>
        <p:blipFill>
          <a:blip r:embed="rId3" cstate="print">
            <a:extLst>
              <a:ext uri="{A4F4D58F-3694-4C45-DB34-94F927CEA0B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ACF9577D-CBDB-45AC-70C9-BCEBCB310753"/>
          <p:cNvPicPr>
            <a:picLocks noChangeAspect="1"/>
          </p:cNvPicPr>
          <p:nvPr/>
        </p:nvPicPr>
        <p:blipFill>
          <a:blip r:embed="rId4" cstate="print">
            <a:extLst>
              <a:ext uri="{9A646A5A-FAE0-44D4-21D1-7BE91D64997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AC34FFF-A84B-4913-8923-F70AF97393AA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580045C7-A9AF-4715-D97A-A288C9630DE4"/>
          <p:cNvPicPr>
            <a:picLocks noChangeAspect="1"/>
          </p:cNvPicPr>
          <p:nvPr/>
        </p:nvPicPr>
        <p:blipFill>
          <a:blip r:embed="rId2" cstate="print">
            <a:extLst>
              <a:ext uri="{DDD5196B-0AC0-4337-30BD-11ED40D95B7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9BE77925-4756-4358-2389-7BA4022365A9"/>
          <p:cNvPicPr>
            <a:picLocks noChangeAspect="1"/>
          </p:cNvPicPr>
          <p:nvPr/>
        </p:nvPicPr>
        <p:blipFill>
          <a:blip r:embed="rId3" cstate="print">
            <a:extLst>
              <a:ext uri="{52FCE808-7627-4B41-6506-229BAE50486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2C0210D6-FB3A-43B7-D85F-1B4052440835"/>
          <p:cNvPicPr>
            <a:picLocks noChangeAspect="1"/>
          </p:cNvPicPr>
          <p:nvPr/>
        </p:nvPicPr>
        <p:blipFill>
          <a:blip r:embed="rId4" cstate="print">
            <a:extLst>
              <a:ext uri="{2F7B0D2F-0A2F-43BA-FD11-496B5ECB28C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937C49D-171B-400F-2167-E05CCDE7565B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AFFB2E37-9F31-47D0-B64A-8641300D38F0"/>
          <p:cNvPicPr>
            <a:picLocks noChangeAspect="1"/>
          </p:cNvPicPr>
          <p:nvPr/>
        </p:nvPicPr>
        <p:blipFill>
          <a:blip r:embed="rId2" cstate="print">
            <a:extLst>
              <a:ext uri="{178131B6-EF4C-4504-F955-F8CFE9FE00D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406A02E0-93A8-4B92-7CE6-B2A8EFD6A594"/>
          <p:cNvPicPr>
            <a:picLocks noChangeAspect="1"/>
          </p:cNvPicPr>
          <p:nvPr/>
        </p:nvPicPr>
        <p:blipFill>
          <a:blip r:embed="rId3" cstate="print">
            <a:extLst>
              <a:ext uri="{D7215BA0-FCBD-4990-BB01-FA9F91D15DA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6715A4AC-0C8F-4B1C-5A33-270162A4B3CA"/>
          <p:cNvPicPr>
            <a:picLocks noChangeAspect="1"/>
          </p:cNvPicPr>
          <p:nvPr/>
        </p:nvPicPr>
        <p:blipFill>
          <a:blip r:embed="rId4" cstate="print">
            <a:extLst>
              <a:ext uri="{09978ADE-1632-4ADC-54F4-A82C58A7231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0383FB6-7FB0-42CA-6D7C-A0DBAEA220A6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C4C63537-83C9-4A82-946C-378B35DD1169"/>
          <p:cNvPicPr>
            <a:picLocks noChangeAspect="1"/>
          </p:cNvPicPr>
          <p:nvPr/>
        </p:nvPicPr>
        <p:blipFill>
          <a:blip r:embed="rId2" cstate="print">
            <a:extLst>
              <a:ext uri="{A44E3BEB-4154-48DD-8B9E-5A723FA1414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3E671633-481B-4157-EE27-6636E2C51E0C"/>
          <p:cNvPicPr>
            <a:picLocks noChangeAspect="1"/>
          </p:cNvPicPr>
          <p:nvPr/>
        </p:nvPicPr>
        <p:blipFill>
          <a:blip r:embed="rId3" cstate="print">
            <a:extLst>
              <a:ext uri="{3673D9BD-7B55-4B77-8EC3-A34D9C854DD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D8A25906-E10B-44D5-EDB2-0EFB0BAD24F0"/>
          <p:cNvPicPr>
            <a:picLocks noChangeAspect="1"/>
          </p:cNvPicPr>
          <p:nvPr/>
        </p:nvPicPr>
        <p:blipFill>
          <a:blip r:embed="rId4" cstate="print">
            <a:extLst>
              <a:ext uri="{AA2FA376-B5EB-459B-8996-CD47C32A15F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D36F225-E310-4292-F4FF-A4BE09FD5235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4234F1B1-21EA-4182-F210-47A33FF7BB40"/>
          <p:cNvPicPr>
            <a:picLocks noChangeAspect="1"/>
          </p:cNvPicPr>
          <p:nvPr/>
        </p:nvPicPr>
        <p:blipFill>
          <a:blip r:embed="rId2" cstate="print">
            <a:extLst>
              <a:ext uri="{F0D19FDD-E67F-431C-BC43-236312C8E78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E6344E78-66FF-428E-D5E8-3D2C712817D6"/>
          <p:cNvPicPr>
            <a:picLocks noChangeAspect="1"/>
          </p:cNvPicPr>
          <p:nvPr/>
        </p:nvPicPr>
        <p:blipFill>
          <a:blip r:embed="rId3" cstate="print">
            <a:extLst>
              <a:ext uri="{128D7CEC-3728-4A87-E73C-610BDF2C687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F378C5D4-9CFB-43CA-3B00-6800C66275C5"/>
          <p:cNvPicPr>
            <a:picLocks noChangeAspect="1"/>
          </p:cNvPicPr>
          <p:nvPr/>
        </p:nvPicPr>
        <p:blipFill>
          <a:blip r:embed="rId4" cstate="print">
            <a:extLst>
              <a:ext uri="{D3CFFDAF-1378-4BBF-0031-3D4D29EA6C4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A1EAD9B-6D46-4308-D816-757150435192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23DB4AAC-14DE-495A-0FD2-37EEAAF04F3D"/>
          <p:cNvPicPr>
            <a:picLocks noChangeAspect="1"/>
          </p:cNvPicPr>
          <p:nvPr/>
        </p:nvPicPr>
        <p:blipFill>
          <a:blip r:embed="rId2" cstate="print">
            <a:extLst>
              <a:ext uri="{ACC0F300-BF52-4457-63A4-61941A41B5D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94E579F7-E7C0-4697-860E-A2BCF474E414"/>
          <p:cNvPicPr>
            <a:picLocks noChangeAspect="1"/>
          </p:cNvPicPr>
          <p:nvPr/>
        </p:nvPicPr>
        <p:blipFill>
          <a:blip r:embed="rId3" cstate="print">
            <a:extLst>
              <a:ext uri="{B9AB8689-EED7-4F11-C2C9-34BAA26EA9D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1FD904C7-B2C2-409D-3EBB-F00AAE996220"/>
          <p:cNvPicPr>
            <a:picLocks noChangeAspect="1"/>
          </p:cNvPicPr>
          <p:nvPr/>
        </p:nvPicPr>
        <p:blipFill>
          <a:blip r:embed="rId4" cstate="print">
            <a:extLst>
              <a:ext uri="{A7EA1C9C-6095-462D-E596-69416EFC6E1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EDD02E1-B2A1-489A-5B10-4D477C967B5B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7D72C2C2-FED4-494C-4098-1604158BAA35"/>
          <p:cNvPicPr>
            <a:picLocks noChangeAspect="1"/>
          </p:cNvPicPr>
          <p:nvPr/>
        </p:nvPicPr>
        <p:blipFill>
          <a:blip r:embed="rId2" cstate="print">
            <a:extLst>
              <a:ext uri="{446F5225-8E88-43FC-253F-DE0E76F50CD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B4914849-B345-4BC2-A39E-74B3BFA0206E"/>
          <p:cNvPicPr>
            <a:picLocks noChangeAspect="1"/>
          </p:cNvPicPr>
          <p:nvPr/>
        </p:nvPicPr>
        <p:blipFill>
          <a:blip r:embed="rId3" cstate="print">
            <a:extLst>
              <a:ext uri="{897B4A4C-E4DC-4035-728C-D23D466AD9B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866A76FC-86E7-492A-3496-8C1836117784"/>
          <p:cNvPicPr>
            <a:picLocks noChangeAspect="1"/>
          </p:cNvPicPr>
          <p:nvPr/>
        </p:nvPicPr>
        <p:blipFill>
          <a:blip r:embed="rId4" cstate="print">
            <a:extLst>
              <a:ext uri="{9CA0328B-DE2F-40A4-3488-DBC703D18F7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7ACEDF2-F65C-48B9-6288-78A71CD08B56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E6FB2FB8-9BAB-47EA-99AA-BB369FFF4F17"/>
          <p:cNvPicPr>
            <a:picLocks noChangeAspect="1"/>
          </p:cNvPicPr>
          <p:nvPr/>
        </p:nvPicPr>
        <p:blipFill>
          <a:blip r:embed="rId2" cstate="print">
            <a:extLst>
              <a:ext uri="{720CED13-F10C-40DD-C1C1-40A80A0DD9B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AA016CED-8445-4B87-A151-47C93DFB8465"/>
          <p:cNvPicPr>
            <a:picLocks noChangeAspect="1"/>
          </p:cNvPicPr>
          <p:nvPr/>
        </p:nvPicPr>
        <p:blipFill>
          <a:blip r:embed="rId3" cstate="print">
            <a:extLst>
              <a:ext uri="{B85C6236-ADE3-4E47-FD09-4633B21655C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B38F17C6-C43C-4A2F-DFC5-713F2ECD4CC7"/>
          <p:cNvPicPr>
            <a:picLocks noChangeAspect="1"/>
          </p:cNvPicPr>
          <p:nvPr/>
        </p:nvPicPr>
        <p:blipFill>
          <a:blip r:embed="rId4" cstate="print">
            <a:extLst>
              <a:ext uri="{0E806D75-2A7E-4C88-3C07-B615B19BDE9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E0CBE15-6AF8-4E19-C499-6A79615E8246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0A7802B6-47AA-4238-53F0-C70878A065AF"/>
          <p:cNvPicPr>
            <a:picLocks noChangeAspect="1"/>
          </p:cNvPicPr>
          <p:nvPr/>
        </p:nvPicPr>
        <p:blipFill>
          <a:blip r:embed="rId2" cstate="print">
            <a:extLst>
              <a:ext uri="{9B30BE8C-2B64-48AD-1AC3-6ABAF2F23A5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036E5EC1-69A4-4650-1CA7-0A5B70E3BDEF"/>
          <p:cNvPicPr>
            <a:picLocks noChangeAspect="1"/>
          </p:cNvPicPr>
          <p:nvPr/>
        </p:nvPicPr>
        <p:blipFill>
          <a:blip r:embed="rId3" cstate="print">
            <a:extLst>
              <a:ext uri="{39B718A2-C79F-4F70-524E-5E7F4188565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4F2BD237-8439-4FA5-FECD-9E423E870ABA"/>
          <p:cNvPicPr>
            <a:picLocks noChangeAspect="1"/>
          </p:cNvPicPr>
          <p:nvPr/>
        </p:nvPicPr>
        <p:blipFill>
          <a:blip r:embed="rId4" cstate="print">
            <a:extLst>
              <a:ext uri="{929D1ED7-B692-49B0-C436-488351E0F7D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535D7BC-ABB7-4DA6-B9E6-CF6F32EEFBBD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8BA77F65-6976-4292-C447-9E96AFDA3F78"/>
          <p:cNvPicPr>
            <a:picLocks noChangeAspect="1"/>
          </p:cNvPicPr>
          <p:nvPr/>
        </p:nvPicPr>
        <p:blipFill>
          <a:blip r:embed="rId2" cstate="print">
            <a:extLst>
              <a:ext uri="{26963E8D-ACB8-4A4E-9AE4-785ECDD10A8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872DB849-0DDA-4987-9A72-D52BAAEA1722"/>
          <p:cNvPicPr>
            <a:picLocks noChangeAspect="1"/>
          </p:cNvPicPr>
          <p:nvPr/>
        </p:nvPicPr>
        <p:blipFill>
          <a:blip r:embed="rId3" cstate="print">
            <a:extLst>
              <a:ext uri="{82A8D1BD-CF06-41B5-4B67-D74846645F3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BC4BED96-778F-4D40-1868-EA5211EB8C56"/>
          <p:cNvPicPr>
            <a:picLocks noChangeAspect="1"/>
          </p:cNvPicPr>
          <p:nvPr/>
        </p:nvPicPr>
        <p:blipFill>
          <a:blip r:embed="rId4" cstate="print">
            <a:extLst>
              <a:ext uri="{537753BE-78EC-476D-E0A3-B2368914437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7F283A6-FDE7-4CA9-E615-DF1A4AF9E008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DB0B50DB-A97C-4097-1374-51AC99BF45DB"/>
          <p:cNvPicPr>
            <a:picLocks noChangeAspect="1"/>
          </p:cNvPicPr>
          <p:nvPr/>
        </p:nvPicPr>
        <p:blipFill>
          <a:blip r:embed="rId2" cstate="print">
            <a:extLst>
              <a:ext uri="{8CB6DD4F-E316-4B60-780C-78D30B165C3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86DDE8FD-E6D3-4AF0-A421-88442AF1CEF7"/>
          <p:cNvPicPr>
            <a:picLocks noChangeAspect="1"/>
          </p:cNvPicPr>
          <p:nvPr/>
        </p:nvPicPr>
        <p:blipFill>
          <a:blip r:embed="rId3" cstate="print">
            <a:extLst>
              <a:ext uri="{000FEB5F-757A-434B-12A6-83FF2A44A0D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08E82C9C-A71B-4555-1609-ADF0C893B7AB"/>
          <p:cNvPicPr>
            <a:picLocks noChangeAspect="1"/>
          </p:cNvPicPr>
          <p:nvPr/>
        </p:nvPicPr>
        <p:blipFill>
          <a:blip r:embed="rId4" cstate="print">
            <a:extLst>
              <a:ext uri="{E44ED70A-4BA3-488A-0349-1ACAAE0780C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F2177CC-2071-4734-C22F-015748765C23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AEBE0D69-C684-49A1-4ABB-3863E8F2EF87"/>
          <p:cNvPicPr>
            <a:picLocks noChangeAspect="1"/>
          </p:cNvPicPr>
          <p:nvPr/>
        </p:nvPicPr>
        <p:blipFill>
          <a:blip r:embed="rId2" cstate="print">
            <a:extLst>
              <a:ext uri="{2B8378DE-406C-4381-EF95-BB168C359C9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CA5F987B-C62D-46C7-8AB5-008684AEDF71"/>
          <p:cNvPicPr>
            <a:picLocks noChangeAspect="1"/>
          </p:cNvPicPr>
          <p:nvPr/>
        </p:nvPicPr>
        <p:blipFill>
          <a:blip r:embed="rId3" cstate="print">
            <a:extLst>
              <a:ext uri="{9EDF82D5-5B06-41AA-EDFC-429F8CFEEBE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EA429D38-86C5-4142-B261-B3EE2EE81F30"/>
          <p:cNvPicPr>
            <a:picLocks noChangeAspect="1"/>
          </p:cNvPicPr>
          <p:nvPr/>
        </p:nvPicPr>
        <p:blipFill>
          <a:blip r:embed="rId4" cstate="print">
            <a:extLst>
              <a:ext uri="{F10976A5-6F3E-4F0B-FD9D-E1F51B43870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B31519B-532B-4A58-1480-DAEC01C2B30B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2F1BA1C5-953F-433E-3A81-BA9E3B94097A"/>
          <p:cNvPicPr>
            <a:picLocks noChangeAspect="1"/>
          </p:cNvPicPr>
          <p:nvPr/>
        </p:nvPicPr>
        <p:blipFill>
          <a:blip r:embed="rId2" cstate="print">
            <a:extLst>
              <a:ext uri="{C6002947-E3EE-4AA9-4278-0B330DD444D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1" name="VectorPath 13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2" name="BC12F420-08E9-4825-4420-713B869A7D75"/>
          <p:cNvPicPr>
            <a:picLocks noChangeAspect="1"/>
          </p:cNvPicPr>
          <p:nvPr/>
        </p:nvPicPr>
        <p:blipFill>
          <a:blip r:embed="rId3" cstate="print">
            <a:extLst>
              <a:ext uri="{7C7AFD36-1DC8-4BD5-A44E-15D3DC337EF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3" name="VectorPath 13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4" name="TextBox13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5" name="TextBox13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6" name="61D0D0ED-735B-400C-C0F9-1912065F6CD7"/>
          <p:cNvPicPr>
            <a:picLocks noChangeAspect="1"/>
          </p:cNvPicPr>
          <p:nvPr/>
        </p:nvPicPr>
        <p:blipFill>
          <a:blip r:embed="rId4" cstate="print">
            <a:extLst>
              <a:ext uri="{C3789276-4261-4AFD-2A96-79E9F7281B7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5AEE6BC-3C5F-4BDD-38D2-83C720909D9F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VectorPath 13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8" name="BF0D2564-EB83-4C37-556C-A64474EF7F3E"/>
          <p:cNvPicPr>
            <a:picLocks noChangeAspect="1"/>
          </p:cNvPicPr>
          <p:nvPr/>
        </p:nvPicPr>
        <p:blipFill>
          <a:blip r:embed="rId2" cstate="print">
            <a:extLst>
              <a:ext uri="{88FE7DCD-11D5-4AB5-F0B2-FE6BF454101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0" name="VectorPath 14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1" name="1A08A34E-287B-488E-D47B-5B1F621B7471"/>
          <p:cNvPicPr>
            <a:picLocks noChangeAspect="1"/>
          </p:cNvPicPr>
          <p:nvPr/>
        </p:nvPicPr>
        <p:blipFill>
          <a:blip r:embed="rId3" cstate="print">
            <a:extLst>
              <a:ext uri="{E016EFC4-46EF-428D-2E49-C23298B0E75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2" name="VectorPath 14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3" name="TextBox14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4" name="TextBox14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5" name="2FD04796-12D2-4939-8BC3-199EC9629CC0"/>
          <p:cNvPicPr>
            <a:picLocks noChangeAspect="1"/>
          </p:cNvPicPr>
          <p:nvPr/>
        </p:nvPicPr>
        <p:blipFill>
          <a:blip r:embed="rId4" cstate="print">
            <a:extLst>
              <a:ext uri="{770B4D48-C468-422F-D031-3226759BEF2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D45B1CC-0493-43F9-C716-9E54B57C0BBD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VectorPath 14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7" name="EAA78407-4696-42F0-87D8-70EA88D59F26"/>
          <p:cNvPicPr>
            <a:picLocks noChangeAspect="1"/>
          </p:cNvPicPr>
          <p:nvPr/>
        </p:nvPicPr>
        <p:blipFill>
          <a:blip r:embed="rId2" cstate="print">
            <a:extLst>
              <a:ext uri="{A804F1F9-641D-44B0-C749-F7BC969E5ED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9" name="VectorPath 1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0" name="9BB63FC3-69EA-4406-9A5B-ACED0B45ED8D"/>
          <p:cNvPicPr>
            <a:picLocks noChangeAspect="1"/>
          </p:cNvPicPr>
          <p:nvPr/>
        </p:nvPicPr>
        <p:blipFill>
          <a:blip r:embed="rId3" cstate="print">
            <a:extLst>
              <a:ext uri="{87CAAFC3-1133-4997-033D-927B7E2181F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1" name="VectorPath 15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2" name="TextBox15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3" name="TextBox15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4" name="C973FA3D-D642-4CCA-C549-7CE393EA4BE6"/>
          <p:cNvPicPr>
            <a:picLocks noChangeAspect="1"/>
          </p:cNvPicPr>
          <p:nvPr/>
        </p:nvPicPr>
        <p:blipFill>
          <a:blip r:embed="rId4" cstate="print">
            <a:extLst>
              <a:ext uri="{7DEB5A8F-E670-4890-F2C0-89BC4975D91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1FC56C6-80FC-487C-0027-A939577D5621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VectorPath 15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6" name="8F19C4D6-BE4B-48C3-FC38-52E5E6628BE8"/>
          <p:cNvPicPr>
            <a:picLocks noChangeAspect="1"/>
          </p:cNvPicPr>
          <p:nvPr/>
        </p:nvPicPr>
        <p:blipFill>
          <a:blip r:embed="rId2" cstate="print">
            <a:extLst>
              <a:ext uri="{B0089907-3A5C-4871-5868-8E9CA59CFA9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8" name="VectorPath 15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9" name="CA87932C-12E7-4579-A716-B5A74B021DA9"/>
          <p:cNvPicPr>
            <a:picLocks noChangeAspect="1"/>
          </p:cNvPicPr>
          <p:nvPr/>
        </p:nvPicPr>
        <p:blipFill>
          <a:blip r:embed="rId3" cstate="print">
            <a:extLst>
              <a:ext uri="{01D34ABD-5AB1-4530-93C1-B6DC8BB0711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0" name="VectorPath 16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1" name="TextBox16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2" name="TextBox16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3" name="092DBF69-2163-450E-98A6-1710AACB595E"/>
          <p:cNvPicPr>
            <a:picLocks noChangeAspect="1"/>
          </p:cNvPicPr>
          <p:nvPr/>
        </p:nvPicPr>
        <p:blipFill>
          <a:blip r:embed="rId4" cstate="print">
            <a:extLst>
              <a:ext uri="{6B218F4E-7414-4E49-C6A6-4100DE34214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B3E7F5F-8973-43E2-737B-5019B23643F5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VectorPath 16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5" name="E14C0BB1-9C79-4BEC-5705-C80B9D3D6F3B"/>
          <p:cNvPicPr>
            <a:picLocks noChangeAspect="1"/>
          </p:cNvPicPr>
          <p:nvPr/>
        </p:nvPicPr>
        <p:blipFill>
          <a:blip r:embed="rId2" cstate="print">
            <a:extLst>
              <a:ext uri="{2A01014B-87EF-47F1-2287-8634F27AC4E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6" name="VectorPath 16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7" name="VectorPath 16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8" name="AAEEE18C-8E21-4CF8-6E82-C7432E267101"/>
          <p:cNvPicPr>
            <a:picLocks noChangeAspect="1"/>
          </p:cNvPicPr>
          <p:nvPr/>
        </p:nvPicPr>
        <p:blipFill>
          <a:blip r:embed="rId3" cstate="print">
            <a:extLst>
              <a:ext uri="{352CF76F-6744-410F-74E2-3A59B7DB7ED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9" name="VectorPath 16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0" name="TextBox17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2" name="FFFE91AA-260D-49FE-2F3F-C267C26A8345"/>
          <p:cNvPicPr>
            <a:picLocks noChangeAspect="1"/>
          </p:cNvPicPr>
          <p:nvPr/>
        </p:nvPicPr>
        <p:blipFill>
          <a:blip r:embed="rId4" cstate="print">
            <a:extLst>
              <a:ext uri="{03E40A10-8871-4B86-5CD2-74504581EEB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299A854-4E55-4EB9-39CC-7BCBEA19AB12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181E1715-3BD7-4726-2E60-229ECCCD9899"/>
          <p:cNvPicPr>
            <a:picLocks noChangeAspect="1"/>
          </p:cNvPicPr>
          <p:nvPr/>
        </p:nvPicPr>
        <p:blipFill>
          <a:blip r:embed="rId2" cstate="print">
            <a:extLst>
              <a:ext uri="{3CE5587B-DFF3-4B15-5834-A2A4FB14777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5" name="VectorPath 17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6" name="VectorPath 17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7" name="C69FEAB5-EBB5-46B9-5492-B51DF549D40C"/>
          <p:cNvPicPr>
            <a:picLocks noChangeAspect="1"/>
          </p:cNvPicPr>
          <p:nvPr/>
        </p:nvPicPr>
        <p:blipFill>
          <a:blip r:embed="rId3" cstate="print">
            <a:extLst>
              <a:ext uri="{0B425843-2278-4ADA-1016-84E1200CBB5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9" name="TextBox17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0" name="TextBox18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1" name="6B4218D6-7DF1-4089-5DBC-FF10B4DD42CE"/>
          <p:cNvPicPr>
            <a:picLocks noChangeAspect="1"/>
          </p:cNvPicPr>
          <p:nvPr/>
        </p:nvPicPr>
        <p:blipFill>
          <a:blip r:embed="rId4" cstate="print">
            <a:extLst>
              <a:ext uri="{093D5AE8-D6F0-42DF-C9BB-C8D2C700848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313F3A2-0BF8-4085-3C2F-F4D1F211B7B4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VectorPath 18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3" name="02C1F942-59DE-4CC3-161A-17AF7A7B14AA"/>
          <p:cNvPicPr>
            <a:picLocks noChangeAspect="1"/>
          </p:cNvPicPr>
          <p:nvPr/>
        </p:nvPicPr>
        <p:blipFill>
          <a:blip r:embed="rId2" cstate="print">
            <a:extLst>
              <a:ext uri="{872AC2A0-7655-468D-9D20-7D37285CABE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4" name="VectorPath 18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5" name="VectorPath 18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6" name="83211454-17E1-4E23-CC6E-A2FC27E0CB7F"/>
          <p:cNvPicPr>
            <a:picLocks noChangeAspect="1"/>
          </p:cNvPicPr>
          <p:nvPr/>
        </p:nvPicPr>
        <p:blipFill>
          <a:blip r:embed="rId3" cstate="print">
            <a:extLst>
              <a:ext uri="{A3B8AC13-6402-4DB3-ECFA-435DFD5F06C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0" name="1F5B1E73-5054-48DE-08C8-5C6673C6F714"/>
          <p:cNvPicPr>
            <a:picLocks noChangeAspect="1"/>
          </p:cNvPicPr>
          <p:nvPr/>
        </p:nvPicPr>
        <p:blipFill>
          <a:blip r:embed="rId4" cstate="print">
            <a:extLst>
              <a:ext uri="{E6BE1CEF-593C-4683-D934-A7811998BDB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5130AA2-9A9C-4DF1-8A48-AFBD1FC0A238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VectorPath 19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2" name="8907FDA8-4EF7-4622-6E57-5085FAAB0DEA"/>
          <p:cNvPicPr>
            <a:picLocks noChangeAspect="1"/>
          </p:cNvPicPr>
          <p:nvPr/>
        </p:nvPicPr>
        <p:blipFill>
          <a:blip r:embed="rId2" cstate="print">
            <a:extLst>
              <a:ext uri="{F7AAB7FE-37F3-49B4-8998-5F9386ACC30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2C0BD517-C796-49BF-6C6B-21720593F3BE"/>
          <p:cNvPicPr>
            <a:picLocks noChangeAspect="1"/>
          </p:cNvPicPr>
          <p:nvPr/>
        </p:nvPicPr>
        <p:blipFill>
          <a:blip r:embed="rId3" cstate="print">
            <a:extLst>
              <a:ext uri="{A5F69955-9CBB-4798-9166-9EDC9169425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6" name="VectorPath 19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7" name="TextBox19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8" name="TextBox19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9" name="4088B77F-90F5-495E-8B0A-BAD966A262AA"/>
          <p:cNvPicPr>
            <a:picLocks noChangeAspect="1"/>
          </p:cNvPicPr>
          <p:nvPr/>
        </p:nvPicPr>
        <p:blipFill>
          <a:blip r:embed="rId4" cstate="print">
            <a:extLst>
              <a:ext uri="{18775067-4F00-490F-28B6-96419716402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9C53EFB-EA7E-436A-9302-DD563ECDC98D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VectorPath 20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1" name="D1D905DC-421A-4513-AB0D-AA10399B5488"/>
          <p:cNvPicPr>
            <a:picLocks noChangeAspect="1"/>
          </p:cNvPicPr>
          <p:nvPr/>
        </p:nvPicPr>
        <p:blipFill>
          <a:blip r:embed="rId2" cstate="print">
            <a:extLst>
              <a:ext uri="{A0FD203F-9254-4A48-BAF6-A880096F09A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2" name="VectorPath 20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3" name="VectorPath 20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4" name="626DE169-F058-445C-EF1B-C92B7B4B8134"/>
          <p:cNvPicPr>
            <a:picLocks noChangeAspect="1"/>
          </p:cNvPicPr>
          <p:nvPr/>
        </p:nvPicPr>
        <p:blipFill>
          <a:blip r:embed="rId3" cstate="print">
            <a:extLst>
              <a:ext uri="{727EEFEB-EB79-4CBA-E51F-AFCF1A13C9E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6" name="TextBox20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7" name="TextBox2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8" name="05B7801A-D2EC-41E5-CB8E-B489CFAB068C"/>
          <p:cNvPicPr>
            <a:picLocks noChangeAspect="1"/>
          </p:cNvPicPr>
          <p:nvPr/>
        </p:nvPicPr>
        <p:blipFill>
          <a:blip r:embed="rId4" cstate="print">
            <a:extLst>
              <a:ext uri="{465F5E2A-25E1-4121-4CB0-8F7CA8959CE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00AC174-5B77-49A1-8190-B9663FC6169B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VectorPath 20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0" name="738E25CF-2E49-4F41-9BF7-E76BC79AFAEE"/>
          <p:cNvPicPr>
            <a:picLocks noChangeAspect="1"/>
          </p:cNvPicPr>
          <p:nvPr/>
        </p:nvPicPr>
        <p:blipFill>
          <a:blip r:embed="rId2" cstate="print">
            <a:extLst>
              <a:ext uri="{883BEC03-81BF-44EC-EDE4-B461C64BC00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2" name="VectorPath 21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3" name="9DF5A0BB-3B52-4760-C10E-120B049F6356"/>
          <p:cNvPicPr>
            <a:picLocks noChangeAspect="1"/>
          </p:cNvPicPr>
          <p:nvPr/>
        </p:nvPicPr>
        <p:blipFill>
          <a:blip r:embed="rId3" cstate="print">
            <a:extLst>
              <a:ext uri="{0DCAA770-8D21-4B0E-3BD6-71789ADF3DF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7" name="C30BBA2A-9B05-46BE-5665-2AF9A1EE6AA1"/>
          <p:cNvPicPr>
            <a:picLocks noChangeAspect="1"/>
          </p:cNvPicPr>
          <p:nvPr/>
        </p:nvPicPr>
        <p:blipFill>
          <a:blip r:embed="rId4" cstate="print">
            <a:extLst>
              <a:ext uri="{C1647AF4-B1B9-4859-94E1-A525CA82B27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67A906D-FFC7-4D62-B120-9F4ECE3ADEAA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8B62345E-69C8-4392-9C41-C661B0B157F3"/>
          <p:cNvPicPr>
            <a:picLocks noChangeAspect="1"/>
          </p:cNvPicPr>
          <p:nvPr/>
        </p:nvPicPr>
        <p:blipFill>
          <a:blip r:embed="rId2" cstate="print">
            <a:extLst>
              <a:ext uri="{E552ABE8-725B-4549-990E-062D21832DC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1" name="VectorPath 22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2" name="7749AAD6-1C32-4CCC-93F6-1FA83AE6120C"/>
          <p:cNvPicPr>
            <a:picLocks noChangeAspect="1"/>
          </p:cNvPicPr>
          <p:nvPr/>
        </p:nvPicPr>
        <p:blipFill>
          <a:blip r:embed="rId3" cstate="print">
            <a:extLst>
              <a:ext uri="{68901BF4-949F-482D-D30D-D8D0A9D92C7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4" name="TextBox22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5" name="TextBox22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6" name="A72E160C-A866-4417-01AF-7AA5AA28238E"/>
          <p:cNvPicPr>
            <a:picLocks noChangeAspect="1"/>
          </p:cNvPicPr>
          <p:nvPr/>
        </p:nvPicPr>
        <p:blipFill>
          <a:blip r:embed="rId4" cstate="print">
            <a:extLst>
              <a:ext uri="{40970CE4-E505-44EB-2B14-12A16C1C6EA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CB96B8D-9CD5-4C33-371E-CAFCA338A22C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VectorPath 22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8" name="0E54DC58-EE48-4622-03A1-F3F7169AB6DB"/>
          <p:cNvPicPr>
            <a:picLocks noChangeAspect="1"/>
          </p:cNvPicPr>
          <p:nvPr/>
        </p:nvPicPr>
        <p:blipFill>
          <a:blip r:embed="rId2" cstate="print">
            <a:extLst>
              <a:ext uri="{F51889AD-20B0-4359-F06F-3708900B337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0" name="VectorPath 23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1" name="14E3F45D-67EB-4986-D094-40D63D20F2D9"/>
          <p:cNvPicPr>
            <a:picLocks noChangeAspect="1"/>
          </p:cNvPicPr>
          <p:nvPr/>
        </p:nvPicPr>
        <p:blipFill>
          <a:blip r:embed="rId3" cstate="print">
            <a:extLst>
              <a:ext uri="{5B4791AF-1886-4FFA-5019-89CDB556F0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3" name="TextBox23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4" name="TextBox23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5" name="32B303BB-D9E7-4581-8480-CFB04AB9E65D"/>
          <p:cNvPicPr>
            <a:picLocks noChangeAspect="1"/>
          </p:cNvPicPr>
          <p:nvPr/>
        </p:nvPicPr>
        <p:blipFill>
          <a:blip r:embed="rId4" cstate="print">
            <a:extLst>
              <a:ext uri="{5A8859D6-11BF-4356-9BB2-CB06FE9B542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49C82DD-53A4-4147-1C99-058AB9A7E5C3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VectorPath 23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7" name="48D28959-71E8-4C42-6B8A-583C71917EF3"/>
          <p:cNvPicPr>
            <a:picLocks noChangeAspect="1"/>
          </p:cNvPicPr>
          <p:nvPr/>
        </p:nvPicPr>
        <p:blipFill>
          <a:blip r:embed="rId2" cstate="print">
            <a:extLst>
              <a:ext uri="{AB37F577-9194-491F-1EA6-D6E789CCDD2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9" name="VectorPath 23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0" name="98853AFC-D54C-4599-6D23-265186F04387"/>
          <p:cNvPicPr>
            <a:picLocks noChangeAspect="1"/>
          </p:cNvPicPr>
          <p:nvPr/>
        </p:nvPicPr>
        <p:blipFill>
          <a:blip r:embed="rId3" cstate="print">
            <a:extLst>
              <a:ext uri="{0F9FA890-C9AB-404A-19C4-BFF7B5FC195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1" name="VectorPath 2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2" name="TextBox24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4" name="27F9E7AE-0FCE-42AA-0E39-8037BCAFFE63"/>
          <p:cNvPicPr>
            <a:picLocks noChangeAspect="1"/>
          </p:cNvPicPr>
          <p:nvPr/>
        </p:nvPicPr>
        <p:blipFill>
          <a:blip r:embed="rId4" cstate="print">
            <a:extLst>
              <a:ext uri="{7FEF2688-0774-428C-3B8F-88BC11CD226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A7DA0B9-0AB8-41E7-298C-802F1AA808ED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VectorPath 24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6" name="A1573BE4-9A71-4931-8F8F-6331306F857D"/>
          <p:cNvPicPr>
            <a:picLocks noChangeAspect="1"/>
          </p:cNvPicPr>
          <p:nvPr/>
        </p:nvPicPr>
        <p:blipFill>
          <a:blip r:embed="rId2" cstate="print">
            <a:extLst>
              <a:ext uri="{A35494E9-D4CF-4A5D-381B-565944FEA46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47" name="VectorPath 247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48" name="6C88E2B8-686F-42A0-0525-8A4E12A1D981"/>
          <p:cNvPicPr>
            <a:picLocks noChangeAspect="1"/>
          </p:cNvPicPr>
          <p:nvPr/>
        </p:nvPicPr>
        <p:blipFill>
          <a:blip r:embed="rId3" cstate="print">
            <a:extLst>
              <a:ext uri="{7B731153-81F6-4F42-46A9-E188B1694BF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49" name="C4094244-87AF-4C52-0DC1-1E580C9895C0"/>
          <p:cNvPicPr>
            <a:picLocks noChangeAspect="1"/>
          </p:cNvPicPr>
          <p:nvPr/>
        </p:nvPicPr>
        <p:blipFill>
          <a:blip r:embed="rId4" cstate="print">
            <a:extLst>
              <a:ext uri="{C4C5B6C4-FBA3-4408-6D9D-FC263BAFC81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0" name="VectorPath 250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1" name="TextBox251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2" name="TextBox252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53" name="27E6B062-1FC2-41DC-A02E-0804A58EBF71"/>
          <p:cNvPicPr>
            <a:picLocks noChangeAspect="1"/>
          </p:cNvPicPr>
          <p:nvPr/>
        </p:nvPicPr>
        <p:blipFill>
          <a:blip r:embed="rId5" cstate="print">
            <a:extLst>
              <a:ext uri="{5CAA8D09-8E24-473B-B479-0E1D4084BC0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7F7EEAA-B7FC-40FE-97DB-A28538CEB2D1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VectorPath 25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5" name="4FFA834F-0FCA-4FA0-8661-5FF9815B8556"/>
          <p:cNvPicPr>
            <a:picLocks noChangeAspect="1"/>
          </p:cNvPicPr>
          <p:nvPr/>
        </p:nvPicPr>
        <p:blipFill>
          <a:blip r:embed="rId2" cstate="print">
            <a:extLst>
              <a:ext uri="{095BC0D8-DDCB-4D4A-0661-B2FE22831E2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56" name="VectorPath 256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57" name="6E823F10-433E-46DA-7A09-3938065C5319"/>
          <p:cNvPicPr>
            <a:picLocks noChangeAspect="1"/>
          </p:cNvPicPr>
          <p:nvPr/>
        </p:nvPicPr>
        <p:blipFill>
          <a:blip r:embed="rId3" cstate="print">
            <a:extLst>
              <a:ext uri="{7964C0C3-B4CC-45E3-2F67-37D86DCDBEA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58" name="DAC37684-AE42-4E87-9448-69607BF1333C"/>
          <p:cNvPicPr>
            <a:picLocks noChangeAspect="1"/>
          </p:cNvPicPr>
          <p:nvPr/>
        </p:nvPicPr>
        <p:blipFill>
          <a:blip r:embed="rId4" cstate="print">
            <a:extLst>
              <a:ext uri="{DF182E2F-D38F-4384-A1DD-4B8893472A2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9" name="VectorPath 259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0" name="TextBox260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1" name="TextBox261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2" name="22623D28-0530-42D8-2B50-62882687B129"/>
          <p:cNvPicPr>
            <a:picLocks noChangeAspect="1"/>
          </p:cNvPicPr>
          <p:nvPr/>
        </p:nvPicPr>
        <p:blipFill>
          <a:blip r:embed="rId5" cstate="print">
            <a:extLst>
              <a:ext uri="{8686D53A-B63D-4210-973C-0A7DE1004B2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DE0080D-E0A0-411E-B3D2-4F2985D90BE6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VectorPath 26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64" name="3F4DD721-7DAF-4969-D83C-30AEC42BF772"/>
          <p:cNvPicPr>
            <a:picLocks noChangeAspect="1"/>
          </p:cNvPicPr>
          <p:nvPr/>
        </p:nvPicPr>
        <p:blipFill>
          <a:blip r:embed="rId2" cstate="print">
            <a:extLst>
              <a:ext uri="{823A81FA-5907-452B-E0BA-47F198F0EDA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66" name="A8075186-D35F-4697-EF69-0C02218AA7C4"/>
          <p:cNvPicPr>
            <a:picLocks noChangeAspect="1"/>
          </p:cNvPicPr>
          <p:nvPr/>
        </p:nvPicPr>
        <p:blipFill>
          <a:blip r:embed="rId3" cstate="print">
            <a:extLst>
              <a:ext uri="{0B7382CA-1F04-44C1-33FA-7D52C456621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67" name="AA50BAB7-2B7D-4167-CC10-C4813B2D7705"/>
          <p:cNvPicPr>
            <a:picLocks noChangeAspect="1"/>
          </p:cNvPicPr>
          <p:nvPr/>
        </p:nvPicPr>
        <p:blipFill>
          <a:blip r:embed="rId4" cstate="print">
            <a:extLst>
              <a:ext uri="{7BBDF149-1BE1-4E46-FD60-11BB53E3334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68" name="VectorPath 268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9" name="TextBox269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0" name="TextBox270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71" name="91908A44-8C15-4E77-6E42-1DD6894B3378"/>
          <p:cNvPicPr>
            <a:picLocks noChangeAspect="1"/>
          </p:cNvPicPr>
          <p:nvPr/>
        </p:nvPicPr>
        <p:blipFill>
          <a:blip r:embed="rId5" cstate="print">
            <a:extLst>
              <a:ext uri="{6D01C843-6FF6-48AF-0CBF-57B64EA255E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CDE77FE-FA8D-48DF-BB7D-8DC36C65EBC0}"/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VectorPath 27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73" name="1A66542F-D668-47E5-A216-964F99EBE7FC"/>
          <p:cNvPicPr>
            <a:picLocks noChangeAspect="1"/>
          </p:cNvPicPr>
          <p:nvPr/>
        </p:nvPicPr>
        <p:blipFill>
          <a:blip r:embed="rId2" cstate="print">
            <a:extLst>
              <a:ext uri="{12E437CB-4F6E-4D74-1F27-C353B426764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74" name="VectorPath 274"/>
          <p:cNvSpPr/>
          <p:nvPr/>
        </p:nvSpPr>
        <p:spPr>
          <a:xfrm>
            <a:off x="914400" y="304788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pic>
        <p:nvPicPr>
          <p:cNvPr id="275" name="B1B08817-1566-4007-B96C-C7CC202D8519"/>
          <p:cNvPicPr>
            <a:picLocks noChangeAspect="1"/>
          </p:cNvPicPr>
          <p:nvPr/>
        </p:nvPicPr>
        <p:blipFill>
          <a:blip r:embed="rId3" cstate="print">
            <a:extLst>
              <a:ext uri="{C6FA983D-D343-465E-FF81-9788DA72296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48450"/>
          </a:xfrm>
          <a:prstGeom prst="rect">
            <a:avLst/>
          </a:prstGeom>
        </p:spPr>
      </p:pic>
      <p:pic>
        <p:nvPicPr>
          <p:cNvPr id="276" name="8CEF3F01-9127-4B91-75B0-D728F90704C3"/>
          <p:cNvPicPr>
            <a:picLocks noChangeAspect="1"/>
          </p:cNvPicPr>
          <p:nvPr/>
        </p:nvPicPr>
        <p:blipFill>
          <a:blip r:embed="rId4" cstate="print">
            <a:extLst>
              <a:ext uri="{2E98AF89-EB14-491A-BFDE-83F83B9B657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77" name="VectorPath 277"/>
          <p:cNvSpPr/>
          <p:nvPr/>
        </p:nvSpPr>
        <p:spPr>
          <a:xfrm>
            <a:off x="914400" y="7124689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78" name="TextBox278"/>
          <p:cNvSpPr txBox="1"/>
          <p:nvPr/>
        </p:nvSpPr>
        <p:spPr>
          <a:xfrm>
            <a:off x="946547" y="7229058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9" name="TextBox279"/>
          <p:cNvSpPr txBox="1"/>
          <p:nvPr/>
        </p:nvSpPr>
        <p:spPr>
          <a:xfrm>
            <a:off x="5077866" y="7231943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31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0" name="2E037A16-9A20-40B4-CE24-91A275FCD6C8"/>
          <p:cNvPicPr>
            <a:picLocks noChangeAspect="1"/>
          </p:cNvPicPr>
          <p:nvPr/>
        </p:nvPicPr>
        <p:blipFill>
          <a:blip r:embed="rId5" cstate="print">
            <a:extLst>
              <a:ext uri="{B997C4B5-DA3B-483A-DEA7-F845B1CBE0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831D3A1-4122-40C8-95A5-9E01079320E7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21E525B4-BB49-44BF-6A2F-FA7FFC640123}"/>
  </a:extLst>
</a:theme>
</file>