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48.png" ContentType="image/png"/>
  <Override PartName="/ppt/media/image49.png" ContentType="image/png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media/image50.png" ContentType="image/png"/>
  <Override PartName="/ppt/media/image51.png" ContentType="image/png"/>
  <Override PartName="/ppt/media/image52.png" ContentType="image/png"/>
  <Override PartName="/ppt/media/image53.png" ContentType="image/png"/>
  <Override PartName="/ppt/presProps.xml" ContentType="application/vnd.openxmlformats-officedocument.presentationml.presProps+xml"/>
  <Override PartName="/ppt/media/image54.png" ContentType="image/png"/>
  <Override PartName="/ppt/media/image10.png" ContentType="image/png"/>
  <Override PartName="/ppt/media/image55.png" ContentType="image/png"/>
  <Override PartName="/ppt/theme/theme1.xml" ContentType="application/vnd.openxmlformats-officedocument.theme+xml"/>
  <Override PartName="/ppt/media/image11.png" ContentType="image/png"/>
  <Override PartName="/ppt/media/image56.png" ContentType="image/png"/>
  <Override PartName="/ppt/media/image12.png" ContentType="image/png"/>
  <Override PartName="/ppt/media/image57.png" ContentType="image/png"/>
  <Override PartName="/ppt/media/image13.png" ContentType="image/png"/>
  <Override PartName="/ppt/media/image58.png" ContentType="image/png"/>
  <Override PartName="/ppt/media/image14.png" ContentType="image/png"/>
  <Override PartName="/ppt/media/image59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presentation.xml" ContentType="application/vnd.openxmlformats-officedocument.presentationml.presentation.main+xml"/>
  <Override PartName="/ppt/media/image60.png" ContentType="image/png"/>
  <Override PartName="/ppt/media/image61.png" ContentType="image/png"/>
  <Override PartName="/ppt/media/image62.png" ContentType="image/png"/>
  <Override PartName="/ppt/media/image63.png" ContentType="image/png"/>
  <Override PartName="/ppt/media/image64.png" ContentType="image/png"/>
  <Override PartName="/ppt/media/image20.png" ContentType="image/png"/>
  <Override PartName="/ppt/media/image65.png" ContentType="image/png"/>
  <Override PartName="/ppt/media/image21.png" ContentType="image/png"/>
  <Override PartName="/ppt/media/image66.png" ContentType="image/png"/>
  <Override PartName="/ppt/media/image22.png" ContentType="image/png"/>
  <Override PartName="/ppt/media/image67.png" ContentType="image/png"/>
  <Override PartName="/ppt/media/image23.png" ContentType="image/png"/>
  <Override PartName="/ppt/media/image68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0.png" ContentType="image/png"/>
  <Override PartName="/ppt/media/image38.png" ContentType="image/png"/>
  <Override PartName="/ppt/media/image1.png" ContentType="image/png"/>
  <Override PartName="/ppt/media/image39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media/image8.png" ContentType="image/png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media/image9.png" ContentType="image/png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media/image40.png" ContentType="image/png"/>
  <Override PartName="/ppt/slides/slide18.xml" ContentType="application/vnd.openxmlformats-officedocument.presentationml.slide+xml"/>
  <Override PartName="/ppt/media/image41.png" ContentType="image/png"/>
  <Override PartName="/ppt/slides/slide19.xml" ContentType="application/vnd.openxmlformats-officedocument.presentationml.slide+xml"/>
  <Override PartName="/ppt/media/image42.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0692384" cy="7555992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extLst>
    <p:ext uri="{830B70BB-E15A-452A-CCE9-59A4D3D1ABEA}"/>
    <p:ext uri="{6C5650D6-E27C-46F4-2F72-0326CDA46F4A}"/>
    <p:ext uri="{F9D5E815-7FA7-44A7-723D-1BF50308947D}"/>
  </p:extLst>
</p:presentationPr>
</file>

<file path=ppt/tableStyles.xml><?xml version="1.0" encoding="utf-8"?>
<a:tblStyleLst xmlns:a="http://schemas.openxmlformats.org/drawingml/2006/main" def="{958D6B52-0526-4409-4C4C-5E2CA068C3F5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011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B08AA-C98B-465C-DBEF-E4A040F71A29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E2E80-28DC-4219-2851-B0E9A36FFA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DF56287E-17E9-4E27-3034-26923E30D38E}"/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7C459-125E-4C6D-A434-FC6A7E6EE130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F2F4A-ECCD-4589-B25B-E2D4D9838D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3D021008-CC49-45D8-2048-1E2EC41942A2}"/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96B3E-B293-4AB9-2E3F-2265049AFBE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51C8E-E384-4C1C-0F99-C846F1B0C2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967A73B9-8702-47C7-6C55-61D70B7D8420}"/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D1605-ED8E-4BFF-DF98-3A0292444658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411EA-0C98-4425-5A80-63B4B3E58F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3B3E76B1-15D9-4342-F26D-88A88F4844D7}"/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4E277-F96F-4CE2-138C-19A3FCB77B12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12462-5945-4FA1-3459-FFC79471DA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F945E6EC-9B78-4439-E3DA-9A0B4093B25B}"/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FBD35-524E-4340-8E8D-3F1DC3946E3A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B6C9D-0C43-4953-D870-C7446FF775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3129988B-2307-4968-14AA-0BD3E55FEC42}"/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FFD23-D481-4CA6-13F3-0A815DA1E954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70F19-FE4E-4230-1F7A-E8DD6C6B00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65DF3C58-66EB-4BBC-B23B-AD755AD7C118}"/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99051-00F5-43AC-267D-9A0C226AC5F8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FDEBC-6E34-4C21-5097-EAC48A92EB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045BB472-EBD6-4C65-3C59-F83C67FDA58F}"/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7A6E1-2C17-42CF-04E7-ABF9CB7D4B20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63475-1859-4CF3-5F23-DAC21FD5D7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D6365F38-B1C9-4B3C-AA1E-321D33478BAE}"/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36456-1270-4253-33FA-31494F898BA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22BD9-3BAE-4692-8442-0D2BEEAA49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6321EB19-D4D4-4F32-0D84-769C5C8AFC1B}"/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963A2-1B58-4C5F-CFDB-4E2C47A398D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4E1DD4-BCF3-45C7-0219-54FBA83CC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2849BD5-E87D-4042-6EAA-0A8DEB05AC52}"/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916FE0-8557-464E-78C0-FD118F4B7066}" type="datetimeFigureOut">
              <a:rPr lang="zh-CN" altLang="en-US" smtClean="0"/>
              <a:t>2016/6/19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E635B1-AB70-4A79-1931-F4AC22F8B8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68DA5089-FF4B-41D9-D99B-E01D0C15ED4F}"/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0.png"/><Relationship Id="rId3" Type="http://schemas.openxmlformats.org/officeDocument/2006/relationships/image" Target="/ppt/media/image1.png"/><Relationship Id="rId4" Type="http://schemas.openxmlformats.org/officeDocument/2006/relationships/image" Target="/ppt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.png"/><Relationship Id="rId3" Type="http://schemas.openxmlformats.org/officeDocument/2006/relationships/image" Target="/ppt/media/image4.png"/><Relationship Id="rId4" Type="http://schemas.openxmlformats.org/officeDocument/2006/relationships/image" Target="/ppt/media/image5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.png"/><Relationship Id="rId3" Type="http://schemas.openxmlformats.org/officeDocument/2006/relationships/image" Target="/ppt/media/image7.png"/><Relationship Id="rId4" Type="http://schemas.openxmlformats.org/officeDocument/2006/relationships/image" Target="/ppt/media/image8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9.png"/><Relationship Id="rId3" Type="http://schemas.openxmlformats.org/officeDocument/2006/relationships/image" Target="/ppt/media/image10.png"/><Relationship Id="rId4" Type="http://schemas.openxmlformats.org/officeDocument/2006/relationships/image" Target="/ppt/media/image1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2.png"/><Relationship Id="rId3" Type="http://schemas.openxmlformats.org/officeDocument/2006/relationships/image" Target="/ppt/media/image13.png"/><Relationship Id="rId4" Type="http://schemas.openxmlformats.org/officeDocument/2006/relationships/image" Target="/ppt/media/image14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5.png"/><Relationship Id="rId3" Type="http://schemas.openxmlformats.org/officeDocument/2006/relationships/image" Target="/ppt/media/image16.png"/><Relationship Id="rId4" Type="http://schemas.openxmlformats.org/officeDocument/2006/relationships/image" Target="/ppt/media/image1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8.png"/><Relationship Id="rId3" Type="http://schemas.openxmlformats.org/officeDocument/2006/relationships/image" Target="/ppt/media/image19.png"/><Relationship Id="rId4" Type="http://schemas.openxmlformats.org/officeDocument/2006/relationships/image" Target="/ppt/media/image20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1.png"/><Relationship Id="rId3" Type="http://schemas.openxmlformats.org/officeDocument/2006/relationships/image" Target="/ppt/media/image22.png"/><Relationship Id="rId4" Type="http://schemas.openxmlformats.org/officeDocument/2006/relationships/image" Target="/ppt/media/image23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4.png"/><Relationship Id="rId3" Type="http://schemas.openxmlformats.org/officeDocument/2006/relationships/image" Target="/ppt/media/image25.png"/><Relationship Id="rId4" Type="http://schemas.openxmlformats.org/officeDocument/2006/relationships/image" Target="/ppt/media/image26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7.png"/><Relationship Id="rId3" Type="http://schemas.openxmlformats.org/officeDocument/2006/relationships/image" Target="/ppt/media/image28.png"/><Relationship Id="rId4" Type="http://schemas.openxmlformats.org/officeDocument/2006/relationships/image" Target="/ppt/media/image29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0.png"/><Relationship Id="rId3" Type="http://schemas.openxmlformats.org/officeDocument/2006/relationships/image" Target="/ppt/media/image31.png"/><Relationship Id="rId4" Type="http://schemas.openxmlformats.org/officeDocument/2006/relationships/image" Target="/ppt/media/image32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3.png"/><Relationship Id="rId3" Type="http://schemas.openxmlformats.org/officeDocument/2006/relationships/image" Target="/ppt/media/image34.png"/><Relationship Id="rId4" Type="http://schemas.openxmlformats.org/officeDocument/2006/relationships/image" Target="/ppt/media/image35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6.png"/><Relationship Id="rId3" Type="http://schemas.openxmlformats.org/officeDocument/2006/relationships/image" Target="/ppt/media/image37.png"/><Relationship Id="rId4" Type="http://schemas.openxmlformats.org/officeDocument/2006/relationships/image" Target="/ppt/media/image38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9.png"/><Relationship Id="rId3" Type="http://schemas.openxmlformats.org/officeDocument/2006/relationships/image" Target="/ppt/media/image40.png"/><Relationship Id="rId4" Type="http://schemas.openxmlformats.org/officeDocument/2006/relationships/image" Target="/ppt/media/image41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2.png"/><Relationship Id="rId3" Type="http://schemas.openxmlformats.org/officeDocument/2006/relationships/image" Target="/ppt/media/image43.png"/><Relationship Id="rId4" Type="http://schemas.openxmlformats.org/officeDocument/2006/relationships/image" Target="/ppt/media/image44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5.png"/><Relationship Id="rId3" Type="http://schemas.openxmlformats.org/officeDocument/2006/relationships/image" Target="/ppt/media/image46.png"/><Relationship Id="rId4" Type="http://schemas.openxmlformats.org/officeDocument/2006/relationships/image" Target="/ppt/media/image47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8.png"/><Relationship Id="rId3" Type="http://schemas.openxmlformats.org/officeDocument/2006/relationships/image" Target="/ppt/media/image49.png"/><Relationship Id="rId4" Type="http://schemas.openxmlformats.org/officeDocument/2006/relationships/image" Target="/ppt/media/image50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1.png"/><Relationship Id="rId3" Type="http://schemas.openxmlformats.org/officeDocument/2006/relationships/image" Target="/ppt/media/image52.png"/><Relationship Id="rId4" Type="http://schemas.openxmlformats.org/officeDocument/2006/relationships/image" Target="/ppt/media/image53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4.png"/><Relationship Id="rId3" Type="http://schemas.openxmlformats.org/officeDocument/2006/relationships/image" Target="/ppt/media/image55.png"/><Relationship Id="rId4" Type="http://schemas.openxmlformats.org/officeDocument/2006/relationships/image" Target="/ppt/media/image56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7.png"/><Relationship Id="rId3" Type="http://schemas.openxmlformats.org/officeDocument/2006/relationships/image" Target="/ppt/media/image58.png"/><Relationship Id="rId4" Type="http://schemas.openxmlformats.org/officeDocument/2006/relationships/image" Target="/ppt/media/image59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0.png"/><Relationship Id="rId3" Type="http://schemas.openxmlformats.org/officeDocument/2006/relationships/image" Target="/ppt/media/image61.png"/><Relationship Id="rId4" Type="http://schemas.openxmlformats.org/officeDocument/2006/relationships/image" Target="/ppt/media/image62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3.png"/><Relationship Id="rId3" Type="http://schemas.openxmlformats.org/officeDocument/2006/relationships/image" Target="/ppt/media/image64.png"/><Relationship Id="rId4" Type="http://schemas.openxmlformats.org/officeDocument/2006/relationships/image" Target="/ppt/media/image65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6.png"/><Relationship Id="rId3" Type="http://schemas.openxmlformats.org/officeDocument/2006/relationships/image" Target="/ppt/media/image67.png"/><Relationship Id="rId4" Type="http://schemas.openxmlformats.org/officeDocument/2006/relationships/image" Target="/ppt/media/image68.png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56E3B517-2BE7-4C3E-5168-B32D1859E567}"/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ctorPath 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" name="FB9092E3-2E69-47E0-EF33-2E87BF377565"/>
          <p:cNvPicPr>
            <a:picLocks noChangeAspect="1"/>
          </p:cNvPicPr>
          <p:nvPr/>
        </p:nvPicPr>
        <p:blipFill>
          <a:blip r:embed="rId2" cstate="print">
            <a:extLst>
              <a:ext uri="{6FEA7C5A-D4C8-4603-BDDE-E7847D777C24}"/>
            </a:extLst>
          </a:blip>
          <a:srcRect r="39" t="90"/>
          <a:stretch/>
        </p:blipFill>
        <p:spPr>
          <a:xfrm>
            <a:off x="0" y="0"/>
            <a:ext cx="10692384" cy="7555992"/>
          </a:xfrm>
          <a:prstGeom prst="rect">
            <a:avLst/>
          </a:prstGeom>
        </p:spPr>
      </p:pic>
      <p:pic>
        <p:nvPicPr>
          <p:cNvPr id="4" name="4F0B52FC-EBC4-4A27-18E0-F9EC0CB0DB1B"/>
          <p:cNvPicPr>
            <a:picLocks noChangeAspect="1"/>
          </p:cNvPicPr>
          <p:nvPr/>
        </p:nvPicPr>
        <p:blipFill>
          <a:blip r:embed="rId3" cstate="print">
            <a:extLst>
              <a:ext uri="{B8941D9E-A6A9-4D3A-5320-8719B794F3E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5" name="VectorPath 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6" name="VectorPath 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7" name="3DB934AC-2962-4310-1141-E1E8BE217F07"/>
          <p:cNvPicPr>
            <a:picLocks noChangeAspect="1"/>
          </p:cNvPicPr>
          <p:nvPr/>
        </p:nvPicPr>
        <p:blipFill>
          <a:blip r:embed="rId4" cstate="print">
            <a:extLst>
              <a:ext uri="{70DE9F05-1FDF-4958-673B-7DA5D24FDF7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8" name="VectorPath 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" name="TextBox9"/>
          <p:cNvSpPr txBox="1"/>
          <p:nvPr/>
        </p:nvSpPr>
        <p:spPr>
          <a:xfrm>
            <a:off x="946547" y="7229071"/>
            <a:ext cx="163001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4.6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的定义与性质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0" name="TextBox10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99C497E2-6DC8-43C3-14FC-6C6AB423B245}"/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VectorPath 1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" name="6C224E4F-E100-4C7F-51F9-F6C4F311044C"/>
          <p:cNvPicPr>
            <a:picLocks noChangeAspect="1"/>
          </p:cNvPicPr>
          <p:nvPr/>
        </p:nvPicPr>
        <p:blipFill>
          <a:blip r:embed="rId2" cstate="print">
            <a:extLst>
              <a:ext uri="{2BAF2761-9434-4EA4-F844-16FCFE5D6A2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" name="VectorPath 1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" name="VectorPath 1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" name="5AE09300-973D-4EA3-FF67-E52135F243AA"/>
          <p:cNvPicPr>
            <a:picLocks noChangeAspect="1"/>
          </p:cNvPicPr>
          <p:nvPr/>
        </p:nvPicPr>
        <p:blipFill>
          <a:blip r:embed="rId3" cstate="print">
            <a:extLst>
              <a:ext uri="{C7A8B82E-72B4-46CA-0490-D352485D7DD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" name="VectorPath 1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" name="TextBox17"/>
          <p:cNvSpPr txBox="1"/>
          <p:nvPr/>
        </p:nvSpPr>
        <p:spPr>
          <a:xfrm>
            <a:off x="946547" y="7229071"/>
            <a:ext cx="163001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4.6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的定义与性质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" name="TextBox18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" name="5CBA017F-B3D0-4A49-18DE-96181C5FA67C"/>
          <p:cNvPicPr>
            <a:picLocks noChangeAspect="1"/>
          </p:cNvPicPr>
          <p:nvPr/>
        </p:nvPicPr>
        <p:blipFill>
          <a:blip r:embed="rId4" cstate="print">
            <a:extLst>
              <a:ext uri="{A14AEA25-16F2-4600-081E-6422A35C7317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B6181BA-9638-4237-634E-261E0C491C2C}"/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ectorPath 2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" name="B24E95A4-0425-42B3-90BA-72EA2FC9E40A"/>
          <p:cNvPicPr>
            <a:picLocks noChangeAspect="1"/>
          </p:cNvPicPr>
          <p:nvPr/>
        </p:nvPicPr>
        <p:blipFill>
          <a:blip r:embed="rId2" cstate="print">
            <a:extLst>
              <a:ext uri="{E836B9FF-0239-4532-3543-0B301FE8CD4E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" name="VectorPath 2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" name="VectorPath 2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4" name="F31C21EE-8C67-457E-8200-E14F4CE7E648"/>
          <p:cNvPicPr>
            <a:picLocks noChangeAspect="1"/>
          </p:cNvPicPr>
          <p:nvPr/>
        </p:nvPicPr>
        <p:blipFill>
          <a:blip r:embed="rId3" cstate="print">
            <a:extLst>
              <a:ext uri="{2ED63C74-74A4-4C51-F369-A70AB9F9EFF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5" name="VectorPath 2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6" name="TextBox26"/>
          <p:cNvSpPr txBox="1"/>
          <p:nvPr/>
        </p:nvSpPr>
        <p:spPr>
          <a:xfrm>
            <a:off x="946547" y="7229071"/>
            <a:ext cx="163001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4.6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的定义与性质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7" name="TextBox27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8" name="DDF51F3D-2DFE-47C6-F17E-A208DDC5FD57"/>
          <p:cNvPicPr>
            <a:picLocks noChangeAspect="1"/>
          </p:cNvPicPr>
          <p:nvPr/>
        </p:nvPicPr>
        <p:blipFill>
          <a:blip r:embed="rId4" cstate="print">
            <a:extLst>
              <a:ext uri="{ABCE582B-2797-43B5-F1BE-CDEF42FC9FA3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32FB1F9-4FF0-4137-7322-0C5B5CAB0388}"/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VectorPath 2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0" name="FEC545A7-D06C-4C72-E11B-B7CA8AC40B2A"/>
          <p:cNvPicPr>
            <a:picLocks noChangeAspect="1"/>
          </p:cNvPicPr>
          <p:nvPr/>
        </p:nvPicPr>
        <p:blipFill>
          <a:blip r:embed="rId2" cstate="print">
            <a:extLst>
              <a:ext uri="{7DB30179-A9E6-4919-E03D-BCA344E38D1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1" name="VectorPath 3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32" name="VectorPath 3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33" name="B22B2495-BFC0-490F-9603-37985506A78D"/>
          <p:cNvPicPr>
            <a:picLocks noChangeAspect="1"/>
          </p:cNvPicPr>
          <p:nvPr/>
        </p:nvPicPr>
        <p:blipFill>
          <a:blip r:embed="rId3" cstate="print">
            <a:extLst>
              <a:ext uri="{BBD4CCA1-1021-4478-CE24-CA12A4E0E87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4" name="VectorPath 3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5" name="TextBox35"/>
          <p:cNvSpPr txBox="1"/>
          <p:nvPr/>
        </p:nvSpPr>
        <p:spPr>
          <a:xfrm>
            <a:off x="946547" y="7229071"/>
            <a:ext cx="163001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4.6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的定义与性质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6" name="TextBox36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7" name="2F290765-98A0-4C15-5ACF-61C90B8BDF6D"/>
          <p:cNvPicPr>
            <a:picLocks noChangeAspect="1"/>
          </p:cNvPicPr>
          <p:nvPr/>
        </p:nvPicPr>
        <p:blipFill>
          <a:blip r:embed="rId4" cstate="print">
            <a:extLst>
              <a:ext uri="{9AEDE2ED-1C85-4C35-D91E-BCA2093F2FC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8AB2555F-C91F-44D1-768F-D7D8DB318873}"/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VectorPath 3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9" name="C875F70C-41E3-481D-78CD-ACB9B78B6441"/>
          <p:cNvPicPr>
            <a:picLocks noChangeAspect="1"/>
          </p:cNvPicPr>
          <p:nvPr/>
        </p:nvPicPr>
        <p:blipFill>
          <a:blip r:embed="rId2" cstate="print">
            <a:extLst>
              <a:ext uri="{470FEF06-E51F-46C1-EB07-306C6A4B465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40" name="485687E0-70D4-4295-A916-7A5D631BCB25"/>
          <p:cNvPicPr>
            <a:picLocks noChangeAspect="1"/>
          </p:cNvPicPr>
          <p:nvPr/>
        </p:nvPicPr>
        <p:blipFill>
          <a:blip r:embed="rId3" cstate="print">
            <a:extLst>
              <a:ext uri="{B4D2DF18-A982-4918-FA36-704A03BD3CC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41" name="VectorPath 4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42" name="VectorPath 4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43" name="6AA4BC82-CF22-4A52-6FBF-672EF3265E4D"/>
          <p:cNvPicPr>
            <a:picLocks noChangeAspect="1"/>
          </p:cNvPicPr>
          <p:nvPr/>
        </p:nvPicPr>
        <p:blipFill>
          <a:blip r:embed="rId4" cstate="print">
            <a:extLst>
              <a:ext uri="{9D574154-BB7A-49DB-3AEB-3FFCE5DBAF8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44" name="Combination 44"/>
          <p:cNvGrpSpPr/>
          <p:nvPr/>
        </p:nvGrpSpPr>
        <p:grpSpPr>
          <a:xfrm>
            <a:off x="2000250" y="3076576"/>
            <a:ext cx="495300" cy="2990850"/>
            <a:chOff x="2000250" y="3076576"/>
            <a:chExt cx="495300" cy="2990850"/>
          </a:xfrm>
        </p:grpSpPr>
        <p:sp>
          <p:nvSpPr>
            <p:cNvPr id="45" name="VectorPath 45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46" name="VectorPath 46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47" name="VectorPath 47"/>
            <p:cNvSpPr/>
            <p:nvPr/>
          </p:nvSpPr>
          <p:spPr>
            <a:xfrm>
              <a:off x="2000250" y="473392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2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2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48" name="VectorPath 48"/>
            <p:cNvSpPr/>
            <p:nvPr/>
          </p:nvSpPr>
          <p:spPr>
            <a:xfrm>
              <a:off x="2000250" y="556260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</p:grpSp>
      <p:sp>
        <p:nvSpPr>
          <p:cNvPr id="49" name="TextBox49"/>
          <p:cNvSpPr txBox="1"/>
          <p:nvPr/>
        </p:nvSpPr>
        <p:spPr>
          <a:xfrm>
            <a:off x="2118568" y="3090641"/>
            <a:ext cx="259884" cy="292203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7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50" name="VectorPath 5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51" name="TextBox51"/>
          <p:cNvSpPr txBox="1"/>
          <p:nvPr/>
        </p:nvSpPr>
        <p:spPr>
          <a:xfrm>
            <a:off x="946547" y="7229071"/>
            <a:ext cx="163001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4.6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的定义与性质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52" name="TextBox52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3A522625-54AF-40AC-4C1C-6E5C6941C4F5}"/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VectorPath 5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54" name="A5638F5C-8DD1-45A0-EE90-06BDAA7F3A8A"/>
          <p:cNvPicPr>
            <a:picLocks noChangeAspect="1"/>
          </p:cNvPicPr>
          <p:nvPr/>
        </p:nvPicPr>
        <p:blipFill>
          <a:blip r:embed="rId2" cstate="print">
            <a:extLst>
              <a:ext uri="{BD78C624-9967-4D6C-717A-4B6416BD1D6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55" name="B41FA4A6-0A0A-4099-1E31-39AB221881B0"/>
          <p:cNvPicPr>
            <a:picLocks noChangeAspect="1"/>
          </p:cNvPicPr>
          <p:nvPr/>
        </p:nvPicPr>
        <p:blipFill>
          <a:blip r:embed="rId3" cstate="print">
            <a:extLst>
              <a:ext uri="{D4F817C7-B06D-4D3C-7027-46E15FEF218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56" name="VectorPath 56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57" name="VectorPath 5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58" name="01275744-E86E-4222-8282-F39DAE32C007"/>
          <p:cNvPicPr>
            <a:picLocks noChangeAspect="1"/>
          </p:cNvPicPr>
          <p:nvPr/>
        </p:nvPicPr>
        <p:blipFill>
          <a:blip r:embed="rId4" cstate="print">
            <a:extLst>
              <a:ext uri="{806500A7-85A6-4EEC-43BA-11BE3E2CBFF0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59" name="Combination 59"/>
          <p:cNvGrpSpPr/>
          <p:nvPr/>
        </p:nvGrpSpPr>
        <p:grpSpPr>
          <a:xfrm>
            <a:off x="2000250" y="3076576"/>
            <a:ext cx="495300" cy="2990850"/>
            <a:chOff x="2000250" y="3076576"/>
            <a:chExt cx="495300" cy="2990850"/>
          </a:xfrm>
        </p:grpSpPr>
        <p:sp>
          <p:nvSpPr>
            <p:cNvPr id="60" name="VectorPath 60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61" name="VectorPath 61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62" name="VectorPath 62"/>
            <p:cNvSpPr/>
            <p:nvPr/>
          </p:nvSpPr>
          <p:spPr>
            <a:xfrm>
              <a:off x="2000250" y="473392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2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2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63" name="VectorPath 63"/>
            <p:cNvSpPr/>
            <p:nvPr/>
          </p:nvSpPr>
          <p:spPr>
            <a:xfrm>
              <a:off x="2000250" y="556260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64" name="TextBox64"/>
          <p:cNvSpPr txBox="1"/>
          <p:nvPr/>
        </p:nvSpPr>
        <p:spPr>
          <a:xfrm>
            <a:off x="2118568" y="3090641"/>
            <a:ext cx="259884" cy="292203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7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65" name="VectorPath 6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66" name="TextBox66"/>
          <p:cNvSpPr txBox="1"/>
          <p:nvPr/>
        </p:nvSpPr>
        <p:spPr>
          <a:xfrm>
            <a:off x="946547" y="7229071"/>
            <a:ext cx="163001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4.6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的定义与性质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67" name="TextBox67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D0430688-B404-424E-E3E0-3972E8C54FF8}"/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VectorPath 6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69" name="AC17B3EC-C825-4E49-E7F1-A14D7235B00D"/>
          <p:cNvPicPr>
            <a:picLocks noChangeAspect="1"/>
          </p:cNvPicPr>
          <p:nvPr/>
        </p:nvPicPr>
        <p:blipFill>
          <a:blip r:embed="rId2" cstate="print">
            <a:extLst>
              <a:ext uri="{5C69DEE5-99ED-455D-71A9-6C5BBCE24D4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70" name="VectorPath 7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71" name="VectorPath 7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72" name="72999F19-5EE2-4959-A6F8-49B9B8146A1D"/>
          <p:cNvPicPr>
            <a:picLocks noChangeAspect="1"/>
          </p:cNvPicPr>
          <p:nvPr/>
        </p:nvPicPr>
        <p:blipFill>
          <a:blip r:embed="rId3" cstate="print">
            <a:extLst>
              <a:ext uri="{9F32636C-232F-4933-BF6D-85C3F429A1D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73" name="VectorPath 7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74" name="TextBox74"/>
          <p:cNvSpPr txBox="1"/>
          <p:nvPr/>
        </p:nvSpPr>
        <p:spPr>
          <a:xfrm>
            <a:off x="946547" y="7229071"/>
            <a:ext cx="163001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4.6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的定义与性质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75" name="TextBox75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76" name="B9561D8A-46AE-48DA-76A7-EC90C45E3143"/>
          <p:cNvPicPr>
            <a:picLocks noChangeAspect="1"/>
          </p:cNvPicPr>
          <p:nvPr/>
        </p:nvPicPr>
        <p:blipFill>
          <a:blip r:embed="rId4" cstate="print">
            <a:extLst>
              <a:ext uri="{9205C442-F020-4D2C-6F19-98B0484C07B3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2F502E1F-08BF-46B7-EE05-BF0628823842}"/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VectorPath 7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78" name="F9D79812-080E-42BE-28C9-B9578054CD9A"/>
          <p:cNvPicPr>
            <a:picLocks noChangeAspect="1"/>
          </p:cNvPicPr>
          <p:nvPr/>
        </p:nvPicPr>
        <p:blipFill>
          <a:blip r:embed="rId2" cstate="print">
            <a:extLst>
              <a:ext uri="{D2452108-040B-4894-9A42-7B0BD5965173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79" name="12E9A76F-AC34-492A-0AA9-C1CEDB6A28F9"/>
          <p:cNvPicPr>
            <a:picLocks noChangeAspect="1"/>
          </p:cNvPicPr>
          <p:nvPr/>
        </p:nvPicPr>
        <p:blipFill>
          <a:blip r:embed="rId3" cstate="print">
            <a:extLst>
              <a:ext uri="{BE9087E4-217C-4549-5DFC-0A8DA39607F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80" name="VectorPath 8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81" name="VectorPath 8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82" name="85B0DE89-70A9-449D-0BE5-3A12D964E5BD"/>
          <p:cNvPicPr>
            <a:picLocks noChangeAspect="1"/>
          </p:cNvPicPr>
          <p:nvPr/>
        </p:nvPicPr>
        <p:blipFill>
          <a:blip r:embed="rId4" cstate="print">
            <a:extLst>
              <a:ext uri="{265B34DB-38B6-4E88-4F69-EB7FBCC40CB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83" name="Combination 83"/>
          <p:cNvGrpSpPr/>
          <p:nvPr/>
        </p:nvGrpSpPr>
        <p:grpSpPr>
          <a:xfrm>
            <a:off x="2000250" y="3076576"/>
            <a:ext cx="495300" cy="2990850"/>
            <a:chOff x="2000250" y="3076576"/>
            <a:chExt cx="495300" cy="2990850"/>
          </a:xfrm>
        </p:grpSpPr>
        <p:sp>
          <p:nvSpPr>
            <p:cNvPr id="84" name="VectorPath 84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85" name="VectorPath 85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86" name="VectorPath 86"/>
            <p:cNvSpPr/>
            <p:nvPr/>
          </p:nvSpPr>
          <p:spPr>
            <a:xfrm>
              <a:off x="2000250" y="473392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2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2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87" name="VectorPath 87"/>
            <p:cNvSpPr/>
            <p:nvPr/>
          </p:nvSpPr>
          <p:spPr>
            <a:xfrm>
              <a:off x="2000250" y="556260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88" name="TextBox88"/>
          <p:cNvSpPr txBox="1"/>
          <p:nvPr/>
        </p:nvSpPr>
        <p:spPr>
          <a:xfrm>
            <a:off x="2118568" y="3090641"/>
            <a:ext cx="259884" cy="292203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7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89" name="VectorPath 89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0" name="TextBox90"/>
          <p:cNvSpPr txBox="1"/>
          <p:nvPr/>
        </p:nvSpPr>
        <p:spPr>
          <a:xfrm>
            <a:off x="946547" y="7229071"/>
            <a:ext cx="163001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4.6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的定义与性质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91" name="TextBox91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8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0FEFB0D9-EF70-49FB-2EA2-B10B32C30B4D}"/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VectorPath 9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93" name="A89F7AD2-D5E2-4B5B-A464-39B63CDECE09"/>
          <p:cNvPicPr>
            <a:picLocks noChangeAspect="1"/>
          </p:cNvPicPr>
          <p:nvPr/>
        </p:nvPicPr>
        <p:blipFill>
          <a:blip r:embed="rId2" cstate="print">
            <a:extLst>
              <a:ext uri="{E16F6DF9-EB98-4D54-B261-7F440BD8E4B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94" name="VectorPath 9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95" name="VectorPath 9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96" name="BE4435A9-AFC0-44B4-A09D-E87CAD782D1A"/>
          <p:cNvPicPr>
            <a:picLocks noChangeAspect="1"/>
          </p:cNvPicPr>
          <p:nvPr/>
        </p:nvPicPr>
        <p:blipFill>
          <a:blip r:embed="rId3" cstate="print">
            <a:extLst>
              <a:ext uri="{B42F38F6-EC1C-4D50-0385-74A09A77CD1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97" name="VectorPath 97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8" name="TextBox98"/>
          <p:cNvSpPr txBox="1"/>
          <p:nvPr/>
        </p:nvSpPr>
        <p:spPr>
          <a:xfrm>
            <a:off x="946547" y="7229071"/>
            <a:ext cx="163001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4.6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的定义与性质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99" name="TextBox99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00" name="ACF4E5CB-DAAF-4AA9-E071-56B2CD264673"/>
          <p:cNvPicPr>
            <a:picLocks noChangeAspect="1"/>
          </p:cNvPicPr>
          <p:nvPr/>
        </p:nvPicPr>
        <p:blipFill>
          <a:blip r:embed="rId4" cstate="print">
            <a:extLst>
              <a:ext uri="{55526054-4465-40E7-4071-BE474CD2CBCD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5342D16-981F-4286-0372-BDBA19CBBD2A}"/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VectorPath 10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02" name="239A3BDB-7AA2-4CAD-1CE2-99C52CCF9609"/>
          <p:cNvPicPr>
            <a:picLocks noChangeAspect="1"/>
          </p:cNvPicPr>
          <p:nvPr/>
        </p:nvPicPr>
        <p:blipFill>
          <a:blip r:embed="rId2" cstate="print">
            <a:extLst>
              <a:ext uri="{F5A4BF7C-40D0-4D0B-27A5-4843A929652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03" name="VectorPath 10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04" name="VectorPath 10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05" name="A34F0E21-438E-43D3-3796-D774DCB2BC2E"/>
          <p:cNvPicPr>
            <a:picLocks noChangeAspect="1"/>
          </p:cNvPicPr>
          <p:nvPr/>
        </p:nvPicPr>
        <p:blipFill>
          <a:blip r:embed="rId3" cstate="print">
            <a:extLst>
              <a:ext uri="{E4AF13D5-8A18-410A-E953-88C2E2CBBF6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06" name="VectorPath 10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07" name="TextBox107"/>
          <p:cNvSpPr txBox="1"/>
          <p:nvPr/>
        </p:nvSpPr>
        <p:spPr>
          <a:xfrm>
            <a:off x="946547" y="7229071"/>
            <a:ext cx="163001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4.6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的定义与性质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08" name="TextBox108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09" name="4A38A6F0-943F-4CFB-F28D-9121F23AA9DA"/>
          <p:cNvPicPr>
            <a:picLocks noChangeAspect="1"/>
          </p:cNvPicPr>
          <p:nvPr/>
        </p:nvPicPr>
        <p:blipFill>
          <a:blip r:embed="rId4" cstate="print">
            <a:extLst>
              <a:ext uri="{F2AC402B-FE56-496D-9173-008A91DE834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9C5F4D6-7B31-4B9F-CE36-F6B1DB7967F4}"/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VectorPath 11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11" name="E9ED4576-8E28-48A7-EBBA-5112D9F8C276"/>
          <p:cNvPicPr>
            <a:picLocks noChangeAspect="1"/>
          </p:cNvPicPr>
          <p:nvPr/>
        </p:nvPicPr>
        <p:blipFill>
          <a:blip r:embed="rId2" cstate="print">
            <a:extLst>
              <a:ext uri="{7EE564B6-5A0F-4903-5838-0EE5E83ED5BC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12" name="VectorPath 11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13" name="VectorPath 11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14" name="F8CDAE73-363D-4BA5-C18C-9B024FE2E9A8"/>
          <p:cNvPicPr>
            <a:picLocks noChangeAspect="1"/>
          </p:cNvPicPr>
          <p:nvPr/>
        </p:nvPicPr>
        <p:blipFill>
          <a:blip r:embed="rId3" cstate="print">
            <a:extLst>
              <a:ext uri="{F7424972-E20C-4395-A406-FECE8D44B6F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15" name="VectorPath 11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16" name="TextBox116"/>
          <p:cNvSpPr txBox="1"/>
          <p:nvPr/>
        </p:nvSpPr>
        <p:spPr>
          <a:xfrm>
            <a:off x="946547" y="7229071"/>
            <a:ext cx="163001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4.6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的定义与性质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17" name="TextBox117"/>
          <p:cNvSpPr txBox="1"/>
          <p:nvPr/>
        </p:nvSpPr>
        <p:spPr>
          <a:xfrm>
            <a:off x="5082034" y="7231956"/>
            <a:ext cx="531835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11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65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18" name="C8C3DE5F-A69A-4F06-1DA3-FBCBDEBF199D"/>
          <p:cNvPicPr>
            <a:picLocks noChangeAspect="1"/>
          </p:cNvPicPr>
          <p:nvPr/>
        </p:nvPicPr>
        <p:blipFill>
          <a:blip r:embed="rId4" cstate="print">
            <a:extLst>
              <a:ext uri="{C0DCFBCD-4C77-4E80-D0C8-E1E48F5E961E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31A2869-F2E1-44C7-1227-8C565045930A}"/>
    </p:extLst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VectorPath 11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0" name="35E7E1FE-E59D-4F69-3194-DC75A95F3347"/>
          <p:cNvPicPr>
            <a:picLocks noChangeAspect="1"/>
          </p:cNvPicPr>
          <p:nvPr/>
        </p:nvPicPr>
        <p:blipFill>
          <a:blip r:embed="rId2" cstate="print">
            <a:extLst>
              <a:ext uri="{FC4F8128-A1A5-43E6-C0FF-9C1F2CAD9DC5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21" name="VectorPath 12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22" name="VectorPath 12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23" name="2D8D5500-4110-45AE-FF23-B66B13FB86E2"/>
          <p:cNvPicPr>
            <a:picLocks noChangeAspect="1"/>
          </p:cNvPicPr>
          <p:nvPr/>
        </p:nvPicPr>
        <p:blipFill>
          <a:blip r:embed="rId3" cstate="print">
            <a:extLst>
              <a:ext uri="{E2C9FC26-64AB-444B-348C-D5AA540BCC7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24" name="VectorPath 12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25" name="TextBox125"/>
          <p:cNvSpPr txBox="1"/>
          <p:nvPr/>
        </p:nvSpPr>
        <p:spPr>
          <a:xfrm>
            <a:off x="946547" y="7229071"/>
            <a:ext cx="163001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4.6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的定义与性质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26" name="TextBox126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27" name="2163B0B7-865A-4F94-D61C-FE732291E111"/>
          <p:cNvPicPr>
            <a:picLocks noChangeAspect="1"/>
          </p:cNvPicPr>
          <p:nvPr/>
        </p:nvPicPr>
        <p:blipFill>
          <a:blip r:embed="rId4" cstate="print">
            <a:extLst>
              <a:ext uri="{1762A74D-DF61-4D20-9794-C9B19F9BA98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C67DEB5B-51B9-46BF-A7E3-3BB739713AAB}"/>
    </p:extLst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VectorPath 12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9" name="52748241-7121-425A-AF8B-008530EF6DFF"/>
          <p:cNvPicPr>
            <a:picLocks noChangeAspect="1"/>
          </p:cNvPicPr>
          <p:nvPr/>
        </p:nvPicPr>
        <p:blipFill>
          <a:blip r:embed="rId2" cstate="print">
            <a:extLst>
              <a:ext uri="{F825F7C0-4029-4368-8A99-E36AE789756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130" name="549C5AC4-D815-49DD-2E60-489A5D2B37CD"/>
          <p:cNvPicPr>
            <a:picLocks noChangeAspect="1"/>
          </p:cNvPicPr>
          <p:nvPr/>
        </p:nvPicPr>
        <p:blipFill>
          <a:blip r:embed="rId3" cstate="print">
            <a:extLst>
              <a:ext uri="{FD4E105D-B9EB-4FB6-6B8F-9A81C2E838D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131" name="VectorPath 13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32" name="VectorPath 13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33" name="233A0270-6C15-4FF2-4C77-8F4395AAB3C7"/>
          <p:cNvPicPr>
            <a:picLocks noChangeAspect="1"/>
          </p:cNvPicPr>
          <p:nvPr/>
        </p:nvPicPr>
        <p:blipFill>
          <a:blip r:embed="rId4" cstate="print">
            <a:extLst>
              <a:ext uri="{F483BE4D-0D5B-47C8-3DBE-43CFA137185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134" name="Combination 134"/>
          <p:cNvGrpSpPr/>
          <p:nvPr/>
        </p:nvGrpSpPr>
        <p:grpSpPr>
          <a:xfrm>
            <a:off x="2000250" y="3076576"/>
            <a:ext cx="495300" cy="2990850"/>
            <a:chOff x="2000250" y="3076576"/>
            <a:chExt cx="495300" cy="2990850"/>
          </a:xfrm>
        </p:grpSpPr>
        <p:sp>
          <p:nvSpPr>
            <p:cNvPr id="135" name="VectorPath 135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136" name="VectorPath 136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137" name="VectorPath 137"/>
            <p:cNvSpPr/>
            <p:nvPr/>
          </p:nvSpPr>
          <p:spPr>
            <a:xfrm>
              <a:off x="2000250" y="473392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2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2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138" name="VectorPath 138"/>
            <p:cNvSpPr/>
            <p:nvPr/>
          </p:nvSpPr>
          <p:spPr>
            <a:xfrm>
              <a:off x="2000250" y="556260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139" name="TextBox139"/>
          <p:cNvSpPr txBox="1"/>
          <p:nvPr/>
        </p:nvSpPr>
        <p:spPr>
          <a:xfrm>
            <a:off x="2118568" y="3090641"/>
            <a:ext cx="259884" cy="292203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7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140" name="VectorPath 14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41" name="TextBox141"/>
          <p:cNvSpPr txBox="1"/>
          <p:nvPr/>
        </p:nvSpPr>
        <p:spPr>
          <a:xfrm>
            <a:off x="946547" y="7229071"/>
            <a:ext cx="163001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4.6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的定义与性质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42" name="TextBox142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58353300-B747-4C5F-D4D1-4745FEFFFFFF}"/>
    </p:extLst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VectorPath 14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44" name="B6C83D8E-D4CB-4F8C-ACF3-B587F855DFE8"/>
          <p:cNvPicPr>
            <a:picLocks noChangeAspect="1"/>
          </p:cNvPicPr>
          <p:nvPr/>
        </p:nvPicPr>
        <p:blipFill>
          <a:blip r:embed="rId2" cstate="print">
            <a:extLst>
              <a:ext uri="{8E612810-747D-4FA2-1CA1-53996E183E48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145" name="EB623FC9-ADF9-4FAD-CA16-E3B88D3AE0B2"/>
          <p:cNvPicPr>
            <a:picLocks noChangeAspect="1"/>
          </p:cNvPicPr>
          <p:nvPr/>
        </p:nvPicPr>
        <p:blipFill>
          <a:blip r:embed="rId3" cstate="print">
            <a:extLst>
              <a:ext uri="{89BD1766-581F-4954-DCDE-CD15ED638A8D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146" name="VectorPath 146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7" name="VectorPath 14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48" name="5129C8D7-7B0C-4B66-65E8-9F7F4BCED128"/>
          <p:cNvPicPr>
            <a:picLocks noChangeAspect="1"/>
          </p:cNvPicPr>
          <p:nvPr/>
        </p:nvPicPr>
        <p:blipFill>
          <a:blip r:embed="rId4" cstate="print">
            <a:extLst>
              <a:ext uri="{E27349B5-9DB1-427E-1596-11A01623D5F2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149" name="Combination 149"/>
          <p:cNvGrpSpPr/>
          <p:nvPr/>
        </p:nvGrpSpPr>
        <p:grpSpPr>
          <a:xfrm>
            <a:off x="2000250" y="3076576"/>
            <a:ext cx="495300" cy="2990850"/>
            <a:chOff x="2000250" y="3076576"/>
            <a:chExt cx="495300" cy="2990850"/>
          </a:xfrm>
        </p:grpSpPr>
        <p:sp>
          <p:nvSpPr>
            <p:cNvPr id="150" name="VectorPath 150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151" name="VectorPath 151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152" name="VectorPath 152"/>
            <p:cNvSpPr/>
            <p:nvPr/>
          </p:nvSpPr>
          <p:spPr>
            <a:xfrm>
              <a:off x="2000250" y="473392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2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2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153" name="VectorPath 153"/>
            <p:cNvSpPr/>
            <p:nvPr/>
          </p:nvSpPr>
          <p:spPr>
            <a:xfrm>
              <a:off x="2000250" y="556260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154" name="TextBox154"/>
          <p:cNvSpPr txBox="1"/>
          <p:nvPr/>
        </p:nvSpPr>
        <p:spPr>
          <a:xfrm>
            <a:off x="2118568" y="3090641"/>
            <a:ext cx="259884" cy="292203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7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155" name="VectorPath 15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56" name="TextBox156"/>
          <p:cNvSpPr txBox="1"/>
          <p:nvPr/>
        </p:nvSpPr>
        <p:spPr>
          <a:xfrm>
            <a:off x="946547" y="7229071"/>
            <a:ext cx="163001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4.6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的定义与性质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57" name="TextBox157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183A3306-AA43-4C6D-7417-BEA26012F501}"/>
    </p:extLst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VectorPath 15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59" name="985AD930-DA4B-499D-577E-BA02F089E4B5"/>
          <p:cNvPicPr>
            <a:picLocks noChangeAspect="1"/>
          </p:cNvPicPr>
          <p:nvPr/>
        </p:nvPicPr>
        <p:blipFill>
          <a:blip r:embed="rId2" cstate="print">
            <a:extLst>
              <a:ext uri="{D6C83854-7B1A-42F4-2353-D2012866FC4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160" name="59930EBC-C706-4FB7-AA19-F076F9398C7E"/>
          <p:cNvPicPr>
            <a:picLocks noChangeAspect="1"/>
          </p:cNvPicPr>
          <p:nvPr/>
        </p:nvPicPr>
        <p:blipFill>
          <a:blip r:embed="rId3" cstate="print">
            <a:extLst>
              <a:ext uri="{A33162D5-0F9F-4A6B-7D19-A0804C61C425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161" name="VectorPath 16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62" name="VectorPath 16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63" name="59E0208A-5507-4DF6-A4A4-824A2E0AC118"/>
          <p:cNvPicPr>
            <a:picLocks noChangeAspect="1"/>
          </p:cNvPicPr>
          <p:nvPr/>
        </p:nvPicPr>
        <p:blipFill>
          <a:blip r:embed="rId4" cstate="print">
            <a:extLst>
              <a:ext uri="{FA68EBFA-62F7-455A-EEEC-980D6C97E5C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164" name="Combination 164"/>
          <p:cNvGrpSpPr/>
          <p:nvPr/>
        </p:nvGrpSpPr>
        <p:grpSpPr>
          <a:xfrm>
            <a:off x="2000250" y="3076576"/>
            <a:ext cx="495300" cy="2990850"/>
            <a:chOff x="2000250" y="3076576"/>
            <a:chExt cx="495300" cy="2990850"/>
          </a:xfrm>
        </p:grpSpPr>
        <p:sp>
          <p:nvSpPr>
            <p:cNvPr id="165" name="VectorPath 165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166" name="VectorPath 166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167" name="VectorPath 167"/>
            <p:cNvSpPr/>
            <p:nvPr/>
          </p:nvSpPr>
          <p:spPr>
            <a:xfrm>
              <a:off x="2000250" y="473392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2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2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168" name="VectorPath 168"/>
            <p:cNvSpPr/>
            <p:nvPr/>
          </p:nvSpPr>
          <p:spPr>
            <a:xfrm>
              <a:off x="2000250" y="556260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</p:grpSp>
      <p:sp>
        <p:nvSpPr>
          <p:cNvPr id="169" name="TextBox169"/>
          <p:cNvSpPr txBox="1"/>
          <p:nvPr/>
        </p:nvSpPr>
        <p:spPr>
          <a:xfrm>
            <a:off x="2118568" y="3090641"/>
            <a:ext cx="259884" cy="292203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7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170" name="VectorPath 17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1" name="TextBox171"/>
          <p:cNvSpPr txBox="1"/>
          <p:nvPr/>
        </p:nvSpPr>
        <p:spPr>
          <a:xfrm>
            <a:off x="946547" y="7229071"/>
            <a:ext cx="163001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4.6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的定义与性质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72" name="TextBox172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A1C0449B-B058-4C1E-74D5-62D1EAD4045E}"/>
    </p:extLst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VectorPath 17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74" name="F83DA300-10C9-4A89-F54E-AB783CC12374"/>
          <p:cNvPicPr>
            <a:picLocks noChangeAspect="1"/>
          </p:cNvPicPr>
          <p:nvPr/>
        </p:nvPicPr>
        <p:blipFill>
          <a:blip r:embed="rId2" cstate="print">
            <a:extLst>
              <a:ext uri="{007B2992-9320-492B-2830-B426B924F1F0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175" name="A96E9914-3BF9-4E7D-D652-B4E0C7ACBEAD"/>
          <p:cNvPicPr>
            <a:picLocks noChangeAspect="1"/>
          </p:cNvPicPr>
          <p:nvPr/>
        </p:nvPicPr>
        <p:blipFill>
          <a:blip r:embed="rId3" cstate="print">
            <a:extLst>
              <a:ext uri="{66E81523-D5AC-47FE-D61D-389D98CEFA6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176" name="VectorPath 176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77" name="VectorPath 17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78" name="F310C2E6-E3DD-44FA-1198-AF5E7ABC762E"/>
          <p:cNvPicPr>
            <a:picLocks noChangeAspect="1"/>
          </p:cNvPicPr>
          <p:nvPr/>
        </p:nvPicPr>
        <p:blipFill>
          <a:blip r:embed="rId4" cstate="print">
            <a:extLst>
              <a:ext uri="{D21D7530-D40F-4BDA-9763-1E0E2BAF8D4F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179" name="Combination 179"/>
          <p:cNvGrpSpPr/>
          <p:nvPr/>
        </p:nvGrpSpPr>
        <p:grpSpPr>
          <a:xfrm>
            <a:off x="2000250" y="3076576"/>
            <a:ext cx="495300" cy="2990850"/>
            <a:chOff x="2000250" y="3076576"/>
            <a:chExt cx="495300" cy="2990850"/>
          </a:xfrm>
        </p:grpSpPr>
        <p:sp>
          <p:nvSpPr>
            <p:cNvPr id="180" name="VectorPath 180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181" name="VectorPath 181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182" name="VectorPath 182"/>
            <p:cNvSpPr/>
            <p:nvPr/>
          </p:nvSpPr>
          <p:spPr>
            <a:xfrm>
              <a:off x="2000250" y="473392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2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2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183" name="VectorPath 183"/>
            <p:cNvSpPr/>
            <p:nvPr/>
          </p:nvSpPr>
          <p:spPr>
            <a:xfrm>
              <a:off x="2000250" y="556260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184" name="TextBox184"/>
          <p:cNvSpPr txBox="1"/>
          <p:nvPr/>
        </p:nvSpPr>
        <p:spPr>
          <a:xfrm>
            <a:off x="2118568" y="3090641"/>
            <a:ext cx="259884" cy="292203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7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185" name="VectorPath 18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86" name="TextBox186"/>
          <p:cNvSpPr txBox="1"/>
          <p:nvPr/>
        </p:nvSpPr>
        <p:spPr>
          <a:xfrm>
            <a:off x="946547" y="7229071"/>
            <a:ext cx="163001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4.6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的定义与性质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7" name="TextBox187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168A01B9-6959-4ADF-9EDD-EE4F5F832C9D}"/>
    </p:extLst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VectorPath 18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89" name="587372CD-EC9B-4B09-C9E4-4C328FD95609"/>
          <p:cNvPicPr>
            <a:picLocks noChangeAspect="1"/>
          </p:cNvPicPr>
          <p:nvPr/>
        </p:nvPicPr>
        <p:blipFill>
          <a:blip r:embed="rId2" cstate="print">
            <a:extLst>
              <a:ext uri="{31B88B19-BF09-479A-164F-AC498131EDC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190" name="9A978904-D2AC-475A-5A21-C27846901E9F"/>
          <p:cNvPicPr>
            <a:picLocks noChangeAspect="1"/>
          </p:cNvPicPr>
          <p:nvPr/>
        </p:nvPicPr>
        <p:blipFill>
          <a:blip r:embed="rId3" cstate="print">
            <a:extLst>
              <a:ext uri="{026702B6-3E2B-4822-AD1F-4DBBEFE070B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191" name="VectorPath 19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92" name="VectorPath 19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93" name="A8A0D2A7-6639-4A99-E3E9-AF1E435A5FF0"/>
          <p:cNvPicPr>
            <a:picLocks noChangeAspect="1"/>
          </p:cNvPicPr>
          <p:nvPr/>
        </p:nvPicPr>
        <p:blipFill>
          <a:blip r:embed="rId4" cstate="print">
            <a:extLst>
              <a:ext uri="{AF00BB00-5EDD-4CF3-3934-638FF9F3F3A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194" name="Combination 194"/>
          <p:cNvGrpSpPr/>
          <p:nvPr/>
        </p:nvGrpSpPr>
        <p:grpSpPr>
          <a:xfrm>
            <a:off x="2000250" y="3076576"/>
            <a:ext cx="495300" cy="2990850"/>
            <a:chOff x="2000250" y="3076576"/>
            <a:chExt cx="495300" cy="2990850"/>
          </a:xfrm>
        </p:grpSpPr>
        <p:sp>
          <p:nvSpPr>
            <p:cNvPr id="195" name="VectorPath 195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196" name="VectorPath 196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197" name="VectorPath 197"/>
            <p:cNvSpPr/>
            <p:nvPr/>
          </p:nvSpPr>
          <p:spPr>
            <a:xfrm>
              <a:off x="2000250" y="473392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2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2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198" name="VectorPath 198"/>
            <p:cNvSpPr/>
            <p:nvPr/>
          </p:nvSpPr>
          <p:spPr>
            <a:xfrm>
              <a:off x="2000250" y="556260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199" name="TextBox199"/>
          <p:cNvSpPr txBox="1"/>
          <p:nvPr/>
        </p:nvSpPr>
        <p:spPr>
          <a:xfrm>
            <a:off x="2118568" y="3090641"/>
            <a:ext cx="259884" cy="292203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7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200" name="VectorPath 20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01" name="TextBox201"/>
          <p:cNvSpPr txBox="1"/>
          <p:nvPr/>
        </p:nvSpPr>
        <p:spPr>
          <a:xfrm>
            <a:off x="946547" y="7229071"/>
            <a:ext cx="163001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4.6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的定义与性质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02" name="TextBox202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8822E315-14BF-440E-F9E3-6D3ABB18742F}"/>
    </p:extLst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VectorPath 20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04" name="CA3B3DAA-E6B8-48D0-1AFC-7C7E1AB99D0B"/>
          <p:cNvPicPr>
            <a:picLocks noChangeAspect="1"/>
          </p:cNvPicPr>
          <p:nvPr/>
        </p:nvPicPr>
        <p:blipFill>
          <a:blip r:embed="rId2" cstate="print">
            <a:extLst>
              <a:ext uri="{C0F904C0-2BE0-4F2B-A693-CA90BD73F6E0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205" name="8E589E5A-BC6F-4D7B-A52C-3848A5B6BEA8"/>
          <p:cNvPicPr>
            <a:picLocks noChangeAspect="1"/>
          </p:cNvPicPr>
          <p:nvPr/>
        </p:nvPicPr>
        <p:blipFill>
          <a:blip r:embed="rId3" cstate="print">
            <a:extLst>
              <a:ext uri="{EEA25EFA-9581-44AC-DFD3-992606ADC3B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206" name="VectorPath 206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07" name="VectorPath 20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08" name="B4183941-C8A8-4D27-C83A-62B6EC63A4DA"/>
          <p:cNvPicPr>
            <a:picLocks noChangeAspect="1"/>
          </p:cNvPicPr>
          <p:nvPr/>
        </p:nvPicPr>
        <p:blipFill>
          <a:blip r:embed="rId4" cstate="print">
            <a:extLst>
              <a:ext uri="{DCE2D027-E6EF-4F5F-CEF9-ABFD4DB44CAE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209" name="Combination 209"/>
          <p:cNvGrpSpPr/>
          <p:nvPr/>
        </p:nvGrpSpPr>
        <p:grpSpPr>
          <a:xfrm>
            <a:off x="2000250" y="3076576"/>
            <a:ext cx="495300" cy="2990850"/>
            <a:chOff x="2000250" y="3076576"/>
            <a:chExt cx="495300" cy="2990850"/>
          </a:xfrm>
        </p:grpSpPr>
        <p:sp>
          <p:nvSpPr>
            <p:cNvPr id="210" name="VectorPath 210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211" name="VectorPath 211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212" name="VectorPath 212"/>
            <p:cNvSpPr/>
            <p:nvPr/>
          </p:nvSpPr>
          <p:spPr>
            <a:xfrm>
              <a:off x="2000250" y="473392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2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2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213" name="VectorPath 213"/>
            <p:cNvSpPr/>
            <p:nvPr/>
          </p:nvSpPr>
          <p:spPr>
            <a:xfrm>
              <a:off x="2000250" y="556260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214" name="TextBox214"/>
          <p:cNvSpPr txBox="1"/>
          <p:nvPr/>
        </p:nvSpPr>
        <p:spPr>
          <a:xfrm>
            <a:off x="2118568" y="3090641"/>
            <a:ext cx="259884" cy="292203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7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215" name="VectorPath 21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16" name="TextBox216"/>
          <p:cNvSpPr txBox="1"/>
          <p:nvPr/>
        </p:nvSpPr>
        <p:spPr>
          <a:xfrm>
            <a:off x="946547" y="7229071"/>
            <a:ext cx="163001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4.6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的定义与性质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17" name="TextBox217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18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5869C49C-C004-44D3-0039-4C876A3398F7}"/>
    </p:extLst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VectorPath 21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9" name="EC35B2D3-10F7-4AD3-F2AE-4C654B068360"/>
          <p:cNvPicPr>
            <a:picLocks noChangeAspect="1"/>
          </p:cNvPicPr>
          <p:nvPr/>
        </p:nvPicPr>
        <p:blipFill>
          <a:blip r:embed="rId2" cstate="print">
            <a:extLst>
              <a:ext uri="{A917A813-7DF5-4F6A-A10D-01C71DA42B4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0" name="VectorPath 22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21" name="VectorPath 22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22" name="B3156370-F00B-4DA5-A114-5547D65B2017"/>
          <p:cNvPicPr>
            <a:picLocks noChangeAspect="1"/>
          </p:cNvPicPr>
          <p:nvPr/>
        </p:nvPicPr>
        <p:blipFill>
          <a:blip r:embed="rId3" cstate="print">
            <a:extLst>
              <a:ext uri="{AC20370A-B9A0-4492-82E6-4266F547051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23" name="VectorPath 22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24" name="TextBox224"/>
          <p:cNvSpPr txBox="1"/>
          <p:nvPr/>
        </p:nvSpPr>
        <p:spPr>
          <a:xfrm>
            <a:off x="946547" y="7229071"/>
            <a:ext cx="163001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4.6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的定义与性质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25" name="TextBox225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26" name="38361B89-63A1-48B2-9AAC-21C60B89B1B6"/>
          <p:cNvPicPr>
            <a:picLocks noChangeAspect="1"/>
          </p:cNvPicPr>
          <p:nvPr/>
        </p:nvPicPr>
        <p:blipFill>
          <a:blip r:embed="rId4" cstate="print">
            <a:extLst>
              <a:ext uri="{AA4E5C93-9033-4CCD-247D-C5CFB26EDD02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672B6BA6-9890-494F-2189-56C286ADF3C9}"/>
    </p:extLst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VectorPath 22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28" name="50576B37-20B3-4155-1460-7D2F78AD7BD5"/>
          <p:cNvPicPr>
            <a:picLocks noChangeAspect="1"/>
          </p:cNvPicPr>
          <p:nvPr/>
        </p:nvPicPr>
        <p:blipFill>
          <a:blip r:embed="rId2" cstate="print">
            <a:extLst>
              <a:ext uri="{0F665E83-7DA7-44D8-3715-9F6DB35D63A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9" name="VectorPath 22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0" name="VectorPath 23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31" name="3B3DACD0-E22C-4FC7-4086-DED9E5A9FF28"/>
          <p:cNvPicPr>
            <a:picLocks noChangeAspect="1"/>
          </p:cNvPicPr>
          <p:nvPr/>
        </p:nvPicPr>
        <p:blipFill>
          <a:blip r:embed="rId3" cstate="print">
            <a:extLst>
              <a:ext uri="{F903A5E8-083C-4502-C4A6-BC7E5AD2788E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32" name="VectorPath 23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33" name="TextBox233"/>
          <p:cNvSpPr txBox="1"/>
          <p:nvPr/>
        </p:nvSpPr>
        <p:spPr>
          <a:xfrm>
            <a:off x="946547" y="7229071"/>
            <a:ext cx="163001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4.6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的定义与性质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34" name="TextBox234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35" name="0BC1C583-AFEA-4886-B736-8889FAA1368A"/>
          <p:cNvPicPr>
            <a:picLocks noChangeAspect="1"/>
          </p:cNvPicPr>
          <p:nvPr/>
        </p:nvPicPr>
        <p:blipFill>
          <a:blip r:embed="rId4" cstate="print">
            <a:extLst>
              <a:ext uri="{D34A79B6-BFE3-45FC-FD17-9149EA6D102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9198156D-97ED-4A2C-6D50-74C10D30EBE6}"/>
    </p:extLst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VectorPath 23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37" name="E3D5519D-4F2E-4E86-E858-23A35FF6F9A0"/>
          <p:cNvPicPr>
            <a:picLocks noChangeAspect="1"/>
          </p:cNvPicPr>
          <p:nvPr/>
        </p:nvPicPr>
        <p:blipFill>
          <a:blip r:embed="rId2" cstate="print">
            <a:extLst>
              <a:ext uri="{E8B2F4DF-F6E6-4EB9-4E96-68B6C0C02185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38" name="VectorPath 23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9" name="VectorPath 23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40" name="8DA2C178-0E95-4C48-E660-E845D0BF25A7"/>
          <p:cNvPicPr>
            <a:picLocks noChangeAspect="1"/>
          </p:cNvPicPr>
          <p:nvPr/>
        </p:nvPicPr>
        <p:blipFill>
          <a:blip r:embed="rId3" cstate="print">
            <a:extLst>
              <a:ext uri="{86BB9EDC-C107-4A67-D37F-C138D6A0F1A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41" name="VectorPath 24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42" name="TextBox242"/>
          <p:cNvSpPr txBox="1"/>
          <p:nvPr/>
        </p:nvSpPr>
        <p:spPr>
          <a:xfrm>
            <a:off x="946547" y="7229071"/>
            <a:ext cx="163001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4.6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的定义与性质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43" name="TextBox243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44" name="507EDEE0-57E2-4876-DBC2-458947683C9D"/>
          <p:cNvPicPr>
            <a:picLocks noChangeAspect="1"/>
          </p:cNvPicPr>
          <p:nvPr/>
        </p:nvPicPr>
        <p:blipFill>
          <a:blip r:embed="rId4" cstate="print">
            <a:extLst>
              <a:ext uri="{0563B86B-BB80-4CE7-7919-2926DB7B342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4E7D3AB8-DFEE-491B-64E8-B4E7DFB8772C}"/>
    </p:extLst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VectorPath 24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46" name="93FD6F9D-660F-4FAD-0F65-CD32B84E9DA3"/>
          <p:cNvPicPr>
            <a:picLocks noChangeAspect="1"/>
          </p:cNvPicPr>
          <p:nvPr/>
        </p:nvPicPr>
        <p:blipFill>
          <a:blip r:embed="rId2" cstate="print">
            <a:extLst>
              <a:ext uri="{8D28AA0C-08E7-4486-EB4B-83735C3BA30C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247" name="8FFA7777-CBA9-4AFD-E8C0-0998E26F5282"/>
          <p:cNvPicPr>
            <a:picLocks noChangeAspect="1"/>
          </p:cNvPicPr>
          <p:nvPr/>
        </p:nvPicPr>
        <p:blipFill>
          <a:blip r:embed="rId3" cstate="print">
            <a:extLst>
              <a:ext uri="{FC09F660-B8F1-496E-3794-BCCD14EE30D3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248" name="VectorPath 24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49" name="VectorPath 24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50" name="2D1AEA6A-32CE-49E0-7523-B183CEAA608F"/>
          <p:cNvPicPr>
            <a:picLocks noChangeAspect="1"/>
          </p:cNvPicPr>
          <p:nvPr/>
        </p:nvPicPr>
        <p:blipFill>
          <a:blip r:embed="rId4" cstate="print">
            <a:extLst>
              <a:ext uri="{2E277BA9-CC5E-476C-BC5F-95406D45F32F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251" name="Combination 251"/>
          <p:cNvGrpSpPr/>
          <p:nvPr/>
        </p:nvGrpSpPr>
        <p:grpSpPr>
          <a:xfrm>
            <a:off x="2000250" y="3076576"/>
            <a:ext cx="495300" cy="2990850"/>
            <a:chOff x="2000250" y="3076576"/>
            <a:chExt cx="495300" cy="2990850"/>
          </a:xfrm>
        </p:grpSpPr>
        <p:sp>
          <p:nvSpPr>
            <p:cNvPr id="252" name="VectorPath 252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253" name="VectorPath 253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254" name="VectorPath 254"/>
            <p:cNvSpPr/>
            <p:nvPr/>
          </p:nvSpPr>
          <p:spPr>
            <a:xfrm>
              <a:off x="2000250" y="473392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2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2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255" name="VectorPath 255"/>
            <p:cNvSpPr/>
            <p:nvPr/>
          </p:nvSpPr>
          <p:spPr>
            <a:xfrm>
              <a:off x="2000250" y="556260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256" name="TextBox256"/>
          <p:cNvSpPr txBox="1"/>
          <p:nvPr/>
        </p:nvSpPr>
        <p:spPr>
          <a:xfrm>
            <a:off x="2118568" y="3090641"/>
            <a:ext cx="259884" cy="292203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7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257" name="VectorPath 257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58" name="TextBox258"/>
          <p:cNvSpPr txBox="1"/>
          <p:nvPr/>
        </p:nvSpPr>
        <p:spPr>
          <a:xfrm>
            <a:off x="946547" y="7229071"/>
            <a:ext cx="163001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4.6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的定义与性质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59" name="TextBox259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46859E43-C7E5-40BA-475E-86F89DBF3E7D}"/>
    </p:extLst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VectorPath 26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61" name="D289665B-1E66-474D-5501-856F71F6585D"/>
          <p:cNvPicPr>
            <a:picLocks noChangeAspect="1"/>
          </p:cNvPicPr>
          <p:nvPr/>
        </p:nvPicPr>
        <p:blipFill>
          <a:blip r:embed="rId2" cstate="print">
            <a:extLst>
              <a:ext uri="{29749743-6369-492E-80EB-DD35E13DFB1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62" name="VectorPath 26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63" name="VectorPath 26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64" name="8A5A3571-5EE6-440F-9DDE-1BE3F34956EB"/>
          <p:cNvPicPr>
            <a:picLocks noChangeAspect="1"/>
          </p:cNvPicPr>
          <p:nvPr/>
        </p:nvPicPr>
        <p:blipFill>
          <a:blip r:embed="rId3" cstate="print">
            <a:extLst>
              <a:ext uri="{24B98104-661A-4028-B825-5E50FC53D43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65" name="VectorPath 26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66" name="TextBox266"/>
          <p:cNvSpPr txBox="1"/>
          <p:nvPr/>
        </p:nvSpPr>
        <p:spPr>
          <a:xfrm>
            <a:off x="946547" y="7229071"/>
            <a:ext cx="1630016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4.6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函数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的定义与性质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67" name="TextBox267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68" name="21BEBB7E-369C-499F-E6DA-03C4AA8EF23B"/>
          <p:cNvPicPr>
            <a:picLocks noChangeAspect="1"/>
          </p:cNvPicPr>
          <p:nvPr/>
        </p:nvPicPr>
        <p:blipFill>
          <a:blip r:embed="rId4" cstate="print">
            <a:extLst>
              <a:ext uri="{E84F03A2-A96A-412F-185A-F070ED9B7CD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CEBD5385-FACE-44D8-8E44-588404781108}"/>
    </p:extLst>
  </p:cSld>
  <p:clrMapOvr>
    <a:masterClrMapping/>
  </p:clrMapOvr>
</p:sld>
</file>

<file path=ppt/theme/theme1.xml><?xml version="1.0" encoding="utf-8"?>
<a:theme xmlns:a="http://schemas.openxmlformats.org/drawingml/2006/main" name="4F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  <a:font typeface="Sylfaen" script="Geor"/>
      </a:majorFont>
      <a:minorFont>
        <a:latin typeface="Calibri" panose="020F05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  <a:font typeface="Sylfaen" script="Geo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C0A772F2-876D-46F2-FE4D-24CE1FA7C5F2}"/>
  </a:extLst>
</a:theme>
</file>