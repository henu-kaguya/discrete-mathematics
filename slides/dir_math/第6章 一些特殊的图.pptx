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media/image50.png" ContentType="image/png"/>
  <Override PartName="/ppt/slides/slide28.xml" ContentType="application/vnd.openxmlformats-officedocument.presentationml.slide+xml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theme/theme1.xml" ContentType="application/vnd.openxmlformats-officedocument.theme+xml"/>
  <Override PartName="/ppt/media/image11.png" ContentType="image/png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69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70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30.png" ContentType="image/png"/>
  <Override PartName="/ppt/media/image75.png" ContentType="image/png"/>
  <Override PartName="/ppt/media/image31.png" ContentType="image/png"/>
  <Override PartName="/ppt/media/image76.png" ContentType="image/png"/>
  <Override PartName="/ppt/media/image32.png" ContentType="image/png"/>
  <Override PartName="/ppt/media/image77.png" ContentType="image/png"/>
  <Override PartName="/ppt/media/image33.png" ContentType="image/png"/>
  <Override PartName="/ppt/media/image78.png" ContentType="image/png"/>
  <Override PartName="/ppt/media/image34.png" ContentType="image/png"/>
  <Override PartName="/ppt/media/image79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80.png" ContentType="image/pn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6E46EF81-61CC-409D-1AEA-A965B88E702B}"/>
    <p:ext uri="{84399BE8-4CCA-4996-99B8-62BDE8C98E17}"/>
    <p:ext uri="{F2F4CCC3-A7A4-4BC1-AC7A-DA48CCFD707F}"/>
  </p:extLst>
</p:presentationPr>
</file>

<file path=ppt/tableStyles.xml><?xml version="1.0" encoding="utf-8"?>
<a:tblStyleLst xmlns:a="http://schemas.openxmlformats.org/drawingml/2006/main" def="{93729711-09C9-48EE-50DA-10E53D202AA1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6A4F-6FAD-45F9-BE4C-ACD3DBC35A7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8DB4-2BD1-47A6-29C6-0F8097B06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22CFB69-A1C1-45AE-CEC8-783F7128CC61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07E3-DD98-4240-BCCC-699F509C73F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57212-DC5D-477E-67D6-41A6B5AB9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C58F325-E069-48B6-C52C-EEDAF0D638C7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B0D7D-477D-4EB0-2CFA-2BAE5A9C4F2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64A9D-9752-44C0-B45B-8CEE1929A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A3738CF-DA68-42CE-CF1D-FADEEDBBEEDC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23C6-D224-4475-2838-014DE3EF259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CD7F-7191-4D24-0A71-A520D8776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DD50668-AF7C-40F2-814D-0A4FE6D8262F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814A8-C9A8-4CAB-7865-C84E6A73BFE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57E7-0483-4F9A-D3A6-4E0947D7F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C27C0B3-08CA-41AC-2AE5-46931D786507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8441A-9351-4127-247A-47AE4DAD305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53C3-3A4C-494E-FAF3-5F7DCB31E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EB18D93-3026-44ED-C6B8-C7D2B5826576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DE53-1123-4633-059E-D207D4824CE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7766E-1B42-4540-EBAE-F69D15E67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FE19CF2-42E7-41C1-C7AD-69291AE27358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154-19AB-43F9-F314-B89EFE5F4FD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057DB-4DDE-4793-0D22-A6FAFE3806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0C8D6A1-47E8-4CA5-AEB0-C66A153738BE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D5B-5692-4A84-AEFE-C93397428C7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10B2-62D1-4675-E754-B66CB4DB1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9F8EEF0-68F2-43A0-CEE7-D6B71BBBF65A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D53DB-5265-431A-074C-0EC40EEA6EB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3D6B4-6EDF-4C80-3B8E-CC60165E9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0582163-D94B-48D5-FEF4-DC287B4877F4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2F4A-6405-4E7F-CA6F-93896D616DD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CFEC2-3F98-4844-18E7-FBDFC953B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64494D6-DE07-4B3B-CF0E-CF872315B9C1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B27CE-45ED-4AC4-F1C7-509B570AF817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172D2-82D7-436C-87D0-92E9CA539F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6F80B23-18CB-416E-190E-4CCFFFDCA439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5.png"/><Relationship Id="rId3" Type="http://schemas.openxmlformats.org/officeDocument/2006/relationships/image" Target="/ppt/media/image76.png"/><Relationship Id="rId4" Type="http://schemas.openxmlformats.org/officeDocument/2006/relationships/image" Target="/ppt/media/image7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8.png"/><Relationship Id="rId3" Type="http://schemas.openxmlformats.org/officeDocument/2006/relationships/image" Target="/ppt/media/image79.png"/><Relationship Id="rId4" Type="http://schemas.openxmlformats.org/officeDocument/2006/relationships/image" Target="/ppt/media/image80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5D7D23CE-588C-44A2-F29D-BF41D8BC6B7B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27EDC4A2-0ED3-4699-4302-3C007943D460"/>
          <p:cNvPicPr>
            <a:picLocks noChangeAspect="1"/>
          </p:cNvPicPr>
          <p:nvPr/>
        </p:nvPicPr>
        <p:blipFill>
          <a:blip r:embed="rId2" cstate="print">
            <a:extLst>
              <a:ext uri="{772678D4-ECF7-47F8-63B9-240C19A89044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9DB40529-FBCE-40F2-2E7E-CD7D8F2A979B"/>
          <p:cNvPicPr>
            <a:picLocks noChangeAspect="1"/>
          </p:cNvPicPr>
          <p:nvPr/>
        </p:nvPicPr>
        <p:blipFill>
          <a:blip r:embed="rId3" cstate="print">
            <a:extLst>
              <a:ext uri="{76B79095-B9F7-4E0D-C6BE-1963D4B658D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076409DA-FE24-4CF8-5AF3-75CAA737A554"/>
          <p:cNvPicPr>
            <a:picLocks noChangeAspect="1"/>
          </p:cNvPicPr>
          <p:nvPr/>
        </p:nvPicPr>
        <p:blipFill>
          <a:blip r:embed="rId4" cstate="print">
            <a:extLst>
              <a:ext uri="{4288DC50-2AFE-4C38-34CD-436DE79EEBC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831553CA-8408-46BD-28BC-F45E68B74527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79E5562A-7612-4A82-2529-A884507AFDC0"/>
          <p:cNvPicPr>
            <a:picLocks noChangeAspect="1"/>
          </p:cNvPicPr>
          <p:nvPr/>
        </p:nvPicPr>
        <p:blipFill>
          <a:blip r:embed="rId2" cstate="print">
            <a:extLst>
              <a:ext uri="{7A836BC6-3B3F-4590-38E3-0B966C45A0C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C241A7EB-F0F1-4279-23BF-521AB14FF750"/>
          <p:cNvPicPr>
            <a:picLocks noChangeAspect="1"/>
          </p:cNvPicPr>
          <p:nvPr/>
        </p:nvPicPr>
        <p:blipFill>
          <a:blip r:embed="rId3" cstate="print">
            <a:extLst>
              <a:ext uri="{D3F7B5A4-9EFA-47DD-F577-83A2E9AEBE5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3159ECE5-A5F3-45BF-76E6-620D2CD6C819"/>
          <p:cNvPicPr>
            <a:picLocks noChangeAspect="1"/>
          </p:cNvPicPr>
          <p:nvPr/>
        </p:nvPicPr>
        <p:blipFill>
          <a:blip r:embed="rId4" cstate="print">
            <a:extLst>
              <a:ext uri="{5A64558B-14A3-400D-468E-CA083D5CE60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3F1DC21-9A58-4E83-8F65-2D0E4E3201B4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D32829D1-239F-4086-DECA-6A5C9434D313"/>
          <p:cNvPicPr>
            <a:picLocks noChangeAspect="1"/>
          </p:cNvPicPr>
          <p:nvPr/>
        </p:nvPicPr>
        <p:blipFill>
          <a:blip r:embed="rId2" cstate="print">
            <a:extLst>
              <a:ext uri="{848EB8E2-6353-4AB5-B423-93D224FE7D9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7A52E44C-D9B6-4F1A-67CA-F76B37E40433"/>
          <p:cNvPicPr>
            <a:picLocks noChangeAspect="1"/>
          </p:cNvPicPr>
          <p:nvPr/>
        </p:nvPicPr>
        <p:blipFill>
          <a:blip r:embed="rId3" cstate="print">
            <a:extLst>
              <a:ext uri="{164B9435-BEE3-4799-73E6-99E8C9BDB62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92352015-D696-407F-A3C4-A5D51CC298AF"/>
          <p:cNvPicPr>
            <a:picLocks noChangeAspect="1"/>
          </p:cNvPicPr>
          <p:nvPr/>
        </p:nvPicPr>
        <p:blipFill>
          <a:blip r:embed="rId4" cstate="print">
            <a:extLst>
              <a:ext uri="{B1264671-BD6F-467E-A629-C684DE11851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A0E7473-88D0-4BE5-A433-A0A7D2945258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F7E3EFF4-EBCF-4707-6D48-C9F7E1D12F22"/>
          <p:cNvPicPr>
            <a:picLocks noChangeAspect="1"/>
          </p:cNvPicPr>
          <p:nvPr/>
        </p:nvPicPr>
        <p:blipFill>
          <a:blip r:embed="rId2" cstate="print">
            <a:extLst>
              <a:ext uri="{1791BD9F-F1D6-464C-EFE0-A21A1D03E13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D8CFCA99-CE4F-4AE7-2DBF-DFE904E41186"/>
          <p:cNvPicPr>
            <a:picLocks noChangeAspect="1"/>
          </p:cNvPicPr>
          <p:nvPr/>
        </p:nvPicPr>
        <p:blipFill>
          <a:blip r:embed="rId3" cstate="print">
            <a:extLst>
              <a:ext uri="{3A75F564-72F9-4CEB-B085-C5A944CB266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0AD7B927-781F-46EC-1F94-93F785C06BE5"/>
          <p:cNvPicPr>
            <a:picLocks noChangeAspect="1"/>
          </p:cNvPicPr>
          <p:nvPr/>
        </p:nvPicPr>
        <p:blipFill>
          <a:blip r:embed="rId4" cstate="print">
            <a:extLst>
              <a:ext uri="{194854AB-A265-4BDD-4232-302142BC622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4D7FFD6-FB0E-4561-90EA-626E7887D798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AC5E8EDC-DFE3-40B0-0029-87773E15BF97"/>
          <p:cNvPicPr>
            <a:picLocks noChangeAspect="1"/>
          </p:cNvPicPr>
          <p:nvPr/>
        </p:nvPicPr>
        <p:blipFill>
          <a:blip r:embed="rId2" cstate="print">
            <a:extLst>
              <a:ext uri="{699634AB-F47D-4B38-ADBE-4F06E0A4864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FE671E1F-8216-4A53-210D-A502C3AA5371"/>
          <p:cNvPicPr>
            <a:picLocks noChangeAspect="1"/>
          </p:cNvPicPr>
          <p:nvPr/>
        </p:nvPicPr>
        <p:blipFill>
          <a:blip r:embed="rId3" cstate="print">
            <a:extLst>
              <a:ext uri="{AADD0260-16A5-4822-D98F-4A9B900BCDB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AE774A84-97F5-4B9E-F16B-9964EA5A5E03"/>
          <p:cNvPicPr>
            <a:picLocks noChangeAspect="1"/>
          </p:cNvPicPr>
          <p:nvPr/>
        </p:nvPicPr>
        <p:blipFill>
          <a:blip r:embed="rId4" cstate="print">
            <a:extLst>
              <a:ext uri="{37DA8393-DD88-42D1-1D22-AEB2519054A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F0266B4-398D-4CF1-B8C6-6107EFFB6125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6DE2804B-6449-4CCB-491E-30823FBD1257"/>
          <p:cNvPicPr>
            <a:picLocks noChangeAspect="1"/>
          </p:cNvPicPr>
          <p:nvPr/>
        </p:nvPicPr>
        <p:blipFill>
          <a:blip r:embed="rId2" cstate="print">
            <a:extLst>
              <a:ext uri="{1133A542-70B3-4B2D-B4B7-CDEB13604CC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" name="VectorPath 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0" name="VectorPath 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1" name="AF082006-035C-4CF0-B6DC-B5DACC6C9808"/>
          <p:cNvPicPr>
            <a:picLocks noChangeAspect="1"/>
          </p:cNvPicPr>
          <p:nvPr/>
        </p:nvPicPr>
        <p:blipFill>
          <a:blip r:embed="rId3" cstate="print">
            <a:extLst>
              <a:ext uri="{07A743D4-84CA-4ECD-F0ED-BFB015737AF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" name="VectorPath 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" name="TextBox53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" name="TextBox5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" name="72D2DEB7-E9E7-4576-1617-4C4522FA773B"/>
          <p:cNvPicPr>
            <a:picLocks noChangeAspect="1"/>
          </p:cNvPicPr>
          <p:nvPr/>
        </p:nvPicPr>
        <p:blipFill>
          <a:blip r:embed="rId4" cstate="print">
            <a:extLst>
              <a:ext uri="{41DFF8BF-AA0B-4349-331D-A854D8E2C67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617B341-B547-4F1D-0436-9373F40B792D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ectorPath 5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" name="EDC0894D-21E5-467D-65CA-8C4B53384087"/>
          <p:cNvPicPr>
            <a:picLocks noChangeAspect="1"/>
          </p:cNvPicPr>
          <p:nvPr/>
        </p:nvPicPr>
        <p:blipFill>
          <a:blip r:embed="rId2" cstate="print">
            <a:extLst>
              <a:ext uri="{4ABF2BC2-68A9-40C0-D5B7-1BD410FE695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9" name="VectorPath 5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0" name="312436E6-43E6-403D-78F3-23151593AD42"/>
          <p:cNvPicPr>
            <a:picLocks noChangeAspect="1"/>
          </p:cNvPicPr>
          <p:nvPr/>
        </p:nvPicPr>
        <p:blipFill>
          <a:blip r:embed="rId3" cstate="print">
            <a:extLst>
              <a:ext uri="{811AADC0-EFB4-460E-3AD9-9046977375C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" name="VectorPath 6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" name="TextBox62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" name="TextBox6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" name="D507FEFE-5662-4DDC-1C57-1AD03AF58945"/>
          <p:cNvPicPr>
            <a:picLocks noChangeAspect="1"/>
          </p:cNvPicPr>
          <p:nvPr/>
        </p:nvPicPr>
        <p:blipFill>
          <a:blip r:embed="rId4" cstate="print">
            <a:extLst>
              <a:ext uri="{52CB47CC-D522-47A3-759A-28DF170523F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8FE73F4-0CC5-46DE-76A2-7C75FA88622B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ectorPath 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6" name="2BAE7F4D-28DC-47C8-1F68-B644B210B8EB"/>
          <p:cNvPicPr>
            <a:picLocks noChangeAspect="1"/>
          </p:cNvPicPr>
          <p:nvPr/>
        </p:nvPicPr>
        <p:blipFill>
          <a:blip r:embed="rId2" cstate="print">
            <a:extLst>
              <a:ext uri="{F1FA9C48-A291-459F-F191-11654E2CFE3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8" name="VectorPath 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9" name="DA8FBAF6-8C1D-42FD-8981-09CA5A87939E"/>
          <p:cNvPicPr>
            <a:picLocks noChangeAspect="1"/>
          </p:cNvPicPr>
          <p:nvPr/>
        </p:nvPicPr>
        <p:blipFill>
          <a:blip r:embed="rId3" cstate="print">
            <a:extLst>
              <a:ext uri="{5439D0A7-E9EC-4490-9F06-DDCBBAAFEB9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1" name="TextBox71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2" name="TextBox7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3" name="F43F8C71-ED2A-48E1-8B48-2C75148FF5BD"/>
          <p:cNvPicPr>
            <a:picLocks noChangeAspect="1"/>
          </p:cNvPicPr>
          <p:nvPr/>
        </p:nvPicPr>
        <p:blipFill>
          <a:blip r:embed="rId4" cstate="print">
            <a:extLst>
              <a:ext uri="{ABB006E1-51B0-42DA-5976-86415630C3F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71F53E7-817A-4E69-4101-FC47300067E9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7A8F8951-51AF-44B4-7E36-D8A63060E289"/>
          <p:cNvPicPr>
            <a:picLocks noChangeAspect="1"/>
          </p:cNvPicPr>
          <p:nvPr/>
        </p:nvPicPr>
        <p:blipFill>
          <a:blip r:embed="rId2" cstate="print">
            <a:extLst>
              <a:ext uri="{AA892E32-15F3-4B11-27D3-816688EB85A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7" name="VectorPath 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8" name="3CD6EA82-1BC6-4F0E-157A-313ABAA02AA7"/>
          <p:cNvPicPr>
            <a:picLocks noChangeAspect="1"/>
          </p:cNvPicPr>
          <p:nvPr/>
        </p:nvPicPr>
        <p:blipFill>
          <a:blip r:embed="rId3" cstate="print">
            <a:extLst>
              <a:ext uri="{57E15737-FCB7-40D3-BCB9-171DF349216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0" name="TextBox80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1" name="TextBox8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2" name="B671213A-9D66-40B2-6F70-3EF686DE76F3"/>
          <p:cNvPicPr>
            <a:picLocks noChangeAspect="1"/>
          </p:cNvPicPr>
          <p:nvPr/>
        </p:nvPicPr>
        <p:blipFill>
          <a:blip r:embed="rId4" cstate="print">
            <a:extLst>
              <a:ext uri="{941C4D9D-5BD3-45AE-B425-DE4FD1A85BE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7F7483C-4861-4598-4B5E-19A9E8D06F7C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VectorPath 8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4" name="1BE2F4D1-0D6A-4666-CC91-1A6DD55A68B0"/>
          <p:cNvPicPr>
            <a:picLocks noChangeAspect="1"/>
          </p:cNvPicPr>
          <p:nvPr/>
        </p:nvPicPr>
        <p:blipFill>
          <a:blip r:embed="rId2" cstate="print">
            <a:extLst>
              <a:ext uri="{508CC13E-F691-48A5-EC2A-FFFD17397F3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85" name="8C39477C-02F5-4289-2D82-01A2277D3CB1"/>
          <p:cNvPicPr>
            <a:picLocks noChangeAspect="1"/>
          </p:cNvPicPr>
          <p:nvPr/>
        </p:nvPicPr>
        <p:blipFill>
          <a:blip r:embed="rId3" cstate="print">
            <a:extLst>
              <a:ext uri="{BB7F70E0-3E12-49B1-8D89-DE5D65E5743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86" name="VectorPath 8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7" name="VectorPath 8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8" name="78C61EB8-698D-4759-B149-850E3D7F73D6"/>
          <p:cNvPicPr>
            <a:picLocks noChangeAspect="1"/>
          </p:cNvPicPr>
          <p:nvPr/>
        </p:nvPicPr>
        <p:blipFill>
          <a:blip r:embed="rId4" cstate="print">
            <a:extLst>
              <a:ext uri="{1EAB5E22-C100-49D4-F838-D67F6932EA6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89" name="Combination 89"/>
          <p:cNvGrpSpPr/>
          <p:nvPr/>
        </p:nvGrpSpPr>
        <p:grpSpPr>
          <a:xfrm>
            <a:off x="2000250" y="3905251"/>
            <a:ext cx="495300" cy="2990850"/>
            <a:chOff x="2000250" y="3905251"/>
            <a:chExt cx="495300" cy="2990850"/>
          </a:xfrm>
        </p:grpSpPr>
        <p:sp>
          <p:nvSpPr>
            <p:cNvPr id="90" name="VectorPath 90"/>
            <p:cNvSpPr/>
            <p:nvPr/>
          </p:nvSpPr>
          <p:spPr>
            <a:xfrm>
              <a:off x="2000250" y="390525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2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6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9"/>
                    <a:pt x="20404" y="355696"/>
                    <a:pt x="18851" y="351946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7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2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91" name="VectorPath 91"/>
            <p:cNvSpPr/>
            <p:nvPr/>
          </p:nvSpPr>
          <p:spPr>
            <a:xfrm>
              <a:off x="2000250" y="47434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92" name="VectorPath 92"/>
            <p:cNvSpPr/>
            <p:nvPr/>
          </p:nvSpPr>
          <p:spPr>
            <a:xfrm>
              <a:off x="2000250" y="55721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93" name="VectorPath 93"/>
            <p:cNvSpPr/>
            <p:nvPr/>
          </p:nvSpPr>
          <p:spPr>
            <a:xfrm>
              <a:off x="2000250" y="640080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2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3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5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8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4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2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94" name="TextBox94"/>
          <p:cNvSpPr txBox="1"/>
          <p:nvPr/>
        </p:nvSpPr>
        <p:spPr>
          <a:xfrm>
            <a:off x="2118568" y="39288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95" name="VectorPath 9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6" name="TextBox96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7" name="TextBox9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8B0324C5-31A7-4211-3705-D81E9E1ACB58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VectorPath 9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9" name="03E87186-7FDB-4F78-12B5-3EA974BB5B05"/>
          <p:cNvPicPr>
            <a:picLocks noChangeAspect="1"/>
          </p:cNvPicPr>
          <p:nvPr/>
        </p:nvPicPr>
        <p:blipFill>
          <a:blip r:embed="rId2" cstate="print">
            <a:extLst>
              <a:ext uri="{C8FE7731-1AA1-417C-D75E-1BAF45BA602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00" name="6FD00B0B-21B4-4E80-6883-2A101699D133"/>
          <p:cNvPicPr>
            <a:picLocks noChangeAspect="1"/>
          </p:cNvPicPr>
          <p:nvPr/>
        </p:nvPicPr>
        <p:blipFill>
          <a:blip r:embed="rId3" cstate="print">
            <a:extLst>
              <a:ext uri="{96E24850-616D-4B8A-007F-ECA70135D23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01" name="VectorPath 10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2" name="VectorPath 10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3" name="BE012178-DFBF-49AD-EFEE-8F9699AA1BF6"/>
          <p:cNvPicPr>
            <a:picLocks noChangeAspect="1"/>
          </p:cNvPicPr>
          <p:nvPr/>
        </p:nvPicPr>
        <p:blipFill>
          <a:blip r:embed="rId4" cstate="print">
            <a:extLst>
              <a:ext uri="{276BF17E-EBEC-4F9C-0F77-E701DB5D472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04" name="Combination 104"/>
          <p:cNvGrpSpPr/>
          <p:nvPr/>
        </p:nvGrpSpPr>
        <p:grpSpPr>
          <a:xfrm>
            <a:off x="2000250" y="3905251"/>
            <a:ext cx="495300" cy="2990850"/>
            <a:chOff x="2000250" y="3905251"/>
            <a:chExt cx="495300" cy="2990850"/>
          </a:xfrm>
        </p:grpSpPr>
        <p:sp>
          <p:nvSpPr>
            <p:cNvPr id="105" name="VectorPath 105"/>
            <p:cNvSpPr/>
            <p:nvPr/>
          </p:nvSpPr>
          <p:spPr>
            <a:xfrm>
              <a:off x="2000250" y="390525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2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6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9"/>
                    <a:pt x="20404" y="355696"/>
                    <a:pt x="18851" y="351946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7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2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06" name="VectorPath 106"/>
            <p:cNvSpPr/>
            <p:nvPr/>
          </p:nvSpPr>
          <p:spPr>
            <a:xfrm>
              <a:off x="2000250" y="47434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07" name="VectorPath 107"/>
            <p:cNvSpPr/>
            <p:nvPr/>
          </p:nvSpPr>
          <p:spPr>
            <a:xfrm>
              <a:off x="2000250" y="55721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08" name="VectorPath 108"/>
            <p:cNvSpPr/>
            <p:nvPr/>
          </p:nvSpPr>
          <p:spPr>
            <a:xfrm>
              <a:off x="2000250" y="640080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2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3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5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8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4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2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09" name="TextBox109"/>
          <p:cNvSpPr txBox="1"/>
          <p:nvPr/>
        </p:nvSpPr>
        <p:spPr>
          <a:xfrm>
            <a:off x="2118568" y="39288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10" name="VectorPath 11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1" name="TextBox111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2" name="TextBox112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DF64DBB8-5218-4E03-9690-3450E40583A2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VectorPath 11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4" name="05241573-136C-4677-7AE8-56641B78E1CB"/>
          <p:cNvPicPr>
            <a:picLocks noChangeAspect="1"/>
          </p:cNvPicPr>
          <p:nvPr/>
        </p:nvPicPr>
        <p:blipFill>
          <a:blip r:embed="rId2" cstate="print">
            <a:extLst>
              <a:ext uri="{03E4EAD8-69C1-4EA8-DBD2-F619A2F9C2A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6" name="VectorPath 11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7" name="B87F7EFD-5D24-468F-6321-0F4AB0CD4378"/>
          <p:cNvPicPr>
            <a:picLocks noChangeAspect="1"/>
          </p:cNvPicPr>
          <p:nvPr/>
        </p:nvPicPr>
        <p:blipFill>
          <a:blip r:embed="rId3" cstate="print">
            <a:extLst>
              <a:ext uri="{9E5800FF-7C57-45A8-0E05-CBF9BB0F1DE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8" name="VectorPath 11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9" name="TextBox119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0" name="TextBox12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1" name="C0233910-F41A-44A7-2D2F-04A59F5D2062"/>
          <p:cNvPicPr>
            <a:picLocks noChangeAspect="1"/>
          </p:cNvPicPr>
          <p:nvPr/>
        </p:nvPicPr>
        <p:blipFill>
          <a:blip r:embed="rId4" cstate="print">
            <a:extLst>
              <a:ext uri="{BAAB5309-07BC-49CC-3BDD-3AC012CBFFD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5BF658B-B63D-4E22-614B-1D0D0A60B1C1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VectorPath 12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3" name="2F77E516-16DA-4E3F-C1F2-128516D0F21B"/>
          <p:cNvPicPr>
            <a:picLocks noChangeAspect="1"/>
          </p:cNvPicPr>
          <p:nvPr/>
        </p:nvPicPr>
        <p:blipFill>
          <a:blip r:embed="rId2" cstate="print">
            <a:extLst>
              <a:ext uri="{BACB6A87-E3D8-496B-57C1-C573A144537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5" name="VectorPath 12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6" name="D736EEF1-81AF-4BAD-3919-44B9B9CF564F"/>
          <p:cNvPicPr>
            <a:picLocks noChangeAspect="1"/>
          </p:cNvPicPr>
          <p:nvPr/>
        </p:nvPicPr>
        <p:blipFill>
          <a:blip r:embed="rId3" cstate="print">
            <a:extLst>
              <a:ext uri="{F211CEA7-D2BA-4C94-CB3E-C753DCC225D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7" name="VectorPath 12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8" name="TextBox128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9" name="TextBox12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0" name="458A7DEF-4A97-43B3-3173-68C983E26E25"/>
          <p:cNvPicPr>
            <a:picLocks noChangeAspect="1"/>
          </p:cNvPicPr>
          <p:nvPr/>
        </p:nvPicPr>
        <p:blipFill>
          <a:blip r:embed="rId4" cstate="print">
            <a:extLst>
              <a:ext uri="{DFC326F8-F08F-4925-7594-F5853EB05F1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FA5E303-D783-470B-7FE9-A414418CDBD1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VectorPath 13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2" name="1BB7E4B1-C471-47D1-3B50-9B32DED7D973"/>
          <p:cNvPicPr>
            <a:picLocks noChangeAspect="1"/>
          </p:cNvPicPr>
          <p:nvPr/>
        </p:nvPicPr>
        <p:blipFill>
          <a:blip r:embed="rId2" cstate="print">
            <a:extLst>
              <a:ext uri="{E03983B8-69D8-4F62-DE16-3F5533DEDBA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3" name="VectorPath 13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4" name="VectorPath 13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5" name="5C028E65-23A0-4A56-0CFE-9DB0D452E4D2"/>
          <p:cNvPicPr>
            <a:picLocks noChangeAspect="1"/>
          </p:cNvPicPr>
          <p:nvPr/>
        </p:nvPicPr>
        <p:blipFill>
          <a:blip r:embed="rId3" cstate="print">
            <a:extLst>
              <a:ext uri="{50C0EC6D-AB28-401E-1422-E3583EE0B94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6" name="VectorPath 13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7" name="TextBox137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8" name="TextBox13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9" name="17893263-7519-4EE8-320D-C9126466A90A"/>
          <p:cNvPicPr>
            <a:picLocks noChangeAspect="1"/>
          </p:cNvPicPr>
          <p:nvPr/>
        </p:nvPicPr>
        <p:blipFill>
          <a:blip r:embed="rId4" cstate="print">
            <a:extLst>
              <a:ext uri="{FDDAF172-CA64-4E39-1EA1-5F4663C4D82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34DFBA7-A3D8-40BE-0286-8C06BB665C5B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VectorPath 14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1" name="54A5AC1D-96A5-4E68-DB64-2130FD9FE154"/>
          <p:cNvPicPr>
            <a:picLocks noChangeAspect="1"/>
          </p:cNvPicPr>
          <p:nvPr/>
        </p:nvPicPr>
        <p:blipFill>
          <a:blip r:embed="rId2" cstate="print">
            <a:extLst>
              <a:ext uri="{D410D7CE-84D1-4114-34A6-E48B65B4264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2" name="VectorPath 14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3" name="VectorPath 14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4" name="2D2437CC-3863-4587-D93D-6239FDDB67BB"/>
          <p:cNvPicPr>
            <a:picLocks noChangeAspect="1"/>
          </p:cNvPicPr>
          <p:nvPr/>
        </p:nvPicPr>
        <p:blipFill>
          <a:blip r:embed="rId3" cstate="print">
            <a:extLst>
              <a:ext uri="{5C973AB7-BFD6-4FA8-F1BA-7E42450CFB2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5" name="VectorPath 14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6" name="TextBox146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7" name="TextBox14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8" name="B066C115-6A0E-4806-F204-CE57AED79336"/>
          <p:cNvPicPr>
            <a:picLocks noChangeAspect="1"/>
          </p:cNvPicPr>
          <p:nvPr/>
        </p:nvPicPr>
        <p:blipFill>
          <a:blip r:embed="rId4" cstate="print">
            <a:extLst>
              <a:ext uri="{F2A40ACC-DE79-45E4-573B-5BB58F2B194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7B23BA5-A73D-4292-34BE-BB577992CB99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VectorPath 14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0" name="EE7C7D7D-F931-4351-5778-C772EDABE837"/>
          <p:cNvPicPr>
            <a:picLocks noChangeAspect="1"/>
          </p:cNvPicPr>
          <p:nvPr/>
        </p:nvPicPr>
        <p:blipFill>
          <a:blip r:embed="rId2" cstate="print">
            <a:extLst>
              <a:ext uri="{E718BB5E-B934-44E2-B34F-87F7477232F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1" name="VectorPath 15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2" name="VectorPath 15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3" name="41EAFBA6-3110-4FC2-CA40-0AA2F2E4A003"/>
          <p:cNvPicPr>
            <a:picLocks noChangeAspect="1"/>
          </p:cNvPicPr>
          <p:nvPr/>
        </p:nvPicPr>
        <p:blipFill>
          <a:blip r:embed="rId3" cstate="print">
            <a:extLst>
              <a:ext uri="{8D346716-2D06-45A5-E598-5111CE2AD44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4" name="VectorPath 15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5" name="TextBox155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6" name="TextBox15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7" name="EEEC8C33-9387-498F-7099-F53BA6B99E2B"/>
          <p:cNvPicPr>
            <a:picLocks noChangeAspect="1"/>
          </p:cNvPicPr>
          <p:nvPr/>
        </p:nvPicPr>
        <p:blipFill>
          <a:blip r:embed="rId4" cstate="print">
            <a:extLst>
              <a:ext uri="{FFC0E84D-9D0E-43FC-3DF1-69C5E79B6CF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E2577B6-3FB9-47F1-09DE-2168276DACF9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VectorPath 15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9" name="9626CA14-9FB7-4166-5936-3007AD292748"/>
          <p:cNvPicPr>
            <a:picLocks noChangeAspect="1"/>
          </p:cNvPicPr>
          <p:nvPr/>
        </p:nvPicPr>
        <p:blipFill>
          <a:blip r:embed="rId2" cstate="print">
            <a:extLst>
              <a:ext uri="{E0E3A00D-7745-40B9-327D-47DE11E7B1D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0" name="VectorPath 16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1" name="VectorPath 16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2" name="BF165CB4-97CE-4B18-3676-89868413A99F"/>
          <p:cNvPicPr>
            <a:picLocks noChangeAspect="1"/>
          </p:cNvPicPr>
          <p:nvPr/>
        </p:nvPicPr>
        <p:blipFill>
          <a:blip r:embed="rId3" cstate="print">
            <a:extLst>
              <a:ext uri="{6AEAB3AA-727F-4370-7A8D-754E109B621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3" name="VectorPath 16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4" name="TextBox164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5" name="TextBox16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6" name="3F5FE36C-051D-4D7D-7FBE-2CFE528D94D6"/>
          <p:cNvPicPr>
            <a:picLocks noChangeAspect="1"/>
          </p:cNvPicPr>
          <p:nvPr/>
        </p:nvPicPr>
        <p:blipFill>
          <a:blip r:embed="rId4" cstate="print">
            <a:extLst>
              <a:ext uri="{738073B5-A9F5-4E77-2DD3-B2E027BD053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EA80C72-CFE4-41F8-D3C5-C086F577474B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VectorPath 16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8" name="8B96133D-51F5-401E-61FB-39299B70F22B"/>
          <p:cNvPicPr>
            <a:picLocks noChangeAspect="1"/>
          </p:cNvPicPr>
          <p:nvPr/>
        </p:nvPicPr>
        <p:blipFill>
          <a:blip r:embed="rId2" cstate="print">
            <a:extLst>
              <a:ext uri="{755091F0-8964-4F49-F306-73090CEA99B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9" name="VectorPath 16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0" name="VectorPath 17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1" name="6FB81C77-66AD-4D3D-7411-02AAC281B932"/>
          <p:cNvPicPr>
            <a:picLocks noChangeAspect="1"/>
          </p:cNvPicPr>
          <p:nvPr/>
        </p:nvPicPr>
        <p:blipFill>
          <a:blip r:embed="rId3" cstate="print">
            <a:extLst>
              <a:ext uri="{0CC8BC7D-C65E-4DC3-3442-C07F8E3CBEA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2" name="VectorPath 17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3" name="TextBox173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4" name="TextBox17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5" name="5E0C126D-AB50-404D-97EC-EF83A667373C"/>
          <p:cNvPicPr>
            <a:picLocks noChangeAspect="1"/>
          </p:cNvPicPr>
          <p:nvPr/>
        </p:nvPicPr>
        <p:blipFill>
          <a:blip r:embed="rId4" cstate="print">
            <a:extLst>
              <a:ext uri="{A5D1F799-3E36-4A57-E1AB-D8281C5A35E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B0E22AE-E57B-4A9F-2904-EA3173650BA4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VectorPath 17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7" name="F81BD949-817E-4245-27D2-D72CEDECDBDD"/>
          <p:cNvPicPr>
            <a:picLocks noChangeAspect="1"/>
          </p:cNvPicPr>
          <p:nvPr/>
        </p:nvPicPr>
        <p:blipFill>
          <a:blip r:embed="rId2" cstate="print">
            <a:extLst>
              <a:ext uri="{2C2EDFC4-CBE4-4A3C-405F-7FE1E924B5B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8" name="VectorPath 17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9" name="VectorPath 17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0" name="DCAFC3BE-80B8-4049-B87E-F28D3AFB81AB"/>
          <p:cNvPicPr>
            <a:picLocks noChangeAspect="1"/>
          </p:cNvPicPr>
          <p:nvPr/>
        </p:nvPicPr>
        <p:blipFill>
          <a:blip r:embed="rId3" cstate="print">
            <a:extLst>
              <a:ext uri="{290F25CD-A690-4C34-1DC7-6C143547208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1" name="VectorPath 18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2" name="TextBox182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3" name="TextBox18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4" name="DEB68091-5CBD-46FF-294E-C64C3E41FE67"/>
          <p:cNvPicPr>
            <a:picLocks noChangeAspect="1"/>
          </p:cNvPicPr>
          <p:nvPr/>
        </p:nvPicPr>
        <p:blipFill>
          <a:blip r:embed="rId4" cstate="print">
            <a:extLst>
              <a:ext uri="{E6671DD3-E5A4-466C-7561-CD5FE37E059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FF34187-63B8-4EE8-95B3-BFF10BD1FFFC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VectorPath 18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6" name="F6B15CB3-8C84-4A5F-CBF8-9D97E6517DDA"/>
          <p:cNvPicPr>
            <a:picLocks noChangeAspect="1"/>
          </p:cNvPicPr>
          <p:nvPr/>
        </p:nvPicPr>
        <p:blipFill>
          <a:blip r:embed="rId2" cstate="print">
            <a:extLst>
              <a:ext uri="{D8EE360B-A194-4BDD-B911-5B84D3601BC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7" name="VectorPath 18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8" name="VectorPath 18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9" name="91B9ACC2-DAF8-4B83-E151-4058236B5B0D"/>
          <p:cNvPicPr>
            <a:picLocks noChangeAspect="1"/>
          </p:cNvPicPr>
          <p:nvPr/>
        </p:nvPicPr>
        <p:blipFill>
          <a:blip r:embed="rId3" cstate="print">
            <a:extLst>
              <a:ext uri="{AC62A084-E27D-45A1-A660-8843CF2145B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0" name="VectorPath 19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1" name="TextBox191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2" name="TextBox19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3" name="CBA4E889-28FA-47C5-0100-AD4AD2507E41"/>
          <p:cNvPicPr>
            <a:picLocks noChangeAspect="1"/>
          </p:cNvPicPr>
          <p:nvPr/>
        </p:nvPicPr>
        <p:blipFill>
          <a:blip r:embed="rId4" cstate="print">
            <a:extLst>
              <a:ext uri="{8D12B6DB-F442-4925-1953-7120E32DD3C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BBA7722-1302-4A7D-51C7-BE2EA199946E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VectorPath 19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5" name="DFBE03C5-5DDE-40A9-97FA-4E8858F904AF"/>
          <p:cNvPicPr>
            <a:picLocks noChangeAspect="1"/>
          </p:cNvPicPr>
          <p:nvPr/>
        </p:nvPicPr>
        <p:blipFill>
          <a:blip r:embed="rId2" cstate="print">
            <a:extLst>
              <a:ext uri="{EA655799-68BA-4FD6-27B1-0B0F8482FCF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6" name="VectorPath 19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7" name="VectorPath 19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8" name="7B157D66-9D5F-48E1-D358-09FB7BAAE459"/>
          <p:cNvPicPr>
            <a:picLocks noChangeAspect="1"/>
          </p:cNvPicPr>
          <p:nvPr/>
        </p:nvPicPr>
        <p:blipFill>
          <a:blip r:embed="rId3" cstate="print">
            <a:extLst>
              <a:ext uri="{CEDC3B0C-6404-411E-7AB6-A787A069E11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9" name="VectorPath 19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0" name="TextBox200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1" name="TextBox20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2" name="DDFF80F4-A036-47A7-93EF-7CE5E7EAF97F"/>
          <p:cNvPicPr>
            <a:picLocks noChangeAspect="1"/>
          </p:cNvPicPr>
          <p:nvPr/>
        </p:nvPicPr>
        <p:blipFill>
          <a:blip r:embed="rId4" cstate="print">
            <a:extLst>
              <a:ext uri="{CDB786F1-73C0-4C85-2BC3-DC567C3FD8C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6BFEC85-AFC6-42BE-4448-E796BD5412AD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VectorPath 20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4" name="57DFE21D-26F5-431C-F361-022B8671E10D"/>
          <p:cNvPicPr>
            <a:picLocks noChangeAspect="1"/>
          </p:cNvPicPr>
          <p:nvPr/>
        </p:nvPicPr>
        <p:blipFill>
          <a:blip r:embed="rId2" cstate="print">
            <a:extLst>
              <a:ext uri="{AE802576-CC4E-48C0-510C-C0826A4281C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05" name="VectorPath 20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6" name="VectorPath 20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7" name="924A9D95-1D7E-4494-728F-AEEDE9365D68"/>
          <p:cNvPicPr>
            <a:picLocks noChangeAspect="1"/>
          </p:cNvPicPr>
          <p:nvPr/>
        </p:nvPicPr>
        <p:blipFill>
          <a:blip r:embed="rId3" cstate="print">
            <a:extLst>
              <a:ext uri="{5CA3AF6E-DD51-40DB-A936-AC1CB7FED4C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8" name="VectorPath 20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9" name="TextBox209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0" name="TextBox21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1" name="A8C19C02-FA03-4B35-AAA2-A15A6205EC96"/>
          <p:cNvPicPr>
            <a:picLocks noChangeAspect="1"/>
          </p:cNvPicPr>
          <p:nvPr/>
        </p:nvPicPr>
        <p:blipFill>
          <a:blip r:embed="rId4" cstate="print">
            <a:extLst>
              <a:ext uri="{6E9B5E09-10AA-40A2-3712-8126E6C666A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53F0CD4-05D7-4733-733D-CF717B091593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VectorPath 21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3" name="1BE8EB6A-E467-49BD-409C-2CD5BB8277AE"/>
          <p:cNvPicPr>
            <a:picLocks noChangeAspect="1"/>
          </p:cNvPicPr>
          <p:nvPr/>
        </p:nvPicPr>
        <p:blipFill>
          <a:blip r:embed="rId2" cstate="print">
            <a:extLst>
              <a:ext uri="{6B2976C2-EC20-41FD-62B9-2D93D0D339C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4" name="VectorPath 21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5" name="VectorPath 21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6" name="BEFA8009-93C1-4101-7C3E-DC441DFED479"/>
          <p:cNvPicPr>
            <a:picLocks noChangeAspect="1"/>
          </p:cNvPicPr>
          <p:nvPr/>
        </p:nvPicPr>
        <p:blipFill>
          <a:blip r:embed="rId3" cstate="print">
            <a:extLst>
              <a:ext uri="{5DE8A1D1-0280-4D98-FCFF-989FE8ED298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7" name="VectorPath 21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8" name="TextBox218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9" name="TextBox21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0" name="0214AF16-CE42-4619-8C03-DE726B0C3B26"/>
          <p:cNvPicPr>
            <a:picLocks noChangeAspect="1"/>
          </p:cNvPicPr>
          <p:nvPr/>
        </p:nvPicPr>
        <p:blipFill>
          <a:blip r:embed="rId4" cstate="print">
            <a:extLst>
              <a:ext uri="{8526986B-E2D0-4107-0621-250DC378C6E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AFE21C2-948B-42C3-B113-354694D3F3EF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VectorPath 22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2" name="89818054-33F2-447F-0440-CAA47C02B3A9"/>
          <p:cNvPicPr>
            <a:picLocks noChangeAspect="1"/>
          </p:cNvPicPr>
          <p:nvPr/>
        </p:nvPicPr>
        <p:blipFill>
          <a:blip r:embed="rId2" cstate="print">
            <a:extLst>
              <a:ext uri="{01FF953E-A59C-418D-98CE-7F2261C6CB4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3" name="VectorPath 22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4" name="VectorPath 22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5" name="BCD72C51-75E7-41C6-94F2-2024561AF54D"/>
          <p:cNvPicPr>
            <a:picLocks noChangeAspect="1"/>
          </p:cNvPicPr>
          <p:nvPr/>
        </p:nvPicPr>
        <p:blipFill>
          <a:blip r:embed="rId3" cstate="print">
            <a:extLst>
              <a:ext uri="{F89E7743-811D-4A33-2466-E75D0A0485F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6" name="VectorPath 22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7" name="TextBox227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8" name="TextBox22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9" name="2567864E-DC1E-4000-2752-D73D3AC9B4F2"/>
          <p:cNvPicPr>
            <a:picLocks noChangeAspect="1"/>
          </p:cNvPicPr>
          <p:nvPr/>
        </p:nvPicPr>
        <p:blipFill>
          <a:blip r:embed="rId4" cstate="print">
            <a:extLst>
              <a:ext uri="{4797B6B3-BB0C-4965-757A-3F02AA3109A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201CC2D-CF35-4E4D-A1F0-958AEABDD0C9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VectorPath 23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1" name="BCB4B64F-0B35-4CA7-4B4E-B36721D3D97C"/>
          <p:cNvPicPr>
            <a:picLocks noChangeAspect="1"/>
          </p:cNvPicPr>
          <p:nvPr/>
        </p:nvPicPr>
        <p:blipFill>
          <a:blip r:embed="rId2" cstate="print">
            <a:extLst>
              <a:ext uri="{8B46042E-9BE7-4183-C1FB-E70D92A0C25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2" name="VectorPath 23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3" name="VectorPath 23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4" name="3C236CAC-08E3-42E8-BBD8-19219730FD2C"/>
          <p:cNvPicPr>
            <a:picLocks noChangeAspect="1"/>
          </p:cNvPicPr>
          <p:nvPr/>
        </p:nvPicPr>
        <p:blipFill>
          <a:blip r:embed="rId3" cstate="print">
            <a:extLst>
              <a:ext uri="{6A907E9D-8367-40EB-FC2A-0FF5C6527B2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5" name="VectorPath 23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6" name="TextBox236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7" name="TextBox23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8" name="5748D986-DC2A-4A6A-32C9-4691AAD675DB"/>
          <p:cNvPicPr>
            <a:picLocks noChangeAspect="1"/>
          </p:cNvPicPr>
          <p:nvPr/>
        </p:nvPicPr>
        <p:blipFill>
          <a:blip r:embed="rId4" cstate="print">
            <a:extLst>
              <a:ext uri="{39117765-91BB-4C66-A997-E909F5D1333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B22DEE4-CD98-4217-8B99-58E73FAB3EDB}"/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VectorPath 23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0" name="503DCAC5-45BF-4A9F-AAEE-9A78C109A7E2"/>
          <p:cNvPicPr>
            <a:picLocks noChangeAspect="1"/>
          </p:cNvPicPr>
          <p:nvPr/>
        </p:nvPicPr>
        <p:blipFill>
          <a:blip r:embed="rId2" cstate="print">
            <a:extLst>
              <a:ext uri="{1153FBB5-B12F-482E-1F34-C88FB79454A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41" name="CC36F450-1C7D-43A1-6155-A957060C8ACF"/>
          <p:cNvPicPr>
            <a:picLocks noChangeAspect="1"/>
          </p:cNvPicPr>
          <p:nvPr/>
        </p:nvPicPr>
        <p:blipFill>
          <a:blip r:embed="rId3" cstate="print">
            <a:extLst>
              <a:ext uri="{B71F9FEE-A792-45EA-3564-8E69E885A0C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42" name="VectorPath 24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43" name="VectorPath 24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4" name="D1DDF738-5AC5-4E72-DADE-EF334D8B3420"/>
          <p:cNvPicPr>
            <a:picLocks noChangeAspect="1"/>
          </p:cNvPicPr>
          <p:nvPr/>
        </p:nvPicPr>
        <p:blipFill>
          <a:blip r:embed="rId4" cstate="print">
            <a:extLst>
              <a:ext uri="{10B52942-8A45-4543-E4A1-B0CEB6A2C88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45" name="Combination 245"/>
          <p:cNvGrpSpPr/>
          <p:nvPr/>
        </p:nvGrpSpPr>
        <p:grpSpPr>
          <a:xfrm>
            <a:off x="2000250" y="3905251"/>
            <a:ext cx="495300" cy="2990850"/>
            <a:chOff x="2000250" y="3905251"/>
            <a:chExt cx="495300" cy="2990850"/>
          </a:xfrm>
        </p:grpSpPr>
        <p:sp>
          <p:nvSpPr>
            <p:cNvPr id="246" name="VectorPath 246"/>
            <p:cNvSpPr/>
            <p:nvPr/>
          </p:nvSpPr>
          <p:spPr>
            <a:xfrm>
              <a:off x="2000250" y="390525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2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6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9"/>
                    <a:pt x="20404" y="355696"/>
                    <a:pt x="18851" y="351946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7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2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47" name="VectorPath 247"/>
            <p:cNvSpPr/>
            <p:nvPr/>
          </p:nvSpPr>
          <p:spPr>
            <a:xfrm>
              <a:off x="2000250" y="47434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48" name="VectorPath 248"/>
            <p:cNvSpPr/>
            <p:nvPr/>
          </p:nvSpPr>
          <p:spPr>
            <a:xfrm>
              <a:off x="2000250" y="55721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49" name="VectorPath 249"/>
            <p:cNvSpPr/>
            <p:nvPr/>
          </p:nvSpPr>
          <p:spPr>
            <a:xfrm>
              <a:off x="2000250" y="640080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2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3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5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8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4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2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50" name="TextBox250"/>
          <p:cNvSpPr txBox="1"/>
          <p:nvPr/>
        </p:nvSpPr>
        <p:spPr>
          <a:xfrm>
            <a:off x="2118568" y="39288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51" name="VectorPath 25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2" name="TextBox252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3" name="TextBox25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9D4C19C9-015A-4238-2C83-6AE425BF6753}"/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VectorPath 25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55" name="E9DB7593-1A37-4EFF-E687-980236585C83"/>
          <p:cNvPicPr>
            <a:picLocks noChangeAspect="1"/>
          </p:cNvPicPr>
          <p:nvPr/>
        </p:nvPicPr>
        <p:blipFill>
          <a:blip r:embed="rId2" cstate="print">
            <a:extLst>
              <a:ext uri="{9CFB5666-50DF-40BA-3842-678BE869471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56" name="BD737B34-BBC8-4A38-2979-8F99C3C7518A"/>
          <p:cNvPicPr>
            <a:picLocks noChangeAspect="1"/>
          </p:cNvPicPr>
          <p:nvPr/>
        </p:nvPicPr>
        <p:blipFill>
          <a:blip r:embed="rId3" cstate="print">
            <a:extLst>
              <a:ext uri="{021ACC2A-35FB-40E6-97AA-3EAA12E7179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57" name="VectorPath 25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58" name="VectorPath 25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59" name="EF6ACE56-03B9-4CDB-DFA6-2DE42342A743"/>
          <p:cNvPicPr>
            <a:picLocks noChangeAspect="1"/>
          </p:cNvPicPr>
          <p:nvPr/>
        </p:nvPicPr>
        <p:blipFill>
          <a:blip r:embed="rId4" cstate="print">
            <a:extLst>
              <a:ext uri="{02DC9555-9A32-440A-F94D-4753CDC483E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60" name="Combination 260"/>
          <p:cNvGrpSpPr/>
          <p:nvPr/>
        </p:nvGrpSpPr>
        <p:grpSpPr>
          <a:xfrm>
            <a:off x="2000250" y="3905251"/>
            <a:ext cx="495300" cy="2990850"/>
            <a:chOff x="2000250" y="3905251"/>
            <a:chExt cx="495300" cy="2990850"/>
          </a:xfrm>
        </p:grpSpPr>
        <p:sp>
          <p:nvSpPr>
            <p:cNvPr id="261" name="VectorPath 261"/>
            <p:cNvSpPr/>
            <p:nvPr/>
          </p:nvSpPr>
          <p:spPr>
            <a:xfrm>
              <a:off x="2000250" y="390525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2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6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9"/>
                    <a:pt x="20404" y="355696"/>
                    <a:pt x="18851" y="351946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7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2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62" name="VectorPath 262"/>
            <p:cNvSpPr/>
            <p:nvPr/>
          </p:nvSpPr>
          <p:spPr>
            <a:xfrm>
              <a:off x="2000250" y="47434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63" name="VectorPath 263"/>
            <p:cNvSpPr/>
            <p:nvPr/>
          </p:nvSpPr>
          <p:spPr>
            <a:xfrm>
              <a:off x="2000250" y="55721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64" name="VectorPath 264"/>
            <p:cNvSpPr/>
            <p:nvPr/>
          </p:nvSpPr>
          <p:spPr>
            <a:xfrm>
              <a:off x="2000250" y="640080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2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3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5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8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4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2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65" name="TextBox265"/>
          <p:cNvSpPr txBox="1"/>
          <p:nvPr/>
        </p:nvSpPr>
        <p:spPr>
          <a:xfrm>
            <a:off x="2118568" y="39288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66" name="VectorPath 26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7" name="TextBox267"/>
          <p:cNvSpPr txBox="1"/>
          <p:nvPr/>
        </p:nvSpPr>
        <p:spPr>
          <a:xfrm>
            <a:off x="946547" y="7229071"/>
            <a:ext cx="151880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⼀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些特殊的图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68" name="TextBox26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16842592-209F-46DD-9AB0-6FDDD0407513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868BF1B5-72B7-4456-2441-84A75A3CA265}"/>
  </a:extLst>
</a:theme>
</file>