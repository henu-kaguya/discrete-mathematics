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391140CC-DBF9-4DAB-C5EC-80E38237DB5B}"/>
    <p:ext uri="{8F0E9E8F-9E34-407A-77B2-DFBE876D417B}"/>
    <p:ext uri="{4CFFC84D-8F9E-42BF-61EB-1C99447C6989}"/>
  </p:extLst>
</p:presentationPr>
</file>

<file path=ppt/tableStyles.xml><?xml version="1.0" encoding="utf-8"?>
<a:tblStyleLst xmlns:a="http://schemas.openxmlformats.org/drawingml/2006/main" def="{A39836F6-9B5E-45EB-F3FB-4C1093C2F0B0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623D6-E0DC-47A4-CE5C-6F431163A4A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6AFC7-C02A-481B-A35E-639FCCE8C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532D6FF-1A2D-4267-C199-0D6A39EB11D0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5E0F-C7DF-46B9-B99B-8134F8ED38D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91D2B-4B6C-450C-2D19-2D160615AC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2EEBF68-23BB-4603-6F9D-1AA71BB95FE7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B604-EC14-4EF1-4766-AD7796028E4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1E6-8C40-4A60-1C6E-1CDE62A4D5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853269E-E882-4DFD-43F9-D236BE5D3C66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D3B74-B90C-47D4-70E4-0CAC48AAF64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60152-E330-4882-506C-0EB1F4BC2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0BADDDF-F3FE-425B-468B-9154F6F5094D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C3C2-EE75-4DBE-78BB-E7F00ED871B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42CAA-36C1-443B-0E62-190BDDC61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0A62008-A7A5-41D0-569A-AEDC7AC60574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F9257-C891-436D-494E-DFA3FCAD2D5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F1CFD-0FF4-44E4-4145-A66D26162E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11A7327-B8BE-439D-B1B4-9BDA9CCB684C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24582-819C-40BF-725A-90C99FC6E78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4C9DE-61A0-4770-7168-516972944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625B599-3CE9-41BF-7870-7601983C109F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003B-C5C2-4D94-2C1B-1B6D5D1171F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E5F73-4AE0-4C47-4388-E21E8F349E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6AA1B1C-6CF2-4A82-2FB4-7AD45011715C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F13DC-7A6E-43B6-9D81-4CC34202746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11AE-16BA-4D8B-E956-4490A8A2C7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096E398-D2E5-4D12-512B-EDEFC036CDCE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34B4E-ECC1-4852-7C77-DE5BDFDFCD9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16D1-4838-4156-788F-BE5496F1C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8A8FBB7-B82B-4AB4-4EA6-897F86F14ADF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C67E0-E7C5-4207-C840-03C8C579821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7E57D-32C9-41BB-025C-31417392C8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03B4A65-76E6-409D-CBEC-E56A4B349F22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14E52B-F898-4373-2296-05189C8B9CC1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B54E9-E37E-480A-3216-E8EC9392F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416B6BA-61F1-4049-AEFC-AF716F71A1D2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80EE4151-6603-4786-4115-44F855E46F2F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2D964484-7272-419A-A14F-550BB4AB1102"/>
          <p:cNvPicPr>
            <a:picLocks noChangeAspect="1"/>
          </p:cNvPicPr>
          <p:nvPr/>
        </p:nvPicPr>
        <p:blipFill>
          <a:blip r:embed="rId2" cstate="print">
            <a:extLst>
              <a:ext uri="{50EEA7F8-011B-4161-CC81-97761E1A2012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079DB4BF-3A55-4FBA-DAE1-535E1893EB30"/>
          <p:cNvPicPr>
            <a:picLocks noChangeAspect="1"/>
          </p:cNvPicPr>
          <p:nvPr/>
        </p:nvPicPr>
        <p:blipFill>
          <a:blip r:embed="rId3" cstate="print">
            <a:extLst>
              <a:ext uri="{7B85F0F5-BC9C-4E03-728E-C9F634DCE10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9F07DA41-E46A-430F-CF42-D2FE90BC62CF"/>
          <p:cNvPicPr>
            <a:picLocks noChangeAspect="1"/>
          </p:cNvPicPr>
          <p:nvPr/>
        </p:nvPicPr>
        <p:blipFill>
          <a:blip r:embed="rId4" cstate="print">
            <a:extLst>
              <a:ext uri="{AECA33AC-3EE6-460F-C2A8-D207A1C4033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8A2A73A6-E47D-4618-7DDA-075E22BC2D23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7D51A362-8E1C-4150-1E7A-709A29FB1121"/>
          <p:cNvPicPr>
            <a:picLocks noChangeAspect="1"/>
          </p:cNvPicPr>
          <p:nvPr/>
        </p:nvPicPr>
        <p:blipFill>
          <a:blip r:embed="rId2" cstate="print">
            <a:extLst>
              <a:ext uri="{F5799566-192B-485C-1D42-4C66273576A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301E674D-3D95-4A32-358C-55E2FA0D5C49"/>
          <p:cNvPicPr>
            <a:picLocks noChangeAspect="1"/>
          </p:cNvPicPr>
          <p:nvPr/>
        </p:nvPicPr>
        <p:blipFill>
          <a:blip r:embed="rId3" cstate="print">
            <a:extLst>
              <a:ext uri="{27F2B06E-C5F3-4890-D0D2-AC718AC52F5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5ECE450C-967D-46D7-211D-0774104641D8"/>
          <p:cNvPicPr>
            <a:picLocks noChangeAspect="1"/>
          </p:cNvPicPr>
          <p:nvPr/>
        </p:nvPicPr>
        <p:blipFill>
          <a:blip r:embed="rId4" cstate="print">
            <a:extLst>
              <a:ext uri="{93E324FC-C190-4667-16F6-35EA9A419B1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B8A1E3A-D845-4445-D8B0-17CD4B6E7AF3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CC1329C0-C231-40AD-E703-06D670865357"/>
          <p:cNvPicPr>
            <a:picLocks noChangeAspect="1"/>
          </p:cNvPicPr>
          <p:nvPr/>
        </p:nvPicPr>
        <p:blipFill>
          <a:blip r:embed="rId2" cstate="print">
            <a:extLst>
              <a:ext uri="{941FDEFA-B7B1-4E40-E236-3BC5E0D842E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9C5A755C-3FD0-4FF5-C9F6-0E4A23D68908"/>
          <p:cNvPicPr>
            <a:picLocks noChangeAspect="1"/>
          </p:cNvPicPr>
          <p:nvPr/>
        </p:nvPicPr>
        <p:blipFill>
          <a:blip r:embed="rId3" cstate="print">
            <a:extLst>
              <a:ext uri="{981E27C0-04B7-4B0B-BE76-08176F7FD9F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A73ED915-EE4B-4535-1C2D-56A811E4BD7E"/>
          <p:cNvPicPr>
            <a:picLocks noChangeAspect="1"/>
          </p:cNvPicPr>
          <p:nvPr/>
        </p:nvPicPr>
        <p:blipFill>
          <a:blip r:embed="rId4" cstate="print">
            <a:extLst>
              <a:ext uri="{CF600083-F575-4E9C-8548-55B577BBB5E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0114F7F-E077-4DFF-7C49-5F11EE719484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08682F08-B64E-4C44-9464-D9FD85F5F266"/>
          <p:cNvPicPr>
            <a:picLocks noChangeAspect="1"/>
          </p:cNvPicPr>
          <p:nvPr/>
        </p:nvPicPr>
        <p:blipFill>
          <a:blip r:embed="rId2" cstate="print">
            <a:extLst>
              <a:ext uri="{F38AEAD6-7139-440C-4B78-7BB9D4485C0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CD3D32A9-102F-4649-80C6-07031300AE66"/>
          <p:cNvPicPr>
            <a:picLocks noChangeAspect="1"/>
          </p:cNvPicPr>
          <p:nvPr/>
        </p:nvPicPr>
        <p:blipFill>
          <a:blip r:embed="rId3" cstate="print">
            <a:extLst>
              <a:ext uri="{6DEFD2E3-C293-4A58-0B55-804A8998B28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27D7FEB1-1D2A-4D94-9692-4F12F9A384A4"/>
          <p:cNvPicPr>
            <a:picLocks noChangeAspect="1"/>
          </p:cNvPicPr>
          <p:nvPr/>
        </p:nvPicPr>
        <p:blipFill>
          <a:blip r:embed="rId4" cstate="print">
            <a:extLst>
              <a:ext uri="{504F6D66-3D5F-45E9-7BF7-AFE7100D940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2DDBDE2-8B58-48D3-90A1-735EF2C7A3B3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DBC3C695-F6C8-4B14-2E79-38660BA62605"/>
          <p:cNvPicPr>
            <a:picLocks noChangeAspect="1"/>
          </p:cNvPicPr>
          <p:nvPr/>
        </p:nvPicPr>
        <p:blipFill>
          <a:blip r:embed="rId2" cstate="print">
            <a:extLst>
              <a:ext uri="{062E36F9-F06E-41CB-D7BC-822AEC04E34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C7AE862F-CAC3-4B27-0B05-3F4317AB504E"/>
          <p:cNvPicPr>
            <a:picLocks noChangeAspect="1"/>
          </p:cNvPicPr>
          <p:nvPr/>
        </p:nvPicPr>
        <p:blipFill>
          <a:blip r:embed="rId3" cstate="print">
            <a:extLst>
              <a:ext uri="{E5975631-8A2E-40AD-F7CC-12286397901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789B3AE7-A072-4831-2F9B-3105156B448A"/>
          <p:cNvPicPr>
            <a:picLocks noChangeAspect="1"/>
          </p:cNvPicPr>
          <p:nvPr/>
        </p:nvPicPr>
        <p:blipFill>
          <a:blip r:embed="rId4" cstate="print">
            <a:extLst>
              <a:ext uri="{EE995A7C-EE9D-42C2-9575-7F6404E679E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555BFBB-6F22-4376-E59F-D359E6407F55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432B0446-6C9A-4607-7D7C-851848515C52"/>
          <p:cNvPicPr>
            <a:picLocks noChangeAspect="1"/>
          </p:cNvPicPr>
          <p:nvPr/>
        </p:nvPicPr>
        <p:blipFill>
          <a:blip r:embed="rId2" cstate="print">
            <a:extLst>
              <a:ext uri="{8A1F19AE-1511-47C3-BF26-C5CD70948EF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9" name="041748AD-31FF-4BA7-9CD5-CC2F2075E860"/>
          <p:cNvPicPr>
            <a:picLocks noChangeAspect="1"/>
          </p:cNvPicPr>
          <p:nvPr/>
        </p:nvPicPr>
        <p:blipFill>
          <a:blip r:embed="rId3" cstate="print">
            <a:extLst>
              <a:ext uri="{F016246C-E36D-4792-043A-09F743209BC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0" name="VectorPath 5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1" name="VectorPath 5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2" name="975FBEEC-E2E4-4B08-20F9-C19DD1C013C7"/>
          <p:cNvPicPr>
            <a:picLocks noChangeAspect="1"/>
          </p:cNvPicPr>
          <p:nvPr/>
        </p:nvPicPr>
        <p:blipFill>
          <a:blip r:embed="rId4" cstate="print">
            <a:extLst>
              <a:ext uri="{B0EE64ED-2C7A-4314-9FE5-7AFEBB3D200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53" name="Combination 53"/>
          <p:cNvGrpSpPr/>
          <p:nvPr/>
        </p:nvGrpSpPr>
        <p:grpSpPr>
          <a:xfrm>
            <a:off x="2000250" y="2524126"/>
            <a:ext cx="495300" cy="3181350"/>
            <a:chOff x="2000250" y="2524126"/>
            <a:chExt cx="495300" cy="3181350"/>
          </a:xfrm>
        </p:grpSpPr>
        <p:sp>
          <p:nvSpPr>
            <p:cNvPr id="54" name="VectorPath 54"/>
            <p:cNvSpPr/>
            <p:nvPr/>
          </p:nvSpPr>
          <p:spPr>
            <a:xfrm>
              <a:off x="2000250" y="25241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5" name="VectorPath 55"/>
            <p:cNvSpPr/>
            <p:nvPr/>
          </p:nvSpPr>
          <p:spPr>
            <a:xfrm>
              <a:off x="2000250" y="342900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56" name="VectorPath 56"/>
            <p:cNvSpPr/>
            <p:nvPr/>
          </p:nvSpPr>
          <p:spPr>
            <a:xfrm>
              <a:off x="2000250" y="440055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7" name="VectorPath 57"/>
            <p:cNvSpPr/>
            <p:nvPr/>
          </p:nvSpPr>
          <p:spPr>
            <a:xfrm>
              <a:off x="2000250" y="52101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58" name="TextBox58"/>
          <p:cNvSpPr txBox="1"/>
          <p:nvPr/>
        </p:nvSpPr>
        <p:spPr>
          <a:xfrm>
            <a:off x="2118568" y="2538191"/>
            <a:ext cx="259884" cy="31220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11162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31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3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51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59" name="VectorPath 5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0" name="TextBox60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1" name="TextBox6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39E84E35-A448-4703-88BB-1D1A503FD137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VectorPath 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3" name="4223BE9C-9D81-49D8-A7BD-124C93FC644F"/>
          <p:cNvPicPr>
            <a:picLocks noChangeAspect="1"/>
          </p:cNvPicPr>
          <p:nvPr/>
        </p:nvPicPr>
        <p:blipFill>
          <a:blip r:embed="rId2" cstate="print">
            <a:extLst>
              <a:ext uri="{66896B83-449A-44EF-C626-FECAFA1C9E6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64" name="2683595D-7CFF-45AA-724F-1A9FD2C25AE5"/>
          <p:cNvPicPr>
            <a:picLocks noChangeAspect="1"/>
          </p:cNvPicPr>
          <p:nvPr/>
        </p:nvPicPr>
        <p:blipFill>
          <a:blip r:embed="rId3" cstate="print">
            <a:extLst>
              <a:ext uri="{BC90328D-1FBA-4E77-2137-6E988D1F47E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65" name="VectorPath 6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6" name="VectorPath 6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7" name="01D9348F-A339-42EE-EBA4-4EED9BCBA891"/>
          <p:cNvPicPr>
            <a:picLocks noChangeAspect="1"/>
          </p:cNvPicPr>
          <p:nvPr/>
        </p:nvPicPr>
        <p:blipFill>
          <a:blip r:embed="rId4" cstate="print">
            <a:extLst>
              <a:ext uri="{6C647A35-FDB1-452F-755F-11F21817CCB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68" name="Combination 68"/>
          <p:cNvGrpSpPr/>
          <p:nvPr/>
        </p:nvGrpSpPr>
        <p:grpSpPr>
          <a:xfrm>
            <a:off x="2000250" y="2867026"/>
            <a:ext cx="495300" cy="2990850"/>
            <a:chOff x="2000250" y="2867026"/>
            <a:chExt cx="495300" cy="2990850"/>
          </a:xfrm>
        </p:grpSpPr>
        <p:sp>
          <p:nvSpPr>
            <p:cNvPr id="69" name="VectorPath 69"/>
            <p:cNvSpPr/>
            <p:nvPr/>
          </p:nvSpPr>
          <p:spPr>
            <a:xfrm>
              <a:off x="2000250" y="28670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70" name="VectorPath 70"/>
            <p:cNvSpPr/>
            <p:nvPr/>
          </p:nvSpPr>
          <p:spPr>
            <a:xfrm>
              <a:off x="2000250" y="369570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71" name="VectorPath 71"/>
            <p:cNvSpPr/>
            <p:nvPr/>
          </p:nvSpPr>
          <p:spPr>
            <a:xfrm>
              <a:off x="2000250" y="452437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72" name="VectorPath 72"/>
            <p:cNvSpPr/>
            <p:nvPr/>
          </p:nvSpPr>
          <p:spPr>
            <a:xfrm>
              <a:off x="2000250" y="535305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73" name="TextBox73"/>
          <p:cNvSpPr txBox="1"/>
          <p:nvPr/>
        </p:nvSpPr>
        <p:spPr>
          <a:xfrm>
            <a:off x="2118568" y="289061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74" name="VectorPath 7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5" name="TextBox75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6" name="TextBox7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513A54B3-1B79-4B7B-BD58-AACD97164C08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ctorPath 7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8" name="9E674CDB-3C29-47E4-F24F-32F688F9CF92"/>
          <p:cNvPicPr>
            <a:picLocks noChangeAspect="1"/>
          </p:cNvPicPr>
          <p:nvPr/>
        </p:nvPicPr>
        <p:blipFill>
          <a:blip r:embed="rId2" cstate="print">
            <a:extLst>
              <a:ext uri="{F04E4E66-537E-4F5A-3A6D-132CD71B7DA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0" name="VectorPath 8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1" name="4EC47290-BABA-46A0-13F0-678426D3DE97"/>
          <p:cNvPicPr>
            <a:picLocks noChangeAspect="1"/>
          </p:cNvPicPr>
          <p:nvPr/>
        </p:nvPicPr>
        <p:blipFill>
          <a:blip r:embed="rId3" cstate="print">
            <a:extLst>
              <a:ext uri="{3A74BF05-9073-4055-85C1-60578EA614E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2" name="VectorPath 8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3" name="TextBox83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4" name="TextBox8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5" name="DD9C0A4C-8BFE-4CD8-2181-33F5AFD08C57"/>
          <p:cNvPicPr>
            <a:picLocks noChangeAspect="1"/>
          </p:cNvPicPr>
          <p:nvPr/>
        </p:nvPicPr>
        <p:blipFill>
          <a:blip r:embed="rId4" cstate="print">
            <a:extLst>
              <a:ext uri="{2C750988-8D7E-4B6E-B265-8B46AA72E4F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14D9E79-890B-41ED-8191-F6BF98A904A0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VectorPath 8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7" name="F8596FAE-570D-43ED-C355-EF5D61E16913"/>
          <p:cNvPicPr>
            <a:picLocks noChangeAspect="1"/>
          </p:cNvPicPr>
          <p:nvPr/>
        </p:nvPicPr>
        <p:blipFill>
          <a:blip r:embed="rId2" cstate="print">
            <a:extLst>
              <a:ext uri="{AE2E12DF-4B22-452D-C922-79C059CA7E5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9" name="VectorPath 8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0" name="96277507-EB80-4584-5A1B-9D6FBB6CE489"/>
          <p:cNvPicPr>
            <a:picLocks noChangeAspect="1"/>
          </p:cNvPicPr>
          <p:nvPr/>
        </p:nvPicPr>
        <p:blipFill>
          <a:blip r:embed="rId3" cstate="print">
            <a:extLst>
              <a:ext uri="{0AAF4AF2-2CC0-40E8-7B0B-D0E8B3DD69E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1" name="VectorPath 9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2" name="TextBox92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3" name="TextBox9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4" name="3408DFFA-18EE-4AA9-C88F-DF042B6A5C25"/>
          <p:cNvPicPr>
            <a:picLocks noChangeAspect="1"/>
          </p:cNvPicPr>
          <p:nvPr/>
        </p:nvPicPr>
        <p:blipFill>
          <a:blip r:embed="rId4" cstate="print">
            <a:extLst>
              <a:ext uri="{C42F4F49-E03E-463C-8BAA-5D19C5A9202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546B9E6-9F05-42B0-01FF-F9903BEB6969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VectorPath 9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6" name="B2EB08A3-9720-402B-1AE9-1DB8833B8739"/>
          <p:cNvPicPr>
            <a:picLocks noChangeAspect="1"/>
          </p:cNvPicPr>
          <p:nvPr/>
        </p:nvPicPr>
        <p:blipFill>
          <a:blip r:embed="rId2" cstate="print">
            <a:extLst>
              <a:ext uri="{DF1A563B-676E-425F-53A6-19BD4FBA8DA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97" name="0E951001-BBF0-4ED3-BEB8-0CF78CA3BDF1"/>
          <p:cNvPicPr>
            <a:picLocks noChangeAspect="1"/>
          </p:cNvPicPr>
          <p:nvPr/>
        </p:nvPicPr>
        <p:blipFill>
          <a:blip r:embed="rId3" cstate="print">
            <a:extLst>
              <a:ext uri="{F87663D8-09FB-47FE-47E9-D21F3A550CA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98" name="VectorPath 9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9" name="VectorPath 9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0" name="CA0E6C8F-EF4D-4DE3-2DCB-74251D1939EB"/>
          <p:cNvPicPr>
            <a:picLocks noChangeAspect="1"/>
          </p:cNvPicPr>
          <p:nvPr/>
        </p:nvPicPr>
        <p:blipFill>
          <a:blip r:embed="rId4" cstate="print">
            <a:extLst>
              <a:ext uri="{C2329B92-2228-4FFB-924B-218404F8BA8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01" name="Combination 101"/>
          <p:cNvGrpSpPr/>
          <p:nvPr/>
        </p:nvGrpSpPr>
        <p:grpSpPr>
          <a:xfrm>
            <a:off x="2000250" y="5076826"/>
            <a:ext cx="495300" cy="1085850"/>
            <a:chOff x="2000250" y="5076826"/>
            <a:chExt cx="495300" cy="1085850"/>
          </a:xfrm>
        </p:grpSpPr>
        <p:sp>
          <p:nvSpPr>
            <p:cNvPr id="102" name="VectorPath 102"/>
            <p:cNvSpPr/>
            <p:nvPr/>
          </p:nvSpPr>
          <p:spPr>
            <a:xfrm>
              <a:off x="2000250" y="50768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3" name="VectorPath 103"/>
            <p:cNvSpPr/>
            <p:nvPr/>
          </p:nvSpPr>
          <p:spPr>
            <a:xfrm>
              <a:off x="2000250" y="56673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5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104" name="TextBox104"/>
          <p:cNvSpPr txBox="1"/>
          <p:nvPr/>
        </p:nvSpPr>
        <p:spPr>
          <a:xfrm>
            <a:off x="2128540" y="5090891"/>
            <a:ext cx="240446" cy="10265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98958"/>
              </a:lnSpc>
              <a:spcAft>
                <a:spcPts val="1366"/>
              </a:spcAft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05" name="VectorPath 10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6" name="TextBox106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7" name="TextBox10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E58122D8-B807-4CEB-6671-2315EBDC9466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VectorPath 10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9" name="8AB02F0A-B7C1-4914-CD32-9581095B60E5"/>
          <p:cNvPicPr>
            <a:picLocks noChangeAspect="1"/>
          </p:cNvPicPr>
          <p:nvPr/>
        </p:nvPicPr>
        <p:blipFill>
          <a:blip r:embed="rId2" cstate="print">
            <a:extLst>
              <a:ext uri="{DF6B14E5-78F0-45E9-19DD-29D113194E2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0" name="VectorPath 11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1" name="VectorPath 11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2" name="F72EBFDF-9F3D-412F-80C0-34D8FB59E596"/>
          <p:cNvPicPr>
            <a:picLocks noChangeAspect="1"/>
          </p:cNvPicPr>
          <p:nvPr/>
        </p:nvPicPr>
        <p:blipFill>
          <a:blip r:embed="rId3" cstate="print">
            <a:extLst>
              <a:ext uri="{459A3D20-B04B-4D1F-A1BB-CC39804E6A4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3" name="VectorPath 11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4" name="TextBox114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5" name="TextBox115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6" name="93B3F6C2-1691-427E-254A-141EB6C28E70"/>
          <p:cNvPicPr>
            <a:picLocks noChangeAspect="1"/>
          </p:cNvPicPr>
          <p:nvPr/>
        </p:nvPicPr>
        <p:blipFill>
          <a:blip r:embed="rId4" cstate="print">
            <a:extLst>
              <a:ext uri="{7419EBFE-A1D5-4F87-86B9-B804AA8F757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D141A9D-6A5D-4DA7-0861-9A5A2DC6D9F5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VectorPath 11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8" name="A1FAA694-C354-4CF9-475E-B290A7E0C96C"/>
          <p:cNvPicPr>
            <a:picLocks noChangeAspect="1"/>
          </p:cNvPicPr>
          <p:nvPr/>
        </p:nvPicPr>
        <p:blipFill>
          <a:blip r:embed="rId2" cstate="print">
            <a:extLst>
              <a:ext uri="{7AA9237A-8DBF-47EF-6DE4-0D26AF1FFEA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9" name="VectorPath 11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0" name="VectorPath 12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1" name="0A1AA77D-CAE3-4A12-39E7-B9C00398DB0B"/>
          <p:cNvPicPr>
            <a:picLocks noChangeAspect="1"/>
          </p:cNvPicPr>
          <p:nvPr/>
        </p:nvPicPr>
        <p:blipFill>
          <a:blip r:embed="rId3" cstate="print">
            <a:extLst>
              <a:ext uri="{51A40F9F-5AEB-4FB6-AEDF-8302AE8E81C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2" name="VectorPath 12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3" name="TextBox123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4" name="TextBox12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5" name="7FE3E748-EC07-4F86-EA3B-E85EE1A7E201"/>
          <p:cNvPicPr>
            <a:picLocks noChangeAspect="1"/>
          </p:cNvPicPr>
          <p:nvPr/>
        </p:nvPicPr>
        <p:blipFill>
          <a:blip r:embed="rId4" cstate="print">
            <a:extLst>
              <a:ext uri="{6678CFDD-BCF1-4B8D-8AC0-DC2F8A9A970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869B57E-6A77-4616-34BF-17D16D0D93E1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VectorPath 12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7" name="9F974CA6-F465-464B-977A-19524E9AA740"/>
          <p:cNvPicPr>
            <a:picLocks noChangeAspect="1"/>
          </p:cNvPicPr>
          <p:nvPr/>
        </p:nvPicPr>
        <p:blipFill>
          <a:blip r:embed="rId2" cstate="print">
            <a:extLst>
              <a:ext uri="{65F13929-DA30-4B1A-1879-FEE16BCBCE1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8" name="VectorPath 12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9" name="VectorPath 12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0" name="E9951B7F-B45B-4423-E769-1201801E3E69"/>
          <p:cNvPicPr>
            <a:picLocks noChangeAspect="1"/>
          </p:cNvPicPr>
          <p:nvPr/>
        </p:nvPicPr>
        <p:blipFill>
          <a:blip r:embed="rId3" cstate="print">
            <a:extLst>
              <a:ext uri="{F281716A-C8FB-4B61-60B2-FEECC4F94D5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1" name="VectorPath 13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2" name="TextBox132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3" name="TextBox13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4" name="4EFFE602-B03A-4ECC-C1ED-7234C7B99867"/>
          <p:cNvPicPr>
            <a:picLocks noChangeAspect="1"/>
          </p:cNvPicPr>
          <p:nvPr/>
        </p:nvPicPr>
        <p:blipFill>
          <a:blip r:embed="rId4" cstate="print">
            <a:extLst>
              <a:ext uri="{ECCB5DB7-1722-4259-A280-379AD0A27F2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A1B7D22-5A82-40B7-E600-C4EE2E5BFA08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VectorPath 13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6" name="F081B2F2-C247-4DAF-56BA-AB5BBAF040ED"/>
          <p:cNvPicPr>
            <a:picLocks noChangeAspect="1"/>
          </p:cNvPicPr>
          <p:nvPr/>
        </p:nvPicPr>
        <p:blipFill>
          <a:blip r:embed="rId2" cstate="print">
            <a:extLst>
              <a:ext uri="{0471A632-CB9F-4BE9-609D-76537F54AB4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7" name="VectorPath 13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8" name="VectorPath 13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9" name="C45DBA14-4066-4A65-D379-5CA15880EB5D"/>
          <p:cNvPicPr>
            <a:picLocks noChangeAspect="1"/>
          </p:cNvPicPr>
          <p:nvPr/>
        </p:nvPicPr>
        <p:blipFill>
          <a:blip r:embed="rId3" cstate="print">
            <a:extLst>
              <a:ext uri="{1EDE910E-F58E-489D-53CC-CD1F23F4D4A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0" name="VectorPath 14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1" name="TextBox141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2" name="TextBox14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3" name="09DDF98C-E596-4740-14D6-CB26FDE92709"/>
          <p:cNvPicPr>
            <a:picLocks noChangeAspect="1"/>
          </p:cNvPicPr>
          <p:nvPr/>
        </p:nvPicPr>
        <p:blipFill>
          <a:blip r:embed="rId4" cstate="print">
            <a:extLst>
              <a:ext uri="{C04CC694-9501-467D-6A8F-0B520D2D584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D3BB53B-434A-4BA1-44EC-661897D81BE3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VectorPath 14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5" name="8421EC90-3B27-412D-FF67-9E515B22847E"/>
          <p:cNvPicPr>
            <a:picLocks noChangeAspect="1"/>
          </p:cNvPicPr>
          <p:nvPr/>
        </p:nvPicPr>
        <p:blipFill>
          <a:blip r:embed="rId2" cstate="print">
            <a:extLst>
              <a:ext uri="{052C0ABF-9D1F-41B5-7DCB-10FC8CCD5EA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6" name="VectorPath 14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7" name="VectorPath 14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8" name="973BFD40-60A6-4456-143F-A7012F0F0AAD"/>
          <p:cNvPicPr>
            <a:picLocks noChangeAspect="1"/>
          </p:cNvPicPr>
          <p:nvPr/>
        </p:nvPicPr>
        <p:blipFill>
          <a:blip r:embed="rId3" cstate="print">
            <a:extLst>
              <a:ext uri="{DE4C5CAD-9F18-4ACB-FA32-5FC143BA9E1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9" name="VectorPath 14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0" name="TextBox150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1" name="TextBox15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2" name="55CD3DEF-3AC5-4988-76D9-F9410B3F37A0"/>
          <p:cNvPicPr>
            <a:picLocks noChangeAspect="1"/>
          </p:cNvPicPr>
          <p:nvPr/>
        </p:nvPicPr>
        <p:blipFill>
          <a:blip r:embed="rId4" cstate="print">
            <a:extLst>
              <a:ext uri="{9A39B14A-1C7A-4658-C982-5CC6F6DC16A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91271D1-BC91-48C7-48CE-C9C5B493998C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VectorPath 15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4" name="ADAF7267-5733-47C8-B47C-B729BEE72B12"/>
          <p:cNvPicPr>
            <a:picLocks noChangeAspect="1"/>
          </p:cNvPicPr>
          <p:nvPr/>
        </p:nvPicPr>
        <p:blipFill>
          <a:blip r:embed="rId2" cstate="print">
            <a:extLst>
              <a:ext uri="{E6FB44D4-9C6D-41E6-0275-43BE9DF2B8C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5" name="VectorPath 15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6" name="VectorPath 15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7" name="F02CF4FD-8205-44A5-E2A4-B61069F92C37"/>
          <p:cNvPicPr>
            <a:picLocks noChangeAspect="1"/>
          </p:cNvPicPr>
          <p:nvPr/>
        </p:nvPicPr>
        <p:blipFill>
          <a:blip r:embed="rId3" cstate="print">
            <a:extLst>
              <a:ext uri="{3499F414-39CE-4687-F209-965B2D2F250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8" name="VectorPath 15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9" name="TextBox159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0" name="TextBox16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1" name="2CC893D5-DFA5-43DC-EF42-4BB188AA22BB"/>
          <p:cNvPicPr>
            <a:picLocks noChangeAspect="1"/>
          </p:cNvPicPr>
          <p:nvPr/>
        </p:nvPicPr>
        <p:blipFill>
          <a:blip r:embed="rId4" cstate="print">
            <a:extLst>
              <a:ext uri="{DBEA0BAF-A043-47B4-A0AA-0C01BBADF1B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C06B90C-413E-4252-F30D-BBA18A26C240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VectorPath 16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3" name="51C66D98-E6AE-43C8-E935-E95BC4F5A62E"/>
          <p:cNvPicPr>
            <a:picLocks noChangeAspect="1"/>
          </p:cNvPicPr>
          <p:nvPr/>
        </p:nvPicPr>
        <p:blipFill>
          <a:blip r:embed="rId2" cstate="print">
            <a:extLst>
              <a:ext uri="{15190C4F-9625-4829-0388-BA1A191F24E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4" name="VectorPath 16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5" name="VectorPath 16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6" name="951B9494-AF59-47AB-CD3E-BBFCD0B1B027"/>
          <p:cNvPicPr>
            <a:picLocks noChangeAspect="1"/>
          </p:cNvPicPr>
          <p:nvPr/>
        </p:nvPicPr>
        <p:blipFill>
          <a:blip r:embed="rId3" cstate="print">
            <a:extLst>
              <a:ext uri="{FB98E032-D56A-43C8-A376-BF7E5535F24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7" name="VectorPath 16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8" name="TextBox168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9" name="TextBox16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0" name="8C6FDBEC-2A36-48A9-46AF-89ADFC55B90D"/>
          <p:cNvPicPr>
            <a:picLocks noChangeAspect="1"/>
          </p:cNvPicPr>
          <p:nvPr/>
        </p:nvPicPr>
        <p:blipFill>
          <a:blip r:embed="rId4" cstate="print">
            <a:extLst>
              <a:ext uri="{054BF90B-8CE4-45F5-8B08-689FFD184AE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820F052-4BA2-4701-EAF0-B743E358099E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VectorPath 17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2" name="58D80333-4E09-4E8C-8724-F27028DAABEB"/>
          <p:cNvPicPr>
            <a:picLocks noChangeAspect="1"/>
          </p:cNvPicPr>
          <p:nvPr/>
        </p:nvPicPr>
        <p:blipFill>
          <a:blip r:embed="rId2" cstate="print">
            <a:extLst>
              <a:ext uri="{C7453AF0-A70D-4AAF-3E7B-51353EB738F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73" name="2D3DDA95-DA32-4619-FB3A-B271F4626940"/>
          <p:cNvPicPr>
            <a:picLocks noChangeAspect="1"/>
          </p:cNvPicPr>
          <p:nvPr/>
        </p:nvPicPr>
        <p:blipFill>
          <a:blip r:embed="rId3" cstate="print">
            <a:extLst>
              <a:ext uri="{51BBD072-FE9D-4F43-E5C6-6FBEB2CFF03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74" name="VectorPath 17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5" name="VectorPath 17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6" name="1B0C05F8-29E1-4F01-BA61-776B66E8105F"/>
          <p:cNvPicPr>
            <a:picLocks noChangeAspect="1"/>
          </p:cNvPicPr>
          <p:nvPr/>
        </p:nvPicPr>
        <p:blipFill>
          <a:blip r:embed="rId4" cstate="print">
            <a:extLst>
              <a:ext uri="{B66A2D5A-FCD7-4209-3148-F7FF9BAE510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77" name="Combination 177"/>
          <p:cNvGrpSpPr/>
          <p:nvPr/>
        </p:nvGrpSpPr>
        <p:grpSpPr>
          <a:xfrm>
            <a:off x="2000250" y="4857751"/>
            <a:ext cx="495300" cy="1228725"/>
            <a:chOff x="2000250" y="4857751"/>
            <a:chExt cx="495300" cy="1228725"/>
          </a:xfrm>
        </p:grpSpPr>
        <p:sp>
          <p:nvSpPr>
            <p:cNvPr id="178" name="VectorPath 178"/>
            <p:cNvSpPr/>
            <p:nvPr/>
          </p:nvSpPr>
          <p:spPr>
            <a:xfrm>
              <a:off x="2000250" y="485775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79" name="VectorPath 179"/>
            <p:cNvSpPr/>
            <p:nvPr/>
          </p:nvSpPr>
          <p:spPr>
            <a:xfrm>
              <a:off x="2000250" y="55911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180" name="TextBox180"/>
          <p:cNvSpPr txBox="1"/>
          <p:nvPr/>
        </p:nvSpPr>
        <p:spPr>
          <a:xfrm>
            <a:off x="2128540" y="4881341"/>
            <a:ext cx="240446" cy="115038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195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81" name="VectorPath 18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2" name="TextBox182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3" name="TextBox18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E39AB588-541F-4CD7-0706-480F2BF5B944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VectorPath 18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5" name="36946885-DBE6-43B2-BDFF-B275F76A940B"/>
          <p:cNvPicPr>
            <a:picLocks noChangeAspect="1"/>
          </p:cNvPicPr>
          <p:nvPr/>
        </p:nvPicPr>
        <p:blipFill>
          <a:blip r:embed="rId2" cstate="print">
            <a:extLst>
              <a:ext uri="{EFBFDC02-7CC2-4E44-E5A6-E084EBD1CA9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86" name="A18ED4B2-593E-4A31-F6B9-C3C67D00EAE6"/>
          <p:cNvPicPr>
            <a:picLocks noChangeAspect="1"/>
          </p:cNvPicPr>
          <p:nvPr/>
        </p:nvPicPr>
        <p:blipFill>
          <a:blip r:embed="rId3" cstate="print">
            <a:extLst>
              <a:ext uri="{7E0B3BF8-294A-420B-9710-48DFBF5AC97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87" name="VectorPath 18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8" name="VectorPath 18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9" name="0850A9C5-1B30-4B0A-0B9F-A2A67E2A81C7"/>
          <p:cNvPicPr>
            <a:picLocks noChangeAspect="1"/>
          </p:cNvPicPr>
          <p:nvPr/>
        </p:nvPicPr>
        <p:blipFill>
          <a:blip r:embed="rId4" cstate="print">
            <a:extLst>
              <a:ext uri="{B429633D-D9C4-4845-683C-45E0AC3BD08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90" name="Combination 190"/>
          <p:cNvGrpSpPr/>
          <p:nvPr/>
        </p:nvGrpSpPr>
        <p:grpSpPr>
          <a:xfrm>
            <a:off x="2000250" y="4543426"/>
            <a:ext cx="495300" cy="1257300"/>
            <a:chOff x="2000250" y="4543426"/>
            <a:chExt cx="495300" cy="1257300"/>
          </a:xfrm>
        </p:grpSpPr>
        <p:sp>
          <p:nvSpPr>
            <p:cNvPr id="191" name="VectorPath 191"/>
            <p:cNvSpPr/>
            <p:nvPr/>
          </p:nvSpPr>
          <p:spPr>
            <a:xfrm>
              <a:off x="2000250" y="45434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92" name="VectorPath 192"/>
            <p:cNvSpPr/>
            <p:nvPr/>
          </p:nvSpPr>
          <p:spPr>
            <a:xfrm>
              <a:off x="2000250" y="52959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93" name="TextBox193"/>
          <p:cNvSpPr txBox="1"/>
          <p:nvPr/>
        </p:nvSpPr>
        <p:spPr>
          <a:xfrm>
            <a:off x="2128540" y="4567016"/>
            <a:ext cx="240446" cy="117896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1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94" name="VectorPath 19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5" name="TextBox195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6" name="TextBox19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EB2AF763-44B4-477F-8289-25695358BFAD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VectorPath 19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8" name="FB8328C7-6BB8-4503-1F08-C3259EA21870"/>
          <p:cNvPicPr>
            <a:picLocks noChangeAspect="1"/>
          </p:cNvPicPr>
          <p:nvPr/>
        </p:nvPicPr>
        <p:blipFill>
          <a:blip r:embed="rId2" cstate="print">
            <a:extLst>
              <a:ext uri="{FDDE6B3C-3EEE-4F17-8B78-5A96F23D16A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99" name="66F73589-E241-4E1C-801A-E17B6462F2BD"/>
          <p:cNvPicPr>
            <a:picLocks noChangeAspect="1"/>
          </p:cNvPicPr>
          <p:nvPr/>
        </p:nvPicPr>
        <p:blipFill>
          <a:blip r:embed="rId3" cstate="print">
            <a:extLst>
              <a:ext uri="{641C6BA0-03F7-4BFE-D94E-B7554C3462F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00" name="VectorPath 20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1" name="VectorPath 20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2" name="74212C04-AED4-4FD3-E14A-9EBD09C5138A"/>
          <p:cNvPicPr>
            <a:picLocks noChangeAspect="1"/>
          </p:cNvPicPr>
          <p:nvPr/>
        </p:nvPicPr>
        <p:blipFill>
          <a:blip r:embed="rId4" cstate="print">
            <a:extLst>
              <a:ext uri="{A2DEE3D9-0592-4803-F8EA-13D342B2891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03" name="Combination 203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204" name="VectorPath 204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05" name="VectorPath 205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06" name="VectorPath 206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07" name="VectorPath 207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08" name="TextBox208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09" name="VectorPath 20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0" name="TextBox210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1" name="TextBox21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99309712-8BEC-4B9A-DF44-64B6E732B4B4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VectorPath 21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3" name="1DC3281B-E35F-4AE0-50AC-2718A6AC5C2A"/>
          <p:cNvPicPr>
            <a:picLocks noChangeAspect="1"/>
          </p:cNvPicPr>
          <p:nvPr/>
        </p:nvPicPr>
        <p:blipFill>
          <a:blip r:embed="rId2" cstate="print">
            <a:extLst>
              <a:ext uri="{718B0355-F203-4D5F-DF7D-937D6B1A0B2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4" name="VectorPath 21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5" name="VectorPath 21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6" name="98B5E504-7C2C-4720-A43D-6F48234DB753"/>
          <p:cNvPicPr>
            <a:picLocks noChangeAspect="1"/>
          </p:cNvPicPr>
          <p:nvPr/>
        </p:nvPicPr>
        <p:blipFill>
          <a:blip r:embed="rId3" cstate="print">
            <a:extLst>
              <a:ext uri="{D32B6A51-3DF1-4A53-51E4-6CF3504200F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7" name="VectorPath 21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8" name="TextBox218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9" name="TextBox21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0" name="0CE5FC8C-2258-4BB2-B4DB-BEC8757A5E30"/>
          <p:cNvPicPr>
            <a:picLocks noChangeAspect="1"/>
          </p:cNvPicPr>
          <p:nvPr/>
        </p:nvPicPr>
        <p:blipFill>
          <a:blip r:embed="rId4" cstate="print">
            <a:extLst>
              <a:ext uri="{0246F149-6149-43B6-60CD-B43C9652D04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0A11012-25CE-43ED-84D5-4EB8E715BE26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VectorPath 22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2" name="50FCAF23-87D8-4328-627B-827277C9DD13"/>
          <p:cNvPicPr>
            <a:picLocks noChangeAspect="1"/>
          </p:cNvPicPr>
          <p:nvPr/>
        </p:nvPicPr>
        <p:blipFill>
          <a:blip r:embed="rId2" cstate="print">
            <a:extLst>
              <a:ext uri="{375AB6D7-4747-4A19-0C56-31FFBC7D608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4" name="VectorPath 22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5" name="9A9B63AF-3165-4917-CE9F-CE4F7643150C"/>
          <p:cNvPicPr>
            <a:picLocks noChangeAspect="1"/>
          </p:cNvPicPr>
          <p:nvPr/>
        </p:nvPicPr>
        <p:blipFill>
          <a:blip r:embed="rId3" cstate="print">
            <a:extLst>
              <a:ext uri="{EEEA7AA4-D131-48B2-F95D-9E290FCAD45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6" name="VectorPath 22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7" name="TextBox227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8" name="TextBox22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9" name="9111AEC3-C9BE-4405-4977-E4FFBD0A98B1"/>
          <p:cNvPicPr>
            <a:picLocks noChangeAspect="1"/>
          </p:cNvPicPr>
          <p:nvPr/>
        </p:nvPicPr>
        <p:blipFill>
          <a:blip r:embed="rId4" cstate="print">
            <a:extLst>
              <a:ext uri="{1E1C3676-6599-49A5-216A-07C5D9F2267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92C7D85-A9F7-4CC9-DC1D-25F7530A1CFE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VectorPath 23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1" name="2B5D0B9E-6BA5-496D-B25C-EB664763C11E"/>
          <p:cNvPicPr>
            <a:picLocks noChangeAspect="1"/>
          </p:cNvPicPr>
          <p:nvPr/>
        </p:nvPicPr>
        <p:blipFill>
          <a:blip r:embed="rId2" cstate="print">
            <a:extLst>
              <a:ext uri="{411B57EE-902F-40A3-6D0A-AFAF14A59F3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3" name="VectorPath 23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4" name="86DDB881-150C-46B3-DAB0-9D720B203553"/>
          <p:cNvPicPr>
            <a:picLocks noChangeAspect="1"/>
          </p:cNvPicPr>
          <p:nvPr/>
        </p:nvPicPr>
        <p:blipFill>
          <a:blip r:embed="rId3" cstate="print">
            <a:extLst>
              <a:ext uri="{5731ADC4-B8D9-4C2F-0C08-F88196B5238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5" name="VectorPath 23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6" name="TextBox236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7" name="TextBox23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8" name="10DA42B1-9F6E-42CD-086A-C8D109CF9912"/>
          <p:cNvPicPr>
            <a:picLocks noChangeAspect="1"/>
          </p:cNvPicPr>
          <p:nvPr/>
        </p:nvPicPr>
        <p:blipFill>
          <a:blip r:embed="rId4" cstate="print">
            <a:extLst>
              <a:ext uri="{DF1F4AEE-E632-4B43-8409-F76BA6DFCEC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734EC3A-6197-4E93-0FCA-C602B955F28B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VectorPath 23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0" name="4FE86DAE-2B3F-44D5-BA04-F816BD9851CD"/>
          <p:cNvPicPr>
            <a:picLocks noChangeAspect="1"/>
          </p:cNvPicPr>
          <p:nvPr/>
        </p:nvPicPr>
        <p:blipFill>
          <a:blip r:embed="rId2" cstate="print">
            <a:extLst>
              <a:ext uri="{5A316262-C7FC-4D9A-7687-D96D7F7BEC2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41" name="FB4FAF0D-E5C2-429C-492E-82C092D13A5E"/>
          <p:cNvPicPr>
            <a:picLocks noChangeAspect="1"/>
          </p:cNvPicPr>
          <p:nvPr/>
        </p:nvPicPr>
        <p:blipFill>
          <a:blip r:embed="rId3" cstate="print">
            <a:extLst>
              <a:ext uri="{2C4DAEFE-CE0D-4FB6-73AB-9AF375C57E4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42" name="VectorPath 24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43" name="VectorPath 24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4" name="872C1118-DB60-43B4-5FE8-BBEB9AB67552"/>
          <p:cNvPicPr>
            <a:picLocks noChangeAspect="1"/>
          </p:cNvPicPr>
          <p:nvPr/>
        </p:nvPicPr>
        <p:blipFill>
          <a:blip r:embed="rId4" cstate="print">
            <a:extLst>
              <a:ext uri="{56C34C8F-71F2-4AA2-7485-2FB6FA51418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45" name="Combination 245"/>
          <p:cNvGrpSpPr/>
          <p:nvPr/>
        </p:nvGrpSpPr>
        <p:grpSpPr>
          <a:xfrm>
            <a:off x="2000250" y="4924426"/>
            <a:ext cx="495300" cy="1162050"/>
            <a:chOff x="2000250" y="4924426"/>
            <a:chExt cx="495300" cy="1162050"/>
          </a:xfrm>
        </p:grpSpPr>
        <p:sp>
          <p:nvSpPr>
            <p:cNvPr id="246" name="VectorPath 246"/>
            <p:cNvSpPr/>
            <p:nvPr/>
          </p:nvSpPr>
          <p:spPr>
            <a:xfrm>
              <a:off x="2000250" y="49244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47" name="VectorPath 247"/>
            <p:cNvSpPr/>
            <p:nvPr/>
          </p:nvSpPr>
          <p:spPr>
            <a:xfrm>
              <a:off x="2000250" y="55911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48" name="TextBox248"/>
          <p:cNvSpPr txBox="1"/>
          <p:nvPr/>
        </p:nvSpPr>
        <p:spPr>
          <a:xfrm>
            <a:off x="2128540" y="4948016"/>
            <a:ext cx="240446" cy="10837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1512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249" name="VectorPath 24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0" name="TextBox250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1" name="TextBox25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C0338990-A87C-4D4F-FE62-44792154530A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VectorPath 25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53" name="E0839901-FF9F-4151-79F3-1068EF00C5C6"/>
          <p:cNvPicPr>
            <a:picLocks noChangeAspect="1"/>
          </p:cNvPicPr>
          <p:nvPr/>
        </p:nvPicPr>
        <p:blipFill>
          <a:blip r:embed="rId2" cstate="print">
            <a:extLst>
              <a:ext uri="{0BBE6C98-72B3-4AA7-F67A-40E0D9DA947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54" name="VectorPath 25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55" name="VectorPath 25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56" name="02B50E4B-6F1F-4995-D591-D71D2FD73E64"/>
          <p:cNvPicPr>
            <a:picLocks noChangeAspect="1"/>
          </p:cNvPicPr>
          <p:nvPr/>
        </p:nvPicPr>
        <p:blipFill>
          <a:blip r:embed="rId3" cstate="print">
            <a:extLst>
              <a:ext uri="{49AB83B3-28E5-4AB1-598C-3FF4892C0C3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7" name="VectorPath 25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8" name="TextBox258"/>
          <p:cNvSpPr txBox="1"/>
          <p:nvPr/>
        </p:nvSpPr>
        <p:spPr>
          <a:xfrm>
            <a:off x="946547" y="7229071"/>
            <a:ext cx="1652154" cy="200132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25000"/>
              </a:lnSpc>
            </a:pP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1050" kern="0" spc="-3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⼆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元关系与函数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9" name="TextBox25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0" name="8D1073BB-A6C3-46CE-AEF6-FC961E3C672D"/>
          <p:cNvPicPr>
            <a:picLocks noChangeAspect="1"/>
          </p:cNvPicPr>
          <p:nvPr/>
        </p:nvPicPr>
        <p:blipFill>
          <a:blip r:embed="rId4" cstate="print">
            <a:extLst>
              <a:ext uri="{A9A5F663-CDD7-4113-335F-6580F30BE32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DFA2DCA-6536-41F7-0FF1-83BA45E48D07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890A5695-2737-40A9-AD90-63EF75CA900D}"/>
  </a:extLst>
</a:theme>
</file>