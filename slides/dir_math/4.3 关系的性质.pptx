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47.png" ContentType="image/png"/>
  <Override PartName="/ppt/media/image48.png" ContentType="image/png"/>
  <Override PartName="/ppt/media/image49.png" ContentType="image/png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media/image50.png" ContentType="image/png"/>
  <Override PartName="/ppt/media/image51.png" ContentType="image/png"/>
  <Override PartName="/ppt/media/image52.png" ContentType="image/png"/>
  <Override PartName="/ppt/media/image53.png" ContentType="image/png"/>
  <Override PartName="/ppt/presProps.xml" ContentType="application/vnd.openxmlformats-officedocument.presentationml.presProps+xml"/>
  <Override PartName="/ppt/media/image54.png" ContentType="image/png"/>
  <Override PartName="/ppt/media/image10.png" ContentType="image/png"/>
  <Override PartName="/ppt/media/image55.png" ContentType="image/png"/>
  <Override PartName="/ppt/theme/theme1.xml" ContentType="application/vnd.openxmlformats-officedocument.theme+xml"/>
  <Override PartName="/ppt/media/image11.png" ContentType="image/png"/>
  <Override PartName="/ppt/media/image56.png" ContentType="image/png"/>
  <Override PartName="/ppt/media/image12.png" ContentType="image/png"/>
  <Override PartName="/ppt/media/image57.png" ContentType="image/png"/>
  <Override PartName="/ppt/media/image13.png" ContentType="image/png"/>
  <Override PartName="/ppt/media/image58.png" ContentType="image/png"/>
  <Override PartName="/ppt/media/image14.png" ContentType="image/png"/>
  <Override PartName="/ppt/media/image59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presentation.xml" ContentType="application/vnd.openxmlformats-officedocument.presentationml.presentation.main+xml"/>
  <Override PartName="/ppt/media/image60.png" ContentType="image/png"/>
  <Override PartName="/ppt/media/image61.png" ContentType="image/png"/>
  <Override PartName="/ppt/media/image62.png" ContentType="image/png"/>
  <Override PartName="/ppt/media/image63.png" ContentType="image/png"/>
  <Override PartName="/ppt/media/image64.png" ContentType="image/png"/>
  <Override PartName="/ppt/media/image20.png" ContentType="image/png"/>
  <Override PartName="/ppt/media/image65.png" ContentType="image/png"/>
  <Override PartName="/ppt/media/image21.png" ContentType="image/png"/>
  <Override PartName="/ppt/media/image66.png" ContentType="image/png"/>
  <Override PartName="/ppt/media/image22.png" ContentType="image/png"/>
  <Override PartName="/ppt/media/image67.png" ContentType="image/png"/>
  <Override PartName="/ppt/media/image23.png" ContentType="image/png"/>
  <Override PartName="/ppt/media/image68.png" ContentType="image/png"/>
  <Override PartName="/ppt/media/image24.png" ContentType="image/png"/>
  <Override PartName="/ppt/media/image69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28.png" ContentType="image/png"/>
  <Override PartName="/ppt/media/image29.png" ContentType="image/png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media/image70.png" ContentType="image/png"/>
  <Override PartName="/ppt/media/image71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3.png" ContentType="image/png"/>
  <Override PartName="/ppt/media/image34.png" ContentType="image/png"/>
  <Override PartName="/ppt/media/image35.png" ContentType="image/png"/>
  <Override PartName="/ppt/media/image36.png" ContentType="image/png"/>
  <Override PartName="/ppt/media/image37.png" ContentType="image/png"/>
  <Override PartName="/ppt/media/image0.png" ContentType="image/png"/>
  <Override PartName="/ppt/media/image38.png" ContentType="image/png"/>
  <Override PartName="/ppt/media/image1.png" ContentType="image/png"/>
  <Override PartName="/ppt/media/image39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media/image8.png" ContentType="image/png"/>
  <Override PartName="/ppt/slides/slide2.xml" ContentType="application/vnd.openxmlformats-officedocument.presentationml.slide+xml"/>
  <Override PartName="/ppt/slideLayouts/slideLayout2.xml" ContentType="application/vnd.openxmlformats-officedocument.presentationml.slideLayout+xml"/>
  <Override PartName="/ppt/media/image9.png" ContentType="image/p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media/image40.png" ContentType="image/png"/>
  <Override PartName="/ppt/slides/slide18.xml" ContentType="application/vnd.openxmlformats-officedocument.presentationml.slide+xml"/>
  <Override PartName="/ppt/media/image41.png" ContentType="image/png"/>
  <Override PartName="/ppt/slides/slide19.xml" ContentType="application/vnd.openxmlformats-officedocument.presentationml.slide+xml"/>
  <Override PartName="/ppt/media/image42.png" ContentType="image/png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0692384" cy="7555992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extLst>
    <p:ext uri="{88573FC5-F2D1-434D-321E-0A4A8F82B30B}"/>
    <p:ext uri="{43F70BA2-FC5F-4A41-03B7-EF9131371A22}"/>
    <p:ext uri="{81A4BFF6-C541-43FC-A86F-7F7C2C247D7D}"/>
  </p:extLst>
</p:presentationPr>
</file>

<file path=ppt/tableStyles.xml><?xml version="1.0" encoding="utf-8"?>
<a:tblStyleLst xmlns:a="http://schemas.openxmlformats.org/drawingml/2006/main" def="{E534A5FF-5DBF-4FD0-DF8A-7FC5879108B0}"/>
</file>

<file path=ppt/viewProps.xml><?xml version="1.0" encoding="utf-8"?>
<p:viewPr xmlns:p="http://schemas.openxmlformats.org/presentationml/2006/main" xmlns:a="http://schemas.openxmlformats.org/drawingml/2006/main" xmlns:r="http://schemas.openxmlformats.org/officeDocument/2006/relationships">
  <p:normalViewPr horzBarState="maximized">
    <p:restoredLeft sz="15011" autoAdjust="0"/>
    <p:restoredTop sz="94660"/>
  </p:normalViewPr>
  <p:slideViewPr>
    <p:cSldViewPr snapToGrid="0">
      <p:cViewPr varScale="1">
        <p:scale>
          <a:sx n="59" d="100"/>
          <a:sy n="59" d="100"/>
        </p:scale>
        <p:origin x="132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theme" Target="theme/them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67903-895E-407A-C570-753F0F7411AD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8BEF6-EBB2-4982-B8D7-171A16C698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3F1F8EE9-D65C-405D-9E3D-725CD5655BDD}"/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9788A-899E-4077-78D4-FAA82F37FF03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769A6-2C0B-4E9E-2E53-9ABDB73B39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A013F13-7AF7-44CF-9056-2957AB95E5B1}"/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C9725-EB1D-49E5-74B2-E0FCD60EFDC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DA5349-E5A2-4995-78F1-5095913CA1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2E5A8940-9F2D-4518-E80E-7442011D33F9}"/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A7AC3-4813-490F-DCFB-07FCF86A2676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4D7C25-6ED2-4509-CD54-FE12725A52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346978A-12AD-4569-503A-E51F13580463}"/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58754-7C78-49D8-86F0-92E96D249C3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AB7247-21E6-404C-51CF-277B55D8F8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2D75AEC-77D6-4077-077D-422D468CF2A8}"/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r="http://schemas.openxmlformats.org/officeDocument/2006/relationships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85BD-8F9C-4638-AE02-6EAC4A85988C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250203-2326-4384-80CB-32C5D3D461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5CA5CFFB-0DF7-46F8-2AFF-E7A3098C6286}"/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4B9138-B222-4036-C257-6D2A265EE084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C388-B79B-45BC-909B-04B711EC18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D20A4364-A40A-43BD-B091-338BC6853A79}"/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r="http://schemas.openxmlformats.org/officeDocument/2006/relationships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DE4C2-CEBF-4EB3-1B86-78B68E5F7E49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7C8B1-08C0-425D-9310-87928233B84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88F7B5DB-AF90-45B6-535B-7EF243DDF007}"/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r="http://schemas.openxmlformats.org/officeDocument/2006/relationships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F84A1-D2F7-4A3A-7BAC-8D7119A74EA7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30D61-F17B-49EA-3FD8-45EB1CFCA6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4470E3D9-C4B9-48EE-C922-0BBC2F95E20C}"/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r="http://schemas.openxmlformats.org/officeDocument/2006/relationships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C85D0-363A-4BB9-3BF7-430C8A842DD5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20D5D7-2429-402C-63A6-9E15A8C6A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A5E3A25A-B139-4949-73BD-E7BFA0A27A79}"/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r="http://schemas.openxmlformats.org/officeDocument/2006/relationships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7EEB0-ED30-42E7-1304-CB54F0D7FAE8}" type="datetimeFigureOut">
              <a:rPr lang="zh-CN" altLang="en-US" smtClean="0"/>
              <a:t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9A6F73-120B-4AA3-DB95-C1914CA9C0E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7969D4A1-8061-462E-370F-A1CFADF47F61}"/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5F1986-5BF1-4CE0-A446-05F6C85E2ACF}" type="datetimeFigureOut">
              <a:rPr lang="zh-CN" altLang="en-US" smtClean="0"/>
              <a:t>2016/6/19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42454C-D78E-4FCD-583B-85F1D00E678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2860CD2-F0B0-4288-7F51-7702B8E29DBD}"/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0.png"/><Relationship Id="rId3" Type="http://schemas.openxmlformats.org/officeDocument/2006/relationships/image" Target="/ppt/media/image1.png"/><Relationship Id="rId4" Type="http://schemas.openxmlformats.org/officeDocument/2006/relationships/image" Target="/ppt/media/image2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.png"/><Relationship Id="rId3" Type="http://schemas.openxmlformats.org/officeDocument/2006/relationships/image" Target="/ppt/media/image4.png"/><Relationship Id="rId4" Type="http://schemas.openxmlformats.org/officeDocument/2006/relationships/image" Target="/ppt/media/image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.png"/><Relationship Id="rId3" Type="http://schemas.openxmlformats.org/officeDocument/2006/relationships/image" Target="/ppt/media/image7.png"/><Relationship Id="rId4" Type="http://schemas.openxmlformats.org/officeDocument/2006/relationships/image" Target="/ppt/media/image8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9.png"/><Relationship Id="rId3" Type="http://schemas.openxmlformats.org/officeDocument/2006/relationships/image" Target="/ppt/media/image10.png"/><Relationship Id="rId4" Type="http://schemas.openxmlformats.org/officeDocument/2006/relationships/image" Target="/ppt/media/image11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2.png"/><Relationship Id="rId3" Type="http://schemas.openxmlformats.org/officeDocument/2006/relationships/image" Target="/ppt/media/image13.png"/><Relationship Id="rId4" Type="http://schemas.openxmlformats.org/officeDocument/2006/relationships/image" Target="/ppt/media/image14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5.png"/><Relationship Id="rId3" Type="http://schemas.openxmlformats.org/officeDocument/2006/relationships/image" Target="/ppt/media/image16.png"/><Relationship Id="rId4" Type="http://schemas.openxmlformats.org/officeDocument/2006/relationships/image" Target="/ppt/media/image1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18.png"/><Relationship Id="rId3" Type="http://schemas.openxmlformats.org/officeDocument/2006/relationships/image" Target="/ppt/media/image19.png"/><Relationship Id="rId4" Type="http://schemas.openxmlformats.org/officeDocument/2006/relationships/image" Target="/ppt/media/image20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1.png"/><Relationship Id="rId3" Type="http://schemas.openxmlformats.org/officeDocument/2006/relationships/image" Target="/ppt/media/image22.png"/><Relationship Id="rId4" Type="http://schemas.openxmlformats.org/officeDocument/2006/relationships/image" Target="/ppt/media/image23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4.png"/><Relationship Id="rId3" Type="http://schemas.openxmlformats.org/officeDocument/2006/relationships/image" Target="/ppt/media/image25.png"/><Relationship Id="rId4" Type="http://schemas.openxmlformats.org/officeDocument/2006/relationships/image" Target="/ppt/media/image26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27.png"/><Relationship Id="rId3" Type="http://schemas.openxmlformats.org/officeDocument/2006/relationships/image" Target="/ppt/media/image28.png"/><Relationship Id="rId4" Type="http://schemas.openxmlformats.org/officeDocument/2006/relationships/image" Target="/ppt/media/image29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0.png"/><Relationship Id="rId3" Type="http://schemas.openxmlformats.org/officeDocument/2006/relationships/image" Target="/ppt/media/image31.png"/><Relationship Id="rId4" Type="http://schemas.openxmlformats.org/officeDocument/2006/relationships/image" Target="/ppt/media/image32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3.png"/><Relationship Id="rId3" Type="http://schemas.openxmlformats.org/officeDocument/2006/relationships/image" Target="/ppt/media/image34.png"/><Relationship Id="rId4" Type="http://schemas.openxmlformats.org/officeDocument/2006/relationships/image" Target="/ppt/media/image35.png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6.png"/><Relationship Id="rId3" Type="http://schemas.openxmlformats.org/officeDocument/2006/relationships/image" Target="/ppt/media/image37.png"/><Relationship Id="rId4" Type="http://schemas.openxmlformats.org/officeDocument/2006/relationships/image" Target="/ppt/media/image38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39.png"/><Relationship Id="rId3" Type="http://schemas.openxmlformats.org/officeDocument/2006/relationships/image" Target="/ppt/media/image40.png"/><Relationship Id="rId4" Type="http://schemas.openxmlformats.org/officeDocument/2006/relationships/image" Target="/ppt/media/image41.png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2.png"/><Relationship Id="rId3" Type="http://schemas.openxmlformats.org/officeDocument/2006/relationships/image" Target="/ppt/media/image43.png"/><Relationship Id="rId4" Type="http://schemas.openxmlformats.org/officeDocument/2006/relationships/image" Target="/ppt/media/image44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5.png"/><Relationship Id="rId3" Type="http://schemas.openxmlformats.org/officeDocument/2006/relationships/image" Target="/ppt/media/image46.png"/><Relationship Id="rId4" Type="http://schemas.openxmlformats.org/officeDocument/2006/relationships/image" Target="/ppt/media/image47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48.png"/><Relationship Id="rId3" Type="http://schemas.openxmlformats.org/officeDocument/2006/relationships/image" Target="/ppt/media/image49.png"/><Relationship Id="rId4" Type="http://schemas.openxmlformats.org/officeDocument/2006/relationships/image" Target="/ppt/media/image50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1.png"/><Relationship Id="rId3" Type="http://schemas.openxmlformats.org/officeDocument/2006/relationships/image" Target="/ppt/media/image52.png"/><Relationship Id="rId4" Type="http://schemas.openxmlformats.org/officeDocument/2006/relationships/image" Target="/ppt/media/image53.png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4.png"/><Relationship Id="rId3" Type="http://schemas.openxmlformats.org/officeDocument/2006/relationships/image" Target="/ppt/media/image55.png"/><Relationship Id="rId4" Type="http://schemas.openxmlformats.org/officeDocument/2006/relationships/image" Target="/ppt/media/image56.png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57.png"/><Relationship Id="rId3" Type="http://schemas.openxmlformats.org/officeDocument/2006/relationships/image" Target="/ppt/media/image58.png"/><Relationship Id="rId4" Type="http://schemas.openxmlformats.org/officeDocument/2006/relationships/image" Target="/ppt/media/image59.png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0.png"/><Relationship Id="rId3" Type="http://schemas.openxmlformats.org/officeDocument/2006/relationships/image" Target="/ppt/media/image61.png"/><Relationship Id="rId4" Type="http://schemas.openxmlformats.org/officeDocument/2006/relationships/image" Target="/ppt/media/image62.png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3.png"/><Relationship Id="rId3" Type="http://schemas.openxmlformats.org/officeDocument/2006/relationships/image" Target="/ppt/media/image64.png"/><Relationship Id="rId4" Type="http://schemas.openxmlformats.org/officeDocument/2006/relationships/image" Target="/ppt/media/image65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6.png"/><Relationship Id="rId3" Type="http://schemas.openxmlformats.org/officeDocument/2006/relationships/image" Target="/ppt/media/image67.png"/><Relationship Id="rId4" Type="http://schemas.openxmlformats.org/officeDocument/2006/relationships/image" Target="/ppt/media/image68.png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/ppt/media/image69.png"/><Relationship Id="rId3" Type="http://schemas.openxmlformats.org/officeDocument/2006/relationships/image" Target="/ppt/media/image70.png"/><Relationship Id="rId4" Type="http://schemas.openxmlformats.org/officeDocument/2006/relationships/image" Target="/ppt/media/image71.png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19711336-8F9F-4EF9-AF4A-29560A7C5E7F}"/>
    </p:extLst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ctorPath 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" name="879AA967-4E7A-4D21-44AC-171793B1195F"/>
          <p:cNvPicPr>
            <a:picLocks noChangeAspect="1"/>
          </p:cNvPicPr>
          <p:nvPr/>
        </p:nvPicPr>
        <p:blipFill>
          <a:blip r:embed="rId2" cstate="print">
            <a:extLst>
              <a:ext uri="{0745B4F8-6D31-46DE-C87C-8856264C3EF4}"/>
            </a:extLst>
          </a:blip>
          <a:srcRect r="39" t="90"/>
          <a:stretch/>
        </p:blipFill>
        <p:spPr>
          <a:xfrm>
            <a:off x="0" y="0"/>
            <a:ext cx="10692384" cy="7555992"/>
          </a:xfrm>
          <a:prstGeom prst="rect">
            <a:avLst/>
          </a:prstGeom>
        </p:spPr>
      </p:pic>
      <p:pic>
        <p:nvPicPr>
          <p:cNvPr id="4" name="F86EF263-6C78-4206-7E3B-074B53302DB1"/>
          <p:cNvPicPr>
            <a:picLocks noChangeAspect="1"/>
          </p:cNvPicPr>
          <p:nvPr/>
        </p:nvPicPr>
        <p:blipFill>
          <a:blip r:embed="rId3" cstate="print">
            <a:extLst>
              <a:ext uri="{46B0CA55-783C-4FB5-0E38-23AE34DBCE0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5" name="VectorPath 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" name="VectorPath 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" name="C7EAD061-3BFF-4E89-10FF-FD45B8DA3ADC"/>
          <p:cNvPicPr>
            <a:picLocks noChangeAspect="1"/>
          </p:cNvPicPr>
          <p:nvPr/>
        </p:nvPicPr>
        <p:blipFill>
          <a:blip r:embed="rId4" cstate="print">
            <a:extLst>
              <a:ext uri="{319CD95C-8622-4242-D271-B4348C258D8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" name="VectorPath 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" name="TextBox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0" name="TextBox10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BC2B74B5-1AEB-4890-671B-AF43A5B9E887}"/>
    </p:extLst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VectorPath 1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" name="66CE65C9-9406-4497-EAB8-106B1660C5D7"/>
          <p:cNvPicPr>
            <a:picLocks noChangeAspect="1"/>
          </p:cNvPicPr>
          <p:nvPr/>
        </p:nvPicPr>
        <p:blipFill>
          <a:blip r:embed="rId2" cstate="print">
            <a:extLst>
              <a:ext uri="{1D78A29B-2DBC-4442-4FB0-EF16E918D17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" name="VectorPath 1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" name="VectorPath 1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" name="FEF1939A-FFDC-4CED-7977-62FA24146DEC"/>
          <p:cNvPicPr>
            <a:picLocks noChangeAspect="1"/>
          </p:cNvPicPr>
          <p:nvPr/>
        </p:nvPicPr>
        <p:blipFill>
          <a:blip r:embed="rId3" cstate="print">
            <a:extLst>
              <a:ext uri="{95B8E712-5A95-4DD0-46A0-FE3197ADF949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6" name="VectorPath 16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" name="TextBox17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" name="TextBox18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9" name="10C4A6C8-DFC8-4BD2-5CD6-A2744DF0B268"/>
          <p:cNvPicPr>
            <a:picLocks noChangeAspect="1"/>
          </p:cNvPicPr>
          <p:nvPr/>
        </p:nvPicPr>
        <p:blipFill>
          <a:blip r:embed="rId4" cstate="print">
            <a:extLst>
              <a:ext uri="{BCD0698E-1A98-4225-B6B8-9016BB53FB7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1278891-DF89-42AB-AE4A-2F6487028B83}"/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ectorPath 2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" name="51CAE3D8-5518-418C-F817-F97426B20DD9"/>
          <p:cNvPicPr>
            <a:picLocks noChangeAspect="1"/>
          </p:cNvPicPr>
          <p:nvPr/>
        </p:nvPicPr>
        <p:blipFill>
          <a:blip r:embed="rId2" cstate="print">
            <a:extLst>
              <a:ext uri="{6CD5649A-F50D-461A-C8C6-5A96AC8D3B0F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" name="VectorPath 22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" name="VectorPath 23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" name="289DFFEA-C3B1-431C-DD5E-86D512EDA366"/>
          <p:cNvPicPr>
            <a:picLocks noChangeAspect="1"/>
          </p:cNvPicPr>
          <p:nvPr/>
        </p:nvPicPr>
        <p:blipFill>
          <a:blip r:embed="rId3" cstate="print">
            <a:extLst>
              <a:ext uri="{5E8327B9-A845-4740-0342-C0FA71D35584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5" name="VectorPath 2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6" name="TextBox26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7" name="TextBox27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3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8" name="AC84D9EC-A6CD-477E-C4DF-877D8F646B2C"/>
          <p:cNvPicPr>
            <a:picLocks noChangeAspect="1"/>
          </p:cNvPicPr>
          <p:nvPr/>
        </p:nvPicPr>
        <p:blipFill>
          <a:blip r:embed="rId4" cstate="print">
            <a:extLst>
              <a:ext uri="{C51756F5-5A0B-412D-D175-99651D046CB1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2006D77C-F180-40B4-330A-6C55CBFF120B}"/>
    </p:extLst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VectorPath 29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0" name="AD2CCA87-D61B-42A6-CCC6-1CC226F73955"/>
          <p:cNvPicPr>
            <a:picLocks noChangeAspect="1"/>
          </p:cNvPicPr>
          <p:nvPr/>
        </p:nvPicPr>
        <p:blipFill>
          <a:blip r:embed="rId2" cstate="print">
            <a:extLst>
              <a:ext uri="{D525C2AE-7BC0-40F0-FD54-FDA82D5A3DC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31" name="VectorPath 31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32" name="VectorPath 32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33" name="9F84C3D8-18C9-40FD-912F-01181856F0EF"/>
          <p:cNvPicPr>
            <a:picLocks noChangeAspect="1"/>
          </p:cNvPicPr>
          <p:nvPr/>
        </p:nvPicPr>
        <p:blipFill>
          <a:blip r:embed="rId3" cstate="print">
            <a:extLst>
              <a:ext uri="{B4CB4278-4886-4999-17B7-E72FAAB9AA2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34" name="VectorPath 34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35" name="TextBox35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36" name="TextBox36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37" name="C6CE23B6-C232-46FB-7F05-9CA9DB8512DB"/>
          <p:cNvPicPr>
            <a:picLocks noChangeAspect="1"/>
          </p:cNvPicPr>
          <p:nvPr/>
        </p:nvPicPr>
        <p:blipFill>
          <a:blip r:embed="rId4" cstate="print">
            <a:extLst>
              <a:ext uri="{DCA89CCC-C7C3-4AA5-C58C-F61A0E2F9313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000CE27-C60D-4FD4-E1B3-120B0256E8D4}"/>
    </p:extLst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VectorPath 3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39" name="2257B50B-E608-4BD1-06FD-319F008165F5"/>
          <p:cNvPicPr>
            <a:picLocks noChangeAspect="1"/>
          </p:cNvPicPr>
          <p:nvPr/>
        </p:nvPicPr>
        <p:blipFill>
          <a:blip r:embed="rId2" cstate="print">
            <a:extLst>
              <a:ext uri="{4F9CB50B-7AB2-4718-6FD4-738DA741404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0" name="VectorPath 4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41" name="VectorPath 4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42" name="C2D560C0-D7EA-440E-6FDB-CF4B9F0C3A60"/>
          <p:cNvPicPr>
            <a:picLocks noChangeAspect="1"/>
          </p:cNvPicPr>
          <p:nvPr/>
        </p:nvPicPr>
        <p:blipFill>
          <a:blip r:embed="rId3" cstate="print">
            <a:extLst>
              <a:ext uri="{A543C489-3A84-48A1-5AE8-8BC95AF8A23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43" name="VectorPath 4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44" name="TextBox44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45" name="TextBox45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5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46" name="F337E981-9FBF-4C8F-616D-C31A2F494C37"/>
          <p:cNvPicPr>
            <a:picLocks noChangeAspect="1"/>
          </p:cNvPicPr>
          <p:nvPr/>
        </p:nvPicPr>
        <p:blipFill>
          <a:blip r:embed="rId4" cstate="print">
            <a:extLst>
              <a:ext uri="{09DB90C6-BAE1-411C-C910-F6EC8FB6BBA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0144536-4D8C-4A6F-ACE5-E2BD35F8D2CC}"/>
    </p:extLst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VectorPath 4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48" name="F2D62E40-DEBB-45E8-C281-69DEFE8E21DC"/>
          <p:cNvPicPr>
            <a:picLocks noChangeAspect="1"/>
          </p:cNvPicPr>
          <p:nvPr/>
        </p:nvPicPr>
        <p:blipFill>
          <a:blip r:embed="rId2" cstate="print">
            <a:extLst>
              <a:ext uri="{17485E79-C896-4306-B0F9-A0AEEE78268C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49" name="VectorPath 4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0" name="VectorPath 5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51" name="2D973AC0-F592-4582-ABB3-8D4F8DBF388D"/>
          <p:cNvPicPr>
            <a:picLocks noChangeAspect="1"/>
          </p:cNvPicPr>
          <p:nvPr/>
        </p:nvPicPr>
        <p:blipFill>
          <a:blip r:embed="rId3" cstate="print">
            <a:extLst>
              <a:ext uri="{28EFB535-71B9-475A-739A-74946B63A19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52" name="VectorPath 5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53" name="TextBox53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54" name="TextBox54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6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55" name="41640B44-B763-4CB4-F74D-D76683E7BB2E"/>
          <p:cNvPicPr>
            <a:picLocks noChangeAspect="1"/>
          </p:cNvPicPr>
          <p:nvPr/>
        </p:nvPicPr>
        <p:blipFill>
          <a:blip r:embed="rId4" cstate="print">
            <a:extLst>
              <a:ext uri="{367F471E-0968-4E4E-5539-BDFC36766D1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D516633D-DFD9-4E79-F4B4-2F0943C0FFF8}"/>
    </p:extLst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VectorPath 5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57" name="8AC702FE-86EA-4385-8349-10AC0C127F5A"/>
          <p:cNvPicPr>
            <a:picLocks noChangeAspect="1"/>
          </p:cNvPicPr>
          <p:nvPr/>
        </p:nvPicPr>
        <p:blipFill>
          <a:blip r:embed="rId2" cstate="print">
            <a:extLst>
              <a:ext uri="{BADD7A1B-77D0-48EC-36D7-5B15B8AD733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58" name="VectorPath 5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59" name="VectorPath 5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0" name="8E796662-CE8D-4EAC-B2E2-A63EEC873D94"/>
          <p:cNvPicPr>
            <a:picLocks noChangeAspect="1"/>
          </p:cNvPicPr>
          <p:nvPr/>
        </p:nvPicPr>
        <p:blipFill>
          <a:blip r:embed="rId3" cstate="print">
            <a:extLst>
              <a:ext uri="{9E84A0B8-E9BA-4E4F-A284-BFA365FCAF2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61" name="VectorPath 6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62" name="TextBox62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63" name="TextBox63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7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64" name="2B6F2EC5-AB22-4EE7-9014-587CA9BB93A6"/>
          <p:cNvPicPr>
            <a:picLocks noChangeAspect="1"/>
          </p:cNvPicPr>
          <p:nvPr/>
        </p:nvPicPr>
        <p:blipFill>
          <a:blip r:embed="rId4" cstate="print">
            <a:extLst>
              <a:ext uri="{EA653C80-B6A6-4B66-882B-94C2FA76BF9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F075EE9-27A5-4615-E879-AEA1C34F163B}"/>
    </p:extLst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VectorPath 6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66" name="5644C385-C871-4D70-84BC-5E26501F84E6"/>
          <p:cNvPicPr>
            <a:picLocks noChangeAspect="1"/>
          </p:cNvPicPr>
          <p:nvPr/>
        </p:nvPicPr>
        <p:blipFill>
          <a:blip r:embed="rId2" cstate="print">
            <a:extLst>
              <a:ext uri="{D34387E3-6449-407B-57C8-D6196210D07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67" name="VectorPath 6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68" name="VectorPath 6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69" name="967251C5-2DF7-42AD-E4FE-7E631736846A"/>
          <p:cNvPicPr>
            <a:picLocks noChangeAspect="1"/>
          </p:cNvPicPr>
          <p:nvPr/>
        </p:nvPicPr>
        <p:blipFill>
          <a:blip r:embed="rId3" cstate="print">
            <a:extLst>
              <a:ext uri="{8EE612C5-B628-4735-C0CF-6BFB5C9CBEF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0" name="VectorPath 7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71" name="TextBox71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72" name="TextBox72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8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73" name="5B951338-1544-4DCC-5E07-10E7B0F497A0"/>
          <p:cNvPicPr>
            <a:picLocks noChangeAspect="1"/>
          </p:cNvPicPr>
          <p:nvPr/>
        </p:nvPicPr>
        <p:blipFill>
          <a:blip r:embed="rId4" cstate="print">
            <a:extLst>
              <a:ext uri="{3D029D7A-B264-465F-E7D1-71AF6B61C287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175A5279-13F6-46A8-FA7E-7B4012F90107}"/>
    </p:extLst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VectorPath 7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75" name="9A12AC3A-60A7-42D9-BB41-59268C5BC7B5"/>
          <p:cNvPicPr>
            <a:picLocks noChangeAspect="1"/>
          </p:cNvPicPr>
          <p:nvPr/>
        </p:nvPicPr>
        <p:blipFill>
          <a:blip r:embed="rId2" cstate="print">
            <a:extLst>
              <a:ext uri="{D64F9EC1-33AD-4465-64CD-B552AEBD0545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76" name="VectorPath 7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77" name="VectorPath 7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78" name="9BAD657A-4ED7-4AC6-CA28-67AC4A48EFB5"/>
          <p:cNvPicPr>
            <a:picLocks noChangeAspect="1"/>
          </p:cNvPicPr>
          <p:nvPr/>
        </p:nvPicPr>
        <p:blipFill>
          <a:blip r:embed="rId3" cstate="print">
            <a:extLst>
              <a:ext uri="{810BF1E8-74F7-4BDA-F74D-A37D7666010F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79" name="VectorPath 7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0" name="TextBox80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81" name="TextBox81"/>
          <p:cNvSpPr txBox="1"/>
          <p:nvPr/>
        </p:nvSpPr>
        <p:spPr>
          <a:xfrm>
            <a:off x="5109568" y="7231956"/>
            <a:ext cx="476766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48" marR="0" indent="-69948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9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82" name="B4D453A0-FAAA-43F6-0BF2-2D9382196330"/>
          <p:cNvPicPr>
            <a:picLocks noChangeAspect="1"/>
          </p:cNvPicPr>
          <p:nvPr/>
        </p:nvPicPr>
        <p:blipFill>
          <a:blip r:embed="rId4" cstate="print">
            <a:extLst>
              <a:ext uri="{D38D7668-495F-42DE-3364-A3CC8904C2A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6BA761F-C1F9-4E9D-617D-7AB2CC7F02F7}"/>
    </p:extLst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VectorPath 8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84" name="9A734D78-0038-4193-0A8B-B43FE805279A"/>
          <p:cNvPicPr>
            <a:picLocks noChangeAspect="1"/>
          </p:cNvPicPr>
          <p:nvPr/>
        </p:nvPicPr>
        <p:blipFill>
          <a:blip r:embed="rId2" cstate="print">
            <a:extLst>
              <a:ext uri="{17CA90BF-7DBA-4508-B1E0-AEC7D2895BF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85" name="VectorPath 8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86" name="VectorPath 8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87" name="7855B269-DC0D-4B85-E695-534244AA5D15"/>
          <p:cNvPicPr>
            <a:picLocks noChangeAspect="1"/>
          </p:cNvPicPr>
          <p:nvPr/>
        </p:nvPicPr>
        <p:blipFill>
          <a:blip r:embed="rId3" cstate="print">
            <a:extLst>
              <a:ext uri="{7B4A0185-94AF-43F5-5379-334D30CBBAB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88" name="VectorPath 8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89" name="TextBox8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0" name="TextBox9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91" name="093D66E9-DD64-4D36-4270-824F4926A17A"/>
          <p:cNvPicPr>
            <a:picLocks noChangeAspect="1"/>
          </p:cNvPicPr>
          <p:nvPr/>
        </p:nvPicPr>
        <p:blipFill>
          <a:blip r:embed="rId4" cstate="print">
            <a:extLst>
              <a:ext uri="{FF48E068-9384-4A28-FCBB-95A937F9CE9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7FF27D9A-8FAF-4FBE-243C-F538192654A7}"/>
    </p:extLst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VectorPath 9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93" name="7A3060B6-DBA5-440D-1DDC-1DA16EFF21AD"/>
          <p:cNvPicPr>
            <a:picLocks noChangeAspect="1"/>
          </p:cNvPicPr>
          <p:nvPr/>
        </p:nvPicPr>
        <p:blipFill>
          <a:blip r:embed="rId2" cstate="print">
            <a:extLst>
              <a:ext uri="{87F06346-21B9-44BE-08F2-E516D307EB3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94" name="VectorPath 9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95" name="VectorPath 9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96" name="8CE6D3E9-6569-428A-BA71-92D6B57BF218"/>
          <p:cNvPicPr>
            <a:picLocks noChangeAspect="1"/>
          </p:cNvPicPr>
          <p:nvPr/>
        </p:nvPicPr>
        <p:blipFill>
          <a:blip r:embed="rId3" cstate="print">
            <a:extLst>
              <a:ext uri="{95208266-36DA-4067-B9CE-82BE7992794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97" name="VectorPath 9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98" name="TextBox98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99" name="TextBox99"/>
          <p:cNvSpPr txBox="1"/>
          <p:nvPr/>
        </p:nvSpPr>
        <p:spPr>
          <a:xfrm>
            <a:off x="5082034" y="7231956"/>
            <a:ext cx="531835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11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40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65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00" name="C451BF60-9ACF-45D3-5108-513EC4C32A7A"/>
          <p:cNvPicPr>
            <a:picLocks noChangeAspect="1"/>
          </p:cNvPicPr>
          <p:nvPr/>
        </p:nvPicPr>
        <p:blipFill>
          <a:blip r:embed="rId4" cstate="print">
            <a:extLst>
              <a:ext uri="{9773EFD8-AD9D-4B11-2323-CC7E90D3A45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9D8625AD-09A4-47A5-FF7F-0F6BFAC774C6}"/>
    </p:extLst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VectorPath 10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02" name="F12BC52C-D1E7-4F7C-C818-F962A5DCB33E"/>
          <p:cNvPicPr>
            <a:picLocks noChangeAspect="1"/>
          </p:cNvPicPr>
          <p:nvPr/>
        </p:nvPicPr>
        <p:blipFill>
          <a:blip r:embed="rId2" cstate="print">
            <a:extLst>
              <a:ext uri="{83D9442F-7DB1-4F97-FD83-5018EE43D85E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03" name="F5CA267A-2DFE-4B44-B0B2-A92C5A798D00"/>
          <p:cNvPicPr>
            <a:picLocks noChangeAspect="1"/>
          </p:cNvPicPr>
          <p:nvPr/>
        </p:nvPicPr>
        <p:blipFill>
          <a:blip r:embed="rId3" cstate="print">
            <a:extLst>
              <a:ext uri="{3F394288-7E09-4267-429D-E1B5EC66F199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04" name="VectorPath 10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05" name="VectorPath 10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06" name="C3159845-A2C8-4E86-7F16-0AC839D81977"/>
          <p:cNvPicPr>
            <a:picLocks noChangeAspect="1"/>
          </p:cNvPicPr>
          <p:nvPr/>
        </p:nvPicPr>
        <p:blipFill>
          <a:blip r:embed="rId4" cstate="print">
            <a:extLst>
              <a:ext uri="{68E56714-5AAF-4CCB-81D6-927627AFD47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07" name="Combination 107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08" name="VectorPath 108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09" name="VectorPath 109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10" name="VectorPath 110"/>
            <p:cNvSpPr/>
            <p:nvPr/>
          </p:nvSpPr>
          <p:spPr>
            <a:xfrm>
              <a:off x="2000250" y="473392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6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2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2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2"/>
                  </a:cubicBezTo>
                  <a:lnTo>
                    <a:pt x="18789" y="342272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11" name="VectorPath 111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12" name="TextBox112"/>
          <p:cNvSpPr txBox="1"/>
          <p:nvPr/>
        </p:nvSpPr>
        <p:spPr>
          <a:xfrm>
            <a:off x="2118568" y="3090641"/>
            <a:ext cx="259884" cy="29220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7000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13" name="VectorPath 11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14" name="TextBox114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15" name="TextBox11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89961A30-A523-46C2-1149-24CE9E7B9484}"/>
    </p:extLst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VectorPath 11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17" name="D1D26912-2CA7-4BEA-127E-5D5BE09FE079"/>
          <p:cNvPicPr>
            <a:picLocks noChangeAspect="1"/>
          </p:cNvPicPr>
          <p:nvPr/>
        </p:nvPicPr>
        <p:blipFill>
          <a:blip r:embed="rId2" cstate="print">
            <a:extLst>
              <a:ext uri="{3CB52D24-0A63-40CF-2A03-4B4401CBA6A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18" name="VectorPath 11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19" name="VectorPath 11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0" name="075B91B4-47AC-4C62-023D-932CC456A9B4"/>
          <p:cNvPicPr>
            <a:picLocks noChangeAspect="1"/>
          </p:cNvPicPr>
          <p:nvPr/>
        </p:nvPicPr>
        <p:blipFill>
          <a:blip r:embed="rId3" cstate="print">
            <a:extLst>
              <a:ext uri="{0A729E64-04CB-4D6F-6190-3487824024B8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21" name="VectorPath 12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22" name="TextBox122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23" name="TextBox12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24" name="432144B1-12F7-4A03-6704-23022E774D26"/>
          <p:cNvPicPr>
            <a:picLocks noChangeAspect="1"/>
          </p:cNvPicPr>
          <p:nvPr/>
        </p:nvPicPr>
        <p:blipFill>
          <a:blip r:embed="rId4" cstate="print">
            <a:extLst>
              <a:ext uri="{38F69FD9-F116-40B6-93BE-85AF6455D68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1C3936C-4C09-474C-9AB4-488CD365503F}"/>
    </p:extLst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VectorPath 12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26" name="6F4B66F9-6C73-4279-3BC7-24911444224C"/>
          <p:cNvPicPr>
            <a:picLocks noChangeAspect="1"/>
          </p:cNvPicPr>
          <p:nvPr/>
        </p:nvPicPr>
        <p:blipFill>
          <a:blip r:embed="rId2" cstate="print">
            <a:extLst>
              <a:ext uri="{189E9849-E49F-423A-F25B-295E353C36E4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27" name="VectorPath 12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28" name="VectorPath 12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29" name="0278F950-BA7B-4731-BE56-FF58B4837B43"/>
          <p:cNvPicPr>
            <a:picLocks noChangeAspect="1"/>
          </p:cNvPicPr>
          <p:nvPr/>
        </p:nvPicPr>
        <p:blipFill>
          <a:blip r:embed="rId3" cstate="print">
            <a:extLst>
              <a:ext uri="{8A437CE2-6EDC-4EEE-44B1-9A711A21CAD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0" name="VectorPath 130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31" name="TextBox131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32" name="TextBox132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33" name="50CAB67C-8EF1-46E8-3C95-F8F5E16AB269"/>
          <p:cNvPicPr>
            <a:picLocks noChangeAspect="1"/>
          </p:cNvPicPr>
          <p:nvPr/>
        </p:nvPicPr>
        <p:blipFill>
          <a:blip r:embed="rId4" cstate="print">
            <a:extLst>
              <a:ext uri="{C1B48407-41B5-41B0-8E0E-15EC33B438E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0987910F-C2DE-4A40-397B-189890ABADA5}"/>
    </p:extLst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VectorPath 13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35" name="C053A67E-08A3-42EB-11A0-4C031B77813F"/>
          <p:cNvPicPr>
            <a:picLocks noChangeAspect="1"/>
          </p:cNvPicPr>
          <p:nvPr/>
        </p:nvPicPr>
        <p:blipFill>
          <a:blip r:embed="rId2" cstate="print">
            <a:extLst>
              <a:ext uri="{315CF4EF-E0BD-413C-F9AC-17814341494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36" name="VectorPath 136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37" name="VectorPath 137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38" name="6DC8E59C-12CD-48D6-7B73-2E62E348CF5A"/>
          <p:cNvPicPr>
            <a:picLocks noChangeAspect="1"/>
          </p:cNvPicPr>
          <p:nvPr/>
        </p:nvPicPr>
        <p:blipFill>
          <a:blip r:embed="rId3" cstate="print">
            <a:extLst>
              <a:ext uri="{7C85523B-EA71-4613-93F5-90BB5BFE7956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39" name="VectorPath 139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0" name="TextBox140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41" name="TextBox141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15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42" name="F87978B8-8C9F-4FC7-8935-8D45FF2E76B4"/>
          <p:cNvPicPr>
            <a:picLocks noChangeAspect="1"/>
          </p:cNvPicPr>
          <p:nvPr/>
        </p:nvPicPr>
        <p:blipFill>
          <a:blip r:embed="rId4" cstate="print">
            <a:extLst>
              <a:ext uri="{01610136-B514-46C0-CF1F-2A5040DF7920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F786EAF8-AFB4-41DE-E46D-94D98D552BA6}"/>
    </p:extLst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VectorPath 143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44" name="C4A9AE14-048E-4939-ABD1-FB2DD5373A19"/>
          <p:cNvPicPr>
            <a:picLocks noChangeAspect="1"/>
          </p:cNvPicPr>
          <p:nvPr/>
        </p:nvPicPr>
        <p:blipFill>
          <a:blip r:embed="rId2" cstate="print">
            <a:extLst>
              <a:ext uri="{15212748-89ED-4A94-48E4-88B8E637A833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45" name="VectorPath 145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46" name="VectorPath 146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47" name="6380F3C9-7E91-4F3F-6C2E-392513CC418C"/>
          <p:cNvPicPr>
            <a:picLocks noChangeAspect="1"/>
          </p:cNvPicPr>
          <p:nvPr/>
        </p:nvPicPr>
        <p:blipFill>
          <a:blip r:embed="rId3" cstate="print">
            <a:extLst>
              <a:ext uri="{810CF5B8-5E79-43DD-2DE3-FFC3B733657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48" name="VectorPath 148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49" name="TextBox149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0" name="TextBox150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16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51" name="1876F573-CF9C-40BA-DE08-7148C8347EF4"/>
          <p:cNvPicPr>
            <a:picLocks noChangeAspect="1"/>
          </p:cNvPicPr>
          <p:nvPr/>
        </p:nvPicPr>
        <p:blipFill>
          <a:blip r:embed="rId4" cstate="print">
            <a:extLst>
              <a:ext uri="{8DC959B2-944E-436F-7FF6-4E8A61F90E5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E2DEAB2A-9B21-4627-7DF5-C539F29C239C}"/>
    </p:extLst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VectorPath 152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53" name="BD03B57F-3835-4E05-A7A2-A35EC1AEDF0A"/>
          <p:cNvPicPr>
            <a:picLocks noChangeAspect="1"/>
          </p:cNvPicPr>
          <p:nvPr/>
        </p:nvPicPr>
        <p:blipFill>
          <a:blip r:embed="rId2" cstate="print">
            <a:extLst>
              <a:ext uri="{75993E16-D8F7-453C-DB67-1FCB5B2B867A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154" name="VectorPath 15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55" name="VectorPath 15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56" name="99EDB36C-551E-458E-06CC-CC0835A1139A"/>
          <p:cNvPicPr>
            <a:picLocks noChangeAspect="1"/>
          </p:cNvPicPr>
          <p:nvPr/>
        </p:nvPicPr>
        <p:blipFill>
          <a:blip r:embed="rId3" cstate="print">
            <a:extLst>
              <a:ext uri="{51AF1060-853A-41C5-0946-D5C2F6165E45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157" name="VectorPath 15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58" name="TextBox158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59" name="TextBox15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17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160" name="BE5F3C58-813A-4ADF-C5E7-018F67C17A13"/>
          <p:cNvPicPr>
            <a:picLocks noChangeAspect="1"/>
          </p:cNvPicPr>
          <p:nvPr/>
        </p:nvPicPr>
        <p:blipFill>
          <a:blip r:embed="rId4" cstate="print">
            <a:extLst>
              <a:ext uri="{EE14F5A9-6BF9-4F7E-2C27-21E98197E72F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31B90B66-7A3D-4F96-3E4A-27CD10CA672E}"/>
    </p:extLst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VectorPath 161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62" name="28846B34-D3E1-43BE-DB4A-13DCE10B115F"/>
          <p:cNvPicPr>
            <a:picLocks noChangeAspect="1"/>
          </p:cNvPicPr>
          <p:nvPr/>
        </p:nvPicPr>
        <p:blipFill>
          <a:blip r:embed="rId2" cstate="print">
            <a:extLst>
              <a:ext uri="{AB509A46-848E-45C1-CFFE-8D30B43D1401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63" name="EFDCB2BA-4947-4B7C-075F-58DA9D0AE5E6"/>
          <p:cNvPicPr>
            <a:picLocks noChangeAspect="1"/>
          </p:cNvPicPr>
          <p:nvPr/>
        </p:nvPicPr>
        <p:blipFill>
          <a:blip r:embed="rId3" cstate="print">
            <a:extLst>
              <a:ext uri="{A2D31164-B538-4824-1924-76C59265DFBA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64" name="VectorPath 164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65" name="VectorPath 165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66" name="87D25D3E-8868-4AA2-EDCF-220F39AC54DA"/>
          <p:cNvPicPr>
            <a:picLocks noChangeAspect="1"/>
          </p:cNvPicPr>
          <p:nvPr/>
        </p:nvPicPr>
        <p:blipFill>
          <a:blip r:embed="rId4" cstate="print">
            <a:extLst>
              <a:ext uri="{347E3831-EC6B-4BBA-5FC7-1B7AD2F8D68B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67" name="Combination 167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168" name="VectorPath 168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69" name="VectorPath 169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70" name="VectorPath 170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71" name="TextBox171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172" name="VectorPath 17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73" name="TextBox173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74" name="TextBox17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18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31707B3A-4132-4ECF-DDC4-C5F1E517EC05}"/>
    </p:extLst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VectorPath 175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76" name="3F87A551-5EB1-4236-AFFC-1A579B102BC7"/>
          <p:cNvPicPr>
            <a:picLocks noChangeAspect="1"/>
          </p:cNvPicPr>
          <p:nvPr/>
        </p:nvPicPr>
        <p:blipFill>
          <a:blip r:embed="rId2" cstate="print">
            <a:extLst>
              <a:ext uri="{902F82AB-814A-4E37-F5A8-98D510DD6D27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77" name="3ED80D66-5D2B-499F-08CF-973CB6CB781F"/>
          <p:cNvPicPr>
            <a:picLocks noChangeAspect="1"/>
          </p:cNvPicPr>
          <p:nvPr/>
        </p:nvPicPr>
        <p:blipFill>
          <a:blip r:embed="rId3" cstate="print">
            <a:extLst>
              <a:ext uri="{8D92BBC4-7EFF-4902-AF79-52D6E779451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78" name="VectorPath 17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79" name="VectorPath 17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80" name="12B80FE0-0600-4E94-A69C-E906A8DBC589"/>
          <p:cNvPicPr>
            <a:picLocks noChangeAspect="1"/>
          </p:cNvPicPr>
          <p:nvPr/>
        </p:nvPicPr>
        <p:blipFill>
          <a:blip r:embed="rId4" cstate="print">
            <a:extLst>
              <a:ext uri="{3E482B9D-8982-45C9-3585-64F101505DB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81" name="Combination 181"/>
          <p:cNvGrpSpPr/>
          <p:nvPr/>
        </p:nvGrpSpPr>
        <p:grpSpPr>
          <a:xfrm>
            <a:off x="2000250" y="3076576"/>
            <a:ext cx="495300" cy="2990850"/>
            <a:chOff x="2000250" y="3076576"/>
            <a:chExt cx="495300" cy="2990850"/>
          </a:xfrm>
        </p:grpSpPr>
        <p:sp>
          <p:nvSpPr>
            <p:cNvPr id="182" name="VectorPath 182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83" name="VectorPath 183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84" name="VectorPath 184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85" name="VectorPath 185"/>
            <p:cNvSpPr/>
            <p:nvPr/>
          </p:nvSpPr>
          <p:spPr>
            <a:xfrm>
              <a:off x="2000250" y="5562601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186" name="TextBox186"/>
          <p:cNvSpPr txBox="1"/>
          <p:nvPr/>
        </p:nvSpPr>
        <p:spPr>
          <a:xfrm>
            <a:off x="2118568" y="3100166"/>
            <a:ext cx="259884" cy="291251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D</a:t>
            </a:r>
          </a:p>
        </p:txBody>
      </p:sp>
      <p:sp>
        <p:nvSpPr>
          <p:cNvPr id="187" name="VectorPath 187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188" name="TextBox188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189" name="TextBox189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19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0CD64839-D71B-41D7-ED21-AB735D94D7C4}"/>
    </p:extLst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VectorPath 190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191" name="49DC7735-F4E5-42CF-062D-D5E7858AAA65"/>
          <p:cNvPicPr>
            <a:picLocks noChangeAspect="1"/>
          </p:cNvPicPr>
          <p:nvPr/>
        </p:nvPicPr>
        <p:blipFill>
          <a:blip r:embed="rId2" cstate="print">
            <a:extLst>
              <a:ext uri="{9021B0BB-24A6-4AE3-FB2F-1053A99E163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192" name="98158CED-BFA7-4BCF-7570-13B2286ED4FD"/>
          <p:cNvPicPr>
            <a:picLocks noChangeAspect="1"/>
          </p:cNvPicPr>
          <p:nvPr/>
        </p:nvPicPr>
        <p:blipFill>
          <a:blip r:embed="rId3" cstate="print">
            <a:extLst>
              <a:ext uri="{28188D36-E94B-410F-19D5-004C90A4761C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193" name="VectorPath 193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194" name="VectorPath 194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195" name="CF26121F-A442-4298-C31F-4F5D4A047E17"/>
          <p:cNvPicPr>
            <a:picLocks noChangeAspect="1"/>
          </p:cNvPicPr>
          <p:nvPr/>
        </p:nvPicPr>
        <p:blipFill>
          <a:blip r:embed="rId4" cstate="print">
            <a:extLst>
              <a:ext uri="{F096896E-EB4E-4CAB-67CF-F05810732E2D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196" name="Combination 196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197" name="VectorPath 197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198" name="VectorPath 198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  <p:sp>
          <p:nvSpPr>
            <p:cNvPr id="199" name="VectorPath 199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</p:grpSp>
      <p:sp>
        <p:nvSpPr>
          <p:cNvPr id="200" name="TextBox200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01" name="VectorPath 20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02" name="TextBox202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03" name="TextBox20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20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9F8CF026-3D62-4219-4024-8998CD1E0F97}"/>
    </p:extLst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VectorPath 204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05" name="28296CC5-DB3C-4018-FBAA-06FED512E7C1"/>
          <p:cNvPicPr>
            <a:picLocks noChangeAspect="1"/>
          </p:cNvPicPr>
          <p:nvPr/>
        </p:nvPicPr>
        <p:blipFill>
          <a:blip r:embed="rId2" cstate="print">
            <a:extLst>
              <a:ext uri="{857E38FC-8F93-49A9-BF79-6EEE0A271AE2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pic>
        <p:nvPicPr>
          <p:cNvPr id="206" name="D63402F6-A156-4946-0A49-DA4C574D47F7"/>
          <p:cNvPicPr>
            <a:picLocks noChangeAspect="1"/>
          </p:cNvPicPr>
          <p:nvPr/>
        </p:nvPicPr>
        <p:blipFill>
          <a:blip r:embed="rId3" cstate="print">
            <a:extLst>
              <a:ext uri="{41747595-0DD6-4F50-F1B2-0F960C16CD58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  <p:sp>
        <p:nvSpPr>
          <p:cNvPr id="207" name="VectorPath 207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08" name="VectorPath 208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09" name="656DBB9D-937D-4538-1779-80A8BE03C1B3"/>
          <p:cNvPicPr>
            <a:picLocks noChangeAspect="1"/>
          </p:cNvPicPr>
          <p:nvPr/>
        </p:nvPicPr>
        <p:blipFill>
          <a:blip r:embed="rId4" cstate="print">
            <a:extLst>
              <a:ext uri="{2EE5B851-D529-479E-3CF3-467C1301D527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grpSp>
        <p:nvGrpSpPr>
          <p:cNvPr id="210" name="Combination 210"/>
          <p:cNvGrpSpPr/>
          <p:nvPr/>
        </p:nvGrpSpPr>
        <p:grpSpPr>
          <a:xfrm>
            <a:off x="2000250" y="3076576"/>
            <a:ext cx="495300" cy="2162175"/>
            <a:chOff x="2000250" y="3076576"/>
            <a:chExt cx="495300" cy="2162175"/>
          </a:xfrm>
        </p:grpSpPr>
        <p:sp>
          <p:nvSpPr>
            <p:cNvPr id="211" name="VectorPath 211"/>
            <p:cNvSpPr/>
            <p:nvPr/>
          </p:nvSpPr>
          <p:spPr>
            <a:xfrm>
              <a:off x="2000250" y="3076576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2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3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6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2" name="VectorPath 212"/>
            <p:cNvSpPr/>
            <p:nvPr/>
          </p:nvSpPr>
          <p:spPr>
            <a:xfrm>
              <a:off x="2000250" y="3905251"/>
              <a:ext cx="495300" cy="495300"/>
            </a:xfrm>
            <a:custGeom>
              <a:rect l="l" t="t" r="r" b="b"/>
              <a:pathLst>
                <a:path w="495300" h="495300">
                  <a:moveTo>
                    <a:pt x="259806" y="199"/>
                  </a:moveTo>
                  <a:cubicBezTo>
                    <a:pt x="263846" y="497"/>
                    <a:pt x="267885" y="795"/>
                    <a:pt x="271924" y="1193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7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4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100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7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7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4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47812"/>
                  </a:lnTo>
                  <a:lnTo>
                    <a:pt x="495101" y="259807"/>
                  </a:lnTo>
                  <a:cubicBezTo>
                    <a:pt x="494803" y="263845"/>
                    <a:pt x="494505" y="267884"/>
                    <a:pt x="494107" y="271924"/>
                  </a:cubicBezTo>
                  <a:lnTo>
                    <a:pt x="494092" y="272085"/>
                  </a:lnTo>
                  <a:cubicBezTo>
                    <a:pt x="493297" y="280103"/>
                    <a:pt x="492113" y="288062"/>
                    <a:pt x="490541" y="295964"/>
                  </a:cubicBezTo>
                  <a:lnTo>
                    <a:pt x="490510" y="296123"/>
                  </a:lnTo>
                  <a:cubicBezTo>
                    <a:pt x="488933" y="304024"/>
                    <a:pt x="486975" y="311829"/>
                    <a:pt x="484636" y="319539"/>
                  </a:cubicBezTo>
                  <a:lnTo>
                    <a:pt x="484589" y="319694"/>
                  </a:lnTo>
                  <a:cubicBezTo>
                    <a:pt x="482245" y="327402"/>
                    <a:pt x="479532" y="334978"/>
                    <a:pt x="476449" y="342421"/>
                  </a:cubicBezTo>
                  <a:lnTo>
                    <a:pt x="476387" y="342571"/>
                  </a:lnTo>
                  <a:cubicBezTo>
                    <a:pt x="473301" y="350009"/>
                    <a:pt x="469857" y="357284"/>
                    <a:pt x="465981" y="364534"/>
                  </a:cubicBezTo>
                  <a:lnTo>
                    <a:pt x="460152" y="375019"/>
                  </a:lnTo>
                  <a:cubicBezTo>
                    <a:pt x="457984" y="378442"/>
                    <a:pt x="455816" y="381865"/>
                    <a:pt x="453473" y="385372"/>
                  </a:cubicBezTo>
                  <a:lnTo>
                    <a:pt x="446644" y="395234"/>
                  </a:lnTo>
                  <a:cubicBezTo>
                    <a:pt x="444152" y="398428"/>
                    <a:pt x="441659" y="401623"/>
                    <a:pt x="439086" y="404757"/>
                  </a:cubicBezTo>
                  <a:lnTo>
                    <a:pt x="438983" y="404883"/>
                  </a:lnTo>
                  <a:cubicBezTo>
                    <a:pt x="433868" y="411107"/>
                    <a:pt x="428462" y="417068"/>
                    <a:pt x="422650" y="422880"/>
                  </a:cubicBezTo>
                  <a:lnTo>
                    <a:pt x="414028" y="431220"/>
                  </a:lnTo>
                  <a:cubicBezTo>
                    <a:pt x="410960" y="433867"/>
                    <a:pt x="407892" y="436513"/>
                    <a:pt x="404757" y="439086"/>
                  </a:cubicBezTo>
                  <a:lnTo>
                    <a:pt x="404632" y="439189"/>
                  </a:lnTo>
                  <a:cubicBezTo>
                    <a:pt x="398401" y="444296"/>
                    <a:pt x="391936" y="449087"/>
                    <a:pt x="385102" y="453654"/>
                  </a:cubicBezTo>
                  <a:lnTo>
                    <a:pt x="375019" y="460152"/>
                  </a:lnTo>
                  <a:cubicBezTo>
                    <a:pt x="371493" y="462149"/>
                    <a:pt x="367968" y="464146"/>
                    <a:pt x="364248" y="466134"/>
                  </a:cubicBezTo>
                  <a:lnTo>
                    <a:pt x="353577" y="471613"/>
                  </a:lnTo>
                  <a:cubicBezTo>
                    <a:pt x="349872" y="473255"/>
                    <a:pt x="346168" y="474897"/>
                    <a:pt x="342272" y="476511"/>
                  </a:cubicBezTo>
                  <a:lnTo>
                    <a:pt x="331114" y="480917"/>
                  </a:lnTo>
                  <a:cubicBezTo>
                    <a:pt x="327268" y="482188"/>
                    <a:pt x="323423" y="483458"/>
                    <a:pt x="319539" y="484636"/>
                  </a:cubicBezTo>
                  <a:lnTo>
                    <a:pt x="319384" y="484683"/>
                  </a:lnTo>
                  <a:cubicBezTo>
                    <a:pt x="311672" y="487017"/>
                    <a:pt x="303866" y="488970"/>
                    <a:pt x="295964" y="490541"/>
                  </a:cubicBezTo>
                  <a:lnTo>
                    <a:pt x="295805" y="490573"/>
                  </a:lnTo>
                  <a:cubicBezTo>
                    <a:pt x="287902" y="492140"/>
                    <a:pt x="279942" y="493318"/>
                    <a:pt x="271924" y="494107"/>
                  </a:cubicBezTo>
                  <a:lnTo>
                    <a:pt x="271762" y="494123"/>
                  </a:lnTo>
                  <a:cubicBezTo>
                    <a:pt x="263749" y="494908"/>
                    <a:pt x="255709" y="495300"/>
                    <a:pt x="247488" y="495300"/>
                  </a:cubicBezTo>
                  <a:lnTo>
                    <a:pt x="235493" y="495101"/>
                  </a:lnTo>
                  <a:cubicBezTo>
                    <a:pt x="231453" y="494803"/>
                    <a:pt x="227412" y="494505"/>
                    <a:pt x="223215" y="494092"/>
                  </a:cubicBezTo>
                  <a:lnTo>
                    <a:pt x="211298" y="492718"/>
                  </a:lnTo>
                  <a:cubicBezTo>
                    <a:pt x="207307" y="492026"/>
                    <a:pt x="203317" y="491333"/>
                    <a:pt x="199336" y="490541"/>
                  </a:cubicBezTo>
                  <a:lnTo>
                    <a:pt x="199177" y="490510"/>
                  </a:lnTo>
                  <a:cubicBezTo>
                    <a:pt x="191282" y="488934"/>
                    <a:pt x="183476" y="486976"/>
                    <a:pt x="175761" y="484636"/>
                  </a:cubicBezTo>
                  <a:lnTo>
                    <a:pt x="175606" y="484589"/>
                  </a:lnTo>
                  <a:cubicBezTo>
                    <a:pt x="167898" y="482245"/>
                    <a:pt x="160322" y="479532"/>
                    <a:pt x="152878" y="476449"/>
                  </a:cubicBezTo>
                  <a:lnTo>
                    <a:pt x="152728" y="476387"/>
                  </a:lnTo>
                  <a:cubicBezTo>
                    <a:pt x="145287" y="473299"/>
                    <a:pt x="138014" y="469856"/>
                    <a:pt x="130765" y="465981"/>
                  </a:cubicBezTo>
                  <a:lnTo>
                    <a:pt x="120281" y="460152"/>
                  </a:lnTo>
                  <a:cubicBezTo>
                    <a:pt x="116858" y="457984"/>
                    <a:pt x="113435" y="455816"/>
                    <a:pt x="109928" y="453473"/>
                  </a:cubicBezTo>
                  <a:lnTo>
                    <a:pt x="100066" y="446644"/>
                  </a:lnTo>
                  <a:cubicBezTo>
                    <a:pt x="96872" y="444152"/>
                    <a:pt x="93677" y="441659"/>
                    <a:pt x="90543" y="439086"/>
                  </a:cubicBezTo>
                  <a:lnTo>
                    <a:pt x="90417" y="438983"/>
                  </a:lnTo>
                  <a:cubicBezTo>
                    <a:pt x="84193" y="433868"/>
                    <a:pt x="78232" y="428462"/>
                    <a:pt x="72420" y="422650"/>
                  </a:cubicBezTo>
                  <a:lnTo>
                    <a:pt x="64080" y="414028"/>
                  </a:lnTo>
                  <a:cubicBezTo>
                    <a:pt x="61434" y="410961"/>
                    <a:pt x="58789" y="407895"/>
                    <a:pt x="56214" y="404757"/>
                  </a:cubicBezTo>
                  <a:lnTo>
                    <a:pt x="56111" y="404632"/>
                  </a:lnTo>
                  <a:cubicBezTo>
                    <a:pt x="51008" y="398406"/>
                    <a:pt x="46216" y="391940"/>
                    <a:pt x="41737" y="385237"/>
                  </a:cubicBezTo>
                  <a:lnTo>
                    <a:pt x="41646" y="385102"/>
                  </a:lnTo>
                  <a:cubicBezTo>
                    <a:pt x="37175" y="378400"/>
                    <a:pt x="33040" y="371497"/>
                    <a:pt x="29166" y="364248"/>
                  </a:cubicBezTo>
                  <a:lnTo>
                    <a:pt x="23687" y="353577"/>
                  </a:lnTo>
                  <a:cubicBezTo>
                    <a:pt x="22046" y="349874"/>
                    <a:pt x="20404" y="346171"/>
                    <a:pt x="18851" y="342421"/>
                  </a:cubicBezTo>
                  <a:lnTo>
                    <a:pt x="18789" y="342271"/>
                  </a:lnTo>
                  <a:cubicBezTo>
                    <a:pt x="15713" y="334832"/>
                    <a:pt x="13004" y="327254"/>
                    <a:pt x="10664" y="319539"/>
                  </a:cubicBezTo>
                  <a:lnTo>
                    <a:pt x="10617" y="319384"/>
                  </a:lnTo>
                  <a:cubicBezTo>
                    <a:pt x="8283" y="311672"/>
                    <a:pt x="6330" y="303866"/>
                    <a:pt x="4727" y="295805"/>
                  </a:cubicBezTo>
                  <a:lnTo>
                    <a:pt x="2582" y="284002"/>
                  </a:lnTo>
                  <a:cubicBezTo>
                    <a:pt x="2086" y="279981"/>
                    <a:pt x="1590" y="275960"/>
                    <a:pt x="1192" y="271924"/>
                  </a:cubicBezTo>
                  <a:lnTo>
                    <a:pt x="1176" y="271762"/>
                  </a:lnTo>
                  <a:cubicBezTo>
                    <a:pt x="392" y="263749"/>
                    <a:pt x="0" y="255709"/>
                    <a:pt x="0" y="247488"/>
                  </a:cubicBez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8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9"/>
                  </a:lnTo>
                  <a:cubicBezTo>
                    <a:pt x="21999" y="145291"/>
                    <a:pt x="25443" y="138016"/>
                    <a:pt x="29319" y="130766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79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6"/>
                  </a:lnTo>
                  <a:cubicBezTo>
                    <a:pt x="183622" y="8284"/>
                    <a:pt x="191429" y="6331"/>
                    <a:pt x="199336" y="4759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7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999999">
                <a:alpha val="100000"/>
              </a:srgbClr>
            </a:solidFill>
          </p:spPr>
        </p:sp>
        <p:sp>
          <p:nvSpPr>
            <p:cNvPr id="213" name="VectorPath 213"/>
            <p:cNvSpPr/>
            <p:nvPr/>
          </p:nvSpPr>
          <p:spPr>
            <a:xfrm>
              <a:off x="2000250" y="4733926"/>
              <a:ext cx="495300" cy="504825"/>
            </a:xfrm>
            <a:custGeom>
              <a:rect l="l" t="t" r="r" b="b"/>
              <a:pathLst>
                <a:path w="495300" h="504825">
                  <a:moveTo>
                    <a:pt x="259806" y="199"/>
                  </a:moveTo>
                  <a:cubicBezTo>
                    <a:pt x="263846" y="497"/>
                    <a:pt x="267885" y="795"/>
                    <a:pt x="271924" y="1192"/>
                  </a:cubicBezTo>
                  <a:lnTo>
                    <a:pt x="272085" y="1208"/>
                  </a:lnTo>
                  <a:cubicBezTo>
                    <a:pt x="280102" y="2003"/>
                    <a:pt x="288062" y="3187"/>
                    <a:pt x="296123" y="4790"/>
                  </a:cubicBezTo>
                  <a:lnTo>
                    <a:pt x="307848" y="7325"/>
                  </a:lnTo>
                  <a:cubicBezTo>
                    <a:pt x="311753" y="8406"/>
                    <a:pt x="315658" y="9486"/>
                    <a:pt x="319539" y="10664"/>
                  </a:cubicBezTo>
                  <a:lnTo>
                    <a:pt x="319694" y="10711"/>
                  </a:lnTo>
                  <a:cubicBezTo>
                    <a:pt x="327397" y="13053"/>
                    <a:pt x="334973" y="15766"/>
                    <a:pt x="342422" y="18851"/>
                  </a:cubicBezTo>
                  <a:lnTo>
                    <a:pt x="342571" y="18913"/>
                  </a:lnTo>
                  <a:cubicBezTo>
                    <a:pt x="350009" y="21999"/>
                    <a:pt x="357284" y="25443"/>
                    <a:pt x="364534" y="29319"/>
                  </a:cubicBezTo>
                  <a:lnTo>
                    <a:pt x="375019" y="35148"/>
                  </a:lnTo>
                  <a:cubicBezTo>
                    <a:pt x="378442" y="37316"/>
                    <a:pt x="381865" y="39483"/>
                    <a:pt x="385237" y="41737"/>
                  </a:cubicBezTo>
                  <a:lnTo>
                    <a:pt x="385372" y="41827"/>
                  </a:lnTo>
                  <a:cubicBezTo>
                    <a:pt x="392063" y="46304"/>
                    <a:pt x="398525" y="51099"/>
                    <a:pt x="404757" y="56214"/>
                  </a:cubicBezTo>
                  <a:lnTo>
                    <a:pt x="404883" y="56317"/>
                  </a:lnTo>
                  <a:cubicBezTo>
                    <a:pt x="411104" y="61429"/>
                    <a:pt x="417066" y="66836"/>
                    <a:pt x="422880" y="72650"/>
                  </a:cubicBezTo>
                  <a:lnTo>
                    <a:pt x="431220" y="81271"/>
                  </a:lnTo>
                  <a:cubicBezTo>
                    <a:pt x="433867" y="84339"/>
                    <a:pt x="436513" y="87408"/>
                    <a:pt x="439086" y="90543"/>
                  </a:cubicBezTo>
                  <a:lnTo>
                    <a:pt x="439189" y="90668"/>
                  </a:lnTo>
                  <a:cubicBezTo>
                    <a:pt x="444296" y="96899"/>
                    <a:pt x="449087" y="103364"/>
                    <a:pt x="453654" y="110198"/>
                  </a:cubicBezTo>
                  <a:lnTo>
                    <a:pt x="460152" y="120281"/>
                  </a:lnTo>
                  <a:cubicBezTo>
                    <a:pt x="462149" y="123807"/>
                    <a:pt x="464146" y="127332"/>
                    <a:pt x="466134" y="131052"/>
                  </a:cubicBezTo>
                  <a:lnTo>
                    <a:pt x="471613" y="141723"/>
                  </a:lnTo>
                  <a:cubicBezTo>
                    <a:pt x="473255" y="145428"/>
                    <a:pt x="474897" y="149132"/>
                    <a:pt x="476449" y="152878"/>
                  </a:cubicBezTo>
                  <a:lnTo>
                    <a:pt x="476511" y="153028"/>
                  </a:lnTo>
                  <a:cubicBezTo>
                    <a:pt x="479589" y="160474"/>
                    <a:pt x="482297" y="168051"/>
                    <a:pt x="484636" y="175761"/>
                  </a:cubicBezTo>
                  <a:lnTo>
                    <a:pt x="484683" y="175916"/>
                  </a:lnTo>
                  <a:cubicBezTo>
                    <a:pt x="487015" y="183622"/>
                    <a:pt x="488968" y="191429"/>
                    <a:pt x="490541" y="199336"/>
                  </a:cubicBezTo>
                  <a:lnTo>
                    <a:pt x="490573" y="199495"/>
                  </a:lnTo>
                  <a:cubicBezTo>
                    <a:pt x="492139" y="207394"/>
                    <a:pt x="493318" y="215356"/>
                    <a:pt x="494123" y="223538"/>
                  </a:cubicBezTo>
                  <a:lnTo>
                    <a:pt x="495101" y="235493"/>
                  </a:lnTo>
                  <a:cubicBezTo>
                    <a:pt x="495198" y="239488"/>
                    <a:pt x="495297" y="243481"/>
                    <a:pt x="495300" y="247488"/>
                  </a:cubicBezTo>
                  <a:lnTo>
                    <a:pt x="495300" y="257337"/>
                  </a:lnTo>
                  <a:lnTo>
                    <a:pt x="495101" y="269331"/>
                  </a:lnTo>
                  <a:cubicBezTo>
                    <a:pt x="494803" y="273372"/>
                    <a:pt x="494505" y="277413"/>
                    <a:pt x="494092" y="281610"/>
                  </a:cubicBezTo>
                  <a:lnTo>
                    <a:pt x="492718" y="293527"/>
                  </a:lnTo>
                  <a:cubicBezTo>
                    <a:pt x="492025" y="297519"/>
                    <a:pt x="491333" y="301511"/>
                    <a:pt x="490541" y="305489"/>
                  </a:cubicBezTo>
                  <a:lnTo>
                    <a:pt x="490510" y="305648"/>
                  </a:lnTo>
                  <a:cubicBezTo>
                    <a:pt x="488933" y="313549"/>
                    <a:pt x="486975" y="321354"/>
                    <a:pt x="484636" y="329064"/>
                  </a:cubicBezTo>
                  <a:lnTo>
                    <a:pt x="484589" y="329219"/>
                  </a:lnTo>
                  <a:cubicBezTo>
                    <a:pt x="482245" y="336927"/>
                    <a:pt x="479532" y="344503"/>
                    <a:pt x="476449" y="351947"/>
                  </a:cubicBezTo>
                  <a:lnTo>
                    <a:pt x="476387" y="352096"/>
                  </a:lnTo>
                  <a:cubicBezTo>
                    <a:pt x="473299" y="359538"/>
                    <a:pt x="469856" y="366811"/>
                    <a:pt x="466058" y="373916"/>
                  </a:cubicBezTo>
                  <a:lnTo>
                    <a:pt x="465981" y="374059"/>
                  </a:lnTo>
                  <a:cubicBezTo>
                    <a:pt x="462179" y="381162"/>
                    <a:pt x="458040" y="388063"/>
                    <a:pt x="453473" y="394897"/>
                  </a:cubicBezTo>
                  <a:lnTo>
                    <a:pt x="446644" y="404759"/>
                  </a:lnTo>
                  <a:cubicBezTo>
                    <a:pt x="444152" y="407953"/>
                    <a:pt x="441659" y="411148"/>
                    <a:pt x="439086" y="414282"/>
                  </a:cubicBezTo>
                  <a:lnTo>
                    <a:pt x="438983" y="414408"/>
                  </a:lnTo>
                  <a:cubicBezTo>
                    <a:pt x="433868" y="420632"/>
                    <a:pt x="428462" y="426593"/>
                    <a:pt x="422650" y="432405"/>
                  </a:cubicBezTo>
                  <a:lnTo>
                    <a:pt x="414028" y="440745"/>
                  </a:lnTo>
                  <a:cubicBezTo>
                    <a:pt x="410961" y="443392"/>
                    <a:pt x="407892" y="446038"/>
                    <a:pt x="404757" y="448611"/>
                  </a:cubicBezTo>
                  <a:lnTo>
                    <a:pt x="404632" y="448714"/>
                  </a:lnTo>
                  <a:cubicBezTo>
                    <a:pt x="398401" y="453821"/>
                    <a:pt x="391936" y="458612"/>
                    <a:pt x="385102" y="463178"/>
                  </a:cubicBezTo>
                  <a:lnTo>
                    <a:pt x="375019" y="469677"/>
                  </a:lnTo>
                  <a:cubicBezTo>
                    <a:pt x="371493" y="471674"/>
                    <a:pt x="367968" y="473671"/>
                    <a:pt x="364248" y="475659"/>
                  </a:cubicBezTo>
                  <a:lnTo>
                    <a:pt x="353577" y="481138"/>
                  </a:lnTo>
                  <a:cubicBezTo>
                    <a:pt x="349872" y="482780"/>
                    <a:pt x="346168" y="484422"/>
                    <a:pt x="342272" y="486036"/>
                  </a:cubicBezTo>
                  <a:lnTo>
                    <a:pt x="331114" y="490442"/>
                  </a:lnTo>
                  <a:cubicBezTo>
                    <a:pt x="327268" y="491713"/>
                    <a:pt x="323423" y="492983"/>
                    <a:pt x="319539" y="494161"/>
                  </a:cubicBezTo>
                  <a:lnTo>
                    <a:pt x="319384" y="494208"/>
                  </a:lnTo>
                  <a:cubicBezTo>
                    <a:pt x="311672" y="496542"/>
                    <a:pt x="303866" y="498495"/>
                    <a:pt x="295964" y="500066"/>
                  </a:cubicBezTo>
                  <a:lnTo>
                    <a:pt x="295805" y="500098"/>
                  </a:lnTo>
                  <a:cubicBezTo>
                    <a:pt x="287902" y="501665"/>
                    <a:pt x="279942" y="502843"/>
                    <a:pt x="271924" y="503632"/>
                  </a:cubicBezTo>
                  <a:lnTo>
                    <a:pt x="271762" y="503648"/>
                  </a:lnTo>
                  <a:cubicBezTo>
                    <a:pt x="263749" y="504433"/>
                    <a:pt x="255709" y="504825"/>
                    <a:pt x="247488" y="504825"/>
                  </a:cubicBezTo>
                  <a:lnTo>
                    <a:pt x="235493" y="504626"/>
                  </a:lnTo>
                  <a:cubicBezTo>
                    <a:pt x="231453" y="504328"/>
                    <a:pt x="227412" y="504030"/>
                    <a:pt x="223215" y="503617"/>
                  </a:cubicBezTo>
                  <a:lnTo>
                    <a:pt x="211298" y="502243"/>
                  </a:lnTo>
                  <a:cubicBezTo>
                    <a:pt x="207306" y="501550"/>
                    <a:pt x="203316" y="500858"/>
                    <a:pt x="199336" y="500066"/>
                  </a:cubicBezTo>
                  <a:lnTo>
                    <a:pt x="199177" y="500035"/>
                  </a:lnTo>
                  <a:cubicBezTo>
                    <a:pt x="191282" y="498459"/>
                    <a:pt x="183476" y="496501"/>
                    <a:pt x="175761" y="494161"/>
                  </a:cubicBezTo>
                  <a:lnTo>
                    <a:pt x="175606" y="494114"/>
                  </a:lnTo>
                  <a:cubicBezTo>
                    <a:pt x="167898" y="491770"/>
                    <a:pt x="160322" y="489057"/>
                    <a:pt x="152878" y="485974"/>
                  </a:cubicBezTo>
                  <a:lnTo>
                    <a:pt x="152728" y="485912"/>
                  </a:lnTo>
                  <a:cubicBezTo>
                    <a:pt x="145287" y="482824"/>
                    <a:pt x="138014" y="479381"/>
                    <a:pt x="130765" y="475506"/>
                  </a:cubicBezTo>
                  <a:lnTo>
                    <a:pt x="120281" y="469677"/>
                  </a:lnTo>
                  <a:cubicBezTo>
                    <a:pt x="116858" y="467509"/>
                    <a:pt x="113435" y="465341"/>
                    <a:pt x="109928" y="462998"/>
                  </a:cubicBezTo>
                  <a:lnTo>
                    <a:pt x="100066" y="456169"/>
                  </a:lnTo>
                  <a:cubicBezTo>
                    <a:pt x="96872" y="453677"/>
                    <a:pt x="93677" y="451184"/>
                    <a:pt x="90543" y="448611"/>
                  </a:cubicBezTo>
                  <a:lnTo>
                    <a:pt x="90417" y="448508"/>
                  </a:lnTo>
                  <a:cubicBezTo>
                    <a:pt x="84193" y="443393"/>
                    <a:pt x="78232" y="437987"/>
                    <a:pt x="72420" y="432175"/>
                  </a:cubicBezTo>
                  <a:lnTo>
                    <a:pt x="64080" y="423553"/>
                  </a:lnTo>
                  <a:cubicBezTo>
                    <a:pt x="61434" y="420487"/>
                    <a:pt x="58789" y="417420"/>
                    <a:pt x="56214" y="414282"/>
                  </a:cubicBezTo>
                  <a:lnTo>
                    <a:pt x="56111" y="414157"/>
                  </a:lnTo>
                  <a:cubicBezTo>
                    <a:pt x="51008" y="407931"/>
                    <a:pt x="46216" y="401465"/>
                    <a:pt x="41737" y="394762"/>
                  </a:cubicBezTo>
                  <a:lnTo>
                    <a:pt x="41646" y="394627"/>
                  </a:lnTo>
                  <a:cubicBezTo>
                    <a:pt x="37175" y="387925"/>
                    <a:pt x="33040" y="381022"/>
                    <a:pt x="29166" y="373773"/>
                  </a:cubicBezTo>
                  <a:lnTo>
                    <a:pt x="23687" y="363101"/>
                  </a:lnTo>
                  <a:cubicBezTo>
                    <a:pt x="22046" y="359398"/>
                    <a:pt x="20404" y="355696"/>
                    <a:pt x="18851" y="351947"/>
                  </a:cubicBezTo>
                  <a:lnTo>
                    <a:pt x="18789" y="351797"/>
                  </a:lnTo>
                  <a:cubicBezTo>
                    <a:pt x="15711" y="344351"/>
                    <a:pt x="13003" y="336774"/>
                    <a:pt x="10664" y="329064"/>
                  </a:cubicBezTo>
                  <a:lnTo>
                    <a:pt x="10617" y="328909"/>
                  </a:lnTo>
                  <a:cubicBezTo>
                    <a:pt x="8283" y="321198"/>
                    <a:pt x="6330" y="313391"/>
                    <a:pt x="4758" y="305489"/>
                  </a:cubicBezTo>
                  <a:lnTo>
                    <a:pt x="4727" y="305330"/>
                  </a:lnTo>
                  <a:cubicBezTo>
                    <a:pt x="3160" y="297427"/>
                    <a:pt x="1982" y="289467"/>
                    <a:pt x="1176" y="281287"/>
                  </a:cubicBezTo>
                  <a:lnTo>
                    <a:pt x="199" y="269331"/>
                  </a:lnTo>
                  <a:cubicBezTo>
                    <a:pt x="102" y="265337"/>
                    <a:pt x="3" y="261344"/>
                    <a:pt x="0" y="257337"/>
                  </a:cubicBezTo>
                  <a:lnTo>
                    <a:pt x="0" y="247488"/>
                  </a:lnTo>
                  <a:lnTo>
                    <a:pt x="199" y="235493"/>
                  </a:lnTo>
                  <a:cubicBezTo>
                    <a:pt x="497" y="231453"/>
                    <a:pt x="795" y="227412"/>
                    <a:pt x="1208" y="223215"/>
                  </a:cubicBezTo>
                  <a:lnTo>
                    <a:pt x="2582" y="211298"/>
                  </a:lnTo>
                  <a:cubicBezTo>
                    <a:pt x="3274" y="207307"/>
                    <a:pt x="3967" y="203317"/>
                    <a:pt x="4758" y="199336"/>
                  </a:cubicBezTo>
                  <a:lnTo>
                    <a:pt x="4790" y="199177"/>
                  </a:lnTo>
                  <a:cubicBezTo>
                    <a:pt x="6366" y="191282"/>
                    <a:pt x="8324" y="183476"/>
                    <a:pt x="10664" y="175761"/>
                  </a:cubicBezTo>
                  <a:lnTo>
                    <a:pt x="10711" y="175606"/>
                  </a:lnTo>
                  <a:cubicBezTo>
                    <a:pt x="13053" y="167903"/>
                    <a:pt x="15766" y="160327"/>
                    <a:pt x="18851" y="152878"/>
                  </a:cubicBezTo>
                  <a:lnTo>
                    <a:pt x="18913" y="152728"/>
                  </a:lnTo>
                  <a:cubicBezTo>
                    <a:pt x="21999" y="145291"/>
                    <a:pt x="25443" y="138016"/>
                    <a:pt x="29319" y="130765"/>
                  </a:cubicBezTo>
                  <a:lnTo>
                    <a:pt x="35148" y="120281"/>
                  </a:lnTo>
                  <a:cubicBezTo>
                    <a:pt x="37315" y="116859"/>
                    <a:pt x="39482" y="113438"/>
                    <a:pt x="41737" y="110063"/>
                  </a:cubicBezTo>
                  <a:lnTo>
                    <a:pt x="41827" y="109928"/>
                  </a:lnTo>
                  <a:cubicBezTo>
                    <a:pt x="46304" y="103237"/>
                    <a:pt x="51099" y="96775"/>
                    <a:pt x="56214" y="90543"/>
                  </a:cubicBezTo>
                  <a:lnTo>
                    <a:pt x="56317" y="90417"/>
                  </a:lnTo>
                  <a:cubicBezTo>
                    <a:pt x="61429" y="84196"/>
                    <a:pt x="66836" y="78234"/>
                    <a:pt x="72650" y="72420"/>
                  </a:cubicBezTo>
                  <a:lnTo>
                    <a:pt x="81271" y="64080"/>
                  </a:lnTo>
                  <a:cubicBezTo>
                    <a:pt x="84338" y="61434"/>
                    <a:pt x="87405" y="58789"/>
                    <a:pt x="90543" y="56214"/>
                  </a:cubicBezTo>
                  <a:lnTo>
                    <a:pt x="90668" y="56111"/>
                  </a:lnTo>
                  <a:cubicBezTo>
                    <a:pt x="96894" y="51008"/>
                    <a:pt x="103360" y="46216"/>
                    <a:pt x="110063" y="41737"/>
                  </a:cubicBezTo>
                  <a:lnTo>
                    <a:pt x="110198" y="41646"/>
                  </a:lnTo>
                  <a:cubicBezTo>
                    <a:pt x="116896" y="37177"/>
                    <a:pt x="123801" y="33041"/>
                    <a:pt x="131052" y="29166"/>
                  </a:cubicBezTo>
                  <a:lnTo>
                    <a:pt x="141723" y="23687"/>
                  </a:lnTo>
                  <a:cubicBezTo>
                    <a:pt x="145426" y="22046"/>
                    <a:pt x="149129" y="20405"/>
                    <a:pt x="152878" y="18851"/>
                  </a:cubicBezTo>
                  <a:lnTo>
                    <a:pt x="153028" y="18789"/>
                  </a:lnTo>
                  <a:cubicBezTo>
                    <a:pt x="160468" y="15713"/>
                    <a:pt x="168046" y="13004"/>
                    <a:pt x="175761" y="10664"/>
                  </a:cubicBezTo>
                  <a:lnTo>
                    <a:pt x="175916" y="10617"/>
                  </a:lnTo>
                  <a:cubicBezTo>
                    <a:pt x="183622" y="8285"/>
                    <a:pt x="191429" y="6332"/>
                    <a:pt x="199336" y="4758"/>
                  </a:cubicBezTo>
                  <a:lnTo>
                    <a:pt x="199495" y="4727"/>
                  </a:lnTo>
                  <a:cubicBezTo>
                    <a:pt x="207394" y="3161"/>
                    <a:pt x="215356" y="1982"/>
                    <a:pt x="223538" y="1176"/>
                  </a:cubicBezTo>
                  <a:lnTo>
                    <a:pt x="235493" y="199"/>
                  </a:lnTo>
                  <a:cubicBezTo>
                    <a:pt x="239544" y="99"/>
                    <a:pt x="243595" y="0"/>
                    <a:pt x="247812" y="0"/>
                  </a:cubicBezTo>
                </a:path>
              </a:pathLst>
            </a:custGeom>
            <a:solidFill>
              <a:srgbClr val="28CF6E">
                <a:alpha val="100000"/>
              </a:srgbClr>
            </a:solidFill>
          </p:spPr>
        </p:sp>
      </p:grpSp>
      <p:sp>
        <p:nvSpPr>
          <p:cNvPr id="214" name="TextBox214"/>
          <p:cNvSpPr txBox="1"/>
          <p:nvPr/>
        </p:nvSpPr>
        <p:spPr>
          <a:xfrm>
            <a:off x="2118568" y="3100166"/>
            <a:ext cx="259884" cy="2083836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A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9971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B</a:t>
            </a:r>
          </a:p>
          <a:p>
            <a:pPr marL="0" marR="0" indent="0" eaLnBrk="0">
              <a:lnSpc>
                <a:spcPct val="263750"/>
              </a:lnSpc>
            </a:pPr>
            <a:endParaRPr lang="en-US" altLang="zh-CN" dirty="0" kern="0" noProof="0" baseline="0" spc="0" sz="1000">
              <a:solidFill>
                <a:srgbClr val="000000"/>
              </a:solidFill>
              <a:latin typeface="Arial" pitchFamily="34" charset="0"/>
              <a:ea typeface="Arial" pitchFamily="34" charset="0"/>
              <a:cs typeface="Arial" pitchFamily="34" charset="0"/>
            </a:endParaRPr>
          </a:p>
          <a:p>
            <a:pPr marL="0" marR="0" indent="0" eaLnBrk="0">
              <a:lnSpc>
                <a:spcPct val="100000"/>
              </a:lnSpc>
            </a:pPr>
            <a:r>
              <a:rPr lang="en-US" altLang="zh-CN" sz="2800" kern="0" spc="-15" baseline="0" noProof="0" dirty="0" smtClean="0">
                <a:solidFill>
                  <a:srgbClr val="FFFFFF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C</a:t>
            </a:r>
          </a:p>
        </p:txBody>
      </p:sp>
      <p:sp>
        <p:nvSpPr>
          <p:cNvPr id="215" name="VectorPath 215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16" name="TextBox216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17" name="TextBox217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21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</p:spTree>
    <p:extLst>
      <p:ext uri="{A38BBEF8-E764-4507-7AA9-FDD030FD97B0}"/>
    </p:extLst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VectorPath 218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19" name="E4B4B1FA-3C64-4B57-B125-E531CF21CEA9"/>
          <p:cNvPicPr>
            <a:picLocks noChangeAspect="1"/>
          </p:cNvPicPr>
          <p:nvPr/>
        </p:nvPicPr>
        <p:blipFill>
          <a:blip r:embed="rId2" cstate="print">
            <a:extLst>
              <a:ext uri="{4BA2CC89-02E7-464B-F4D5-53086F91F9D6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0" name="VectorPath 220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21" name="VectorPath 221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22" name="94E4B811-2C0B-4007-4278-C46281F97765"/>
          <p:cNvPicPr>
            <a:picLocks noChangeAspect="1"/>
          </p:cNvPicPr>
          <p:nvPr/>
        </p:nvPicPr>
        <p:blipFill>
          <a:blip r:embed="rId3" cstate="print">
            <a:extLst>
              <a:ext uri="{5ED57915-D20C-4EC5-EEE1-13D8145279CA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23" name="VectorPath 223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24" name="TextBox224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25" name="TextBox225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22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26" name="ACCC103B-AF7B-4C07-EF47-2C4CD5153D4F"/>
          <p:cNvPicPr>
            <a:picLocks noChangeAspect="1"/>
          </p:cNvPicPr>
          <p:nvPr/>
        </p:nvPicPr>
        <p:blipFill>
          <a:blip r:embed="rId4" cstate="print">
            <a:extLst>
              <a:ext uri="{AED7323F-E8FC-418D-E1F6-D07CF22C803D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CAEB055F-C4CE-483F-0D16-491361ACB543}"/>
    </p:extLst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VectorPath 227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28" name="4D5CF363-2683-4998-A9F1-687B4184F0FA"/>
          <p:cNvPicPr>
            <a:picLocks noChangeAspect="1"/>
          </p:cNvPicPr>
          <p:nvPr/>
        </p:nvPicPr>
        <p:blipFill>
          <a:blip r:embed="rId2" cstate="print">
            <a:extLst>
              <a:ext uri="{3D4E0E6C-792A-46D9-077F-A1A93438B39D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29" name="VectorPath 229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0" name="VectorPath 230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31" name="2FBD8A01-9A8E-4709-B3B4-4EE9A6D40988"/>
          <p:cNvPicPr>
            <a:picLocks noChangeAspect="1"/>
          </p:cNvPicPr>
          <p:nvPr/>
        </p:nvPicPr>
        <p:blipFill>
          <a:blip r:embed="rId3" cstate="print">
            <a:extLst>
              <a:ext uri="{72279A86-D277-408D-C2D9-DB10E38CF543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32" name="VectorPath 232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33" name="TextBox233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34" name="TextBox234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23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35" name="E5FCB100-3161-47DD-D96E-D6F370E36D89"/>
          <p:cNvPicPr>
            <a:picLocks noChangeAspect="1"/>
          </p:cNvPicPr>
          <p:nvPr/>
        </p:nvPicPr>
        <p:blipFill>
          <a:blip r:embed="rId4" cstate="print">
            <a:extLst>
              <a:ext uri="{5B61E792-6566-415B-3920-038D61ED495B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449E4069-5B88-434D-BD3D-77DA32471EFB}"/>
    </p:extLst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VectorPath 236"/>
          <p:cNvSpPr/>
          <p:nvPr/>
        </p:nvSpPr>
        <p:spPr>
          <a:xfrm>
            <a:off x="0" y="1"/>
            <a:ext cx="10692384" cy="7555991"/>
          </a:xfrm>
          <a:custGeom>
            <a:rect l="l" t="t" r="r" b="b"/>
            <a:pathLst>
              <a:path w="10692384" h="7555991">
                <a:moveTo>
                  <a:pt x="0" y="0"/>
                </a:moveTo>
                <a:lnTo>
                  <a:pt x="0" y="0"/>
                </a:lnTo>
              </a:path>
            </a:pathLst>
          </a:custGeom>
          <a:solidFill>
            <a:srgbClr val="525659">
              <a:alpha val="100000"/>
            </a:srgbClr>
          </a:solidFill>
        </p:spPr>
      </p:sp>
      <p:pic>
        <p:nvPicPr>
          <p:cNvPr id="237" name="22C3C8FD-F388-4284-0C0F-3B0894F86C0E"/>
          <p:cNvPicPr>
            <a:picLocks noChangeAspect="1"/>
          </p:cNvPicPr>
          <p:nvPr/>
        </p:nvPicPr>
        <p:blipFill>
          <a:blip r:embed="rId2" cstate="print">
            <a:extLst>
              <a:ext uri="{FA1B8EF4-5EF7-4B15-E580-1D20624EE55B}"/>
            </a:extLst>
          </a:blip>
          <a:srcRect r="39" t="91"/>
          <a:stretch/>
        </p:blipFill>
        <p:spPr>
          <a:xfrm>
            <a:off x="0" y="0"/>
            <a:ext cx="10692384" cy="7527417"/>
          </a:xfrm>
          <a:prstGeom prst="rect">
            <a:avLst/>
          </a:prstGeom>
        </p:spPr>
      </p:pic>
      <p:sp>
        <p:nvSpPr>
          <p:cNvPr id="238" name="VectorPath 238"/>
          <p:cNvSpPr/>
          <p:nvPr/>
        </p:nvSpPr>
        <p:spPr>
          <a:xfrm>
            <a:off x="914400" y="304801"/>
            <a:ext cx="8867776" cy="6657975"/>
          </a:xfrm>
          <a:custGeom>
            <a:rect l="l" t="t" r="r" b="b"/>
            <a:pathLst>
              <a:path w="8867776" h="6657975">
                <a:moveTo>
                  <a:pt x="4763" y="4763"/>
                </a:moveTo>
                <a:lnTo>
                  <a:pt x="8863012" y="4763"/>
                </a:lnTo>
                <a:lnTo>
                  <a:pt x="8863012" y="6653213"/>
                </a:lnTo>
                <a:lnTo>
                  <a:pt x="4763" y="6653213"/>
                </a:lnTo>
                <a:lnTo>
                  <a:pt x="4763" y="4763"/>
                </a:lnTo>
              </a:path>
            </a:pathLst>
          </a:custGeom>
          <a:ln w="9525" cap="flat" cmpd="sng">
            <a:solidFill>
              <a:srgbClr val="9B9B9B">
                <a:alpha val="100000"/>
              </a:srgbClr>
            </a:solidFill>
            <a:miter lim="400000"/>
          </a:ln>
        </p:spPr>
      </p:sp>
      <p:sp>
        <p:nvSpPr>
          <p:cNvPr id="239" name="VectorPath 239"/>
          <p:cNvSpPr/>
          <p:nvPr/>
        </p:nvSpPr>
        <p:spPr>
          <a:xfrm>
            <a:off x="923925" y="314326"/>
            <a:ext cx="8848726" cy="6638925"/>
          </a:xfrm>
          <a:custGeom>
            <a:rect l="l" t="t" r="r" b="b"/>
            <a:pathLst>
              <a:path w="8848726" h="6638925">
                <a:moveTo>
                  <a:pt x="0" y="0"/>
                </a:moveTo>
                <a:lnTo>
                  <a:pt x="8848726" y="0"/>
                </a:lnTo>
                <a:lnTo>
                  <a:pt x="8848726" y="6638925"/>
                </a:lnTo>
                <a:lnTo>
                  <a:pt x="0" y="6638925"/>
                </a:lnTo>
                <a:lnTo>
                  <a:pt x="0" y="0"/>
                </a:lnTo>
              </a:path>
            </a:pathLst>
          </a:custGeom>
          <a:solidFill>
            <a:srgbClr val="FFFFFF">
              <a:alpha val="100000"/>
            </a:srgbClr>
          </a:solidFill>
        </p:spPr>
      </p:sp>
      <p:pic>
        <p:nvPicPr>
          <p:cNvPr id="240" name="87520CF9-5C27-4437-B850-22B0B49BB0B8"/>
          <p:cNvPicPr>
            <a:picLocks noChangeAspect="1"/>
          </p:cNvPicPr>
          <p:nvPr/>
        </p:nvPicPr>
        <p:blipFill>
          <a:blip r:embed="rId3" cstate="print">
            <a:extLst>
              <a:ext uri="{19F8A2A8-5B94-48C2-CDA2-952A2C210A71}"/>
            </a:extLst>
          </a:blip>
          <a:srcRect/>
          <a:stretch>
            <a:fillRect/>
          </a:stretch>
        </p:blipFill>
        <p:spPr>
          <a:xfrm>
            <a:off x="923925" y="314326"/>
            <a:ext cx="8848726" cy="6638925"/>
          </a:xfrm>
          <a:prstGeom prst="rect">
            <a:avLst/>
          </a:prstGeom>
        </p:spPr>
      </p:pic>
      <p:sp>
        <p:nvSpPr>
          <p:cNvPr id="241" name="VectorPath 241"/>
          <p:cNvSpPr/>
          <p:nvPr/>
        </p:nvSpPr>
        <p:spPr>
          <a:xfrm>
            <a:off x="914400" y="7124701"/>
            <a:ext cx="8867776" cy="9525"/>
          </a:xfrm>
          <a:custGeom>
            <a:rect l="l" t="t" r="r" b="b"/>
            <a:pathLst>
              <a:path w="8867776" h="9525">
                <a:moveTo>
                  <a:pt x="0" y="0"/>
                </a:moveTo>
                <a:lnTo>
                  <a:pt x="8867776" y="0"/>
                </a:lnTo>
                <a:lnTo>
                  <a:pt x="8867776" y="9525"/>
                </a:lnTo>
                <a:lnTo>
                  <a:pt x="0" y="9525"/>
                </a:lnTo>
                <a:lnTo>
                  <a:pt x="0" y="0"/>
                </a:lnTo>
              </a:path>
            </a:pathLst>
          </a:custGeom>
          <a:solidFill>
            <a:srgbClr val="9B9B9B">
              <a:alpha val="100000"/>
            </a:srgbClr>
          </a:solidFill>
        </p:spPr>
      </p:sp>
      <p:sp>
        <p:nvSpPr>
          <p:cNvPr id="242" name="TextBox242"/>
          <p:cNvSpPr txBox="1"/>
          <p:nvPr/>
        </p:nvSpPr>
        <p:spPr>
          <a:xfrm>
            <a:off x="946547" y="7229071"/>
            <a:ext cx="1229968" cy="163231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0" marR="0" indent="0" eaLnBrk="0">
              <a:lnSpc>
                <a:spcPct val="101984"/>
              </a:lnSpc>
            </a:pP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《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4.3</a:t>
            </a:r>
            <a:r>
              <a:rPr baseline="0" lang="en-US" altLang="zh-CN" sz="1050" kern="0" spc="-140" noProof="0" dirty="0" smtClean="0">
                <a:latin typeface="Arial" pitchFamily="34" charset="0"/>
                <a:ea typeface="Arial" pitchFamily="34" charset="0"/>
                <a:cs typeface="Arial" pitchFamily="34" charset="0"/>
              </a:rPr>
              <a:t> </a:t>
            </a:r>
            <a:r>
              <a:rPr lang="en-US" altLang="zh-CN" sz="1050" kern="0" spc="-15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关系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的性质</a:t>
            </a:r>
            <a:r>
              <a:rPr baseline="0" lang="en-US" altLang="zh-CN" sz="1050" kern="0" spc="-140" noProof="0" dirty="0" smtClean="0">
                <a:latin typeface="SimHei" pitchFamily="49" charset="0"/>
                <a:ea typeface="SimHei" pitchFamily="49" charset="0"/>
                <a:cs typeface="SimHei" pitchFamily="49" charset="0"/>
              </a:rPr>
              <a:t> </a:t>
            </a:r>
            <a:r>
              <a:rPr lang="en-US" altLang="zh-CN" sz="1050" kern="0" spc="0" baseline="0" noProof="0" dirty="0" smtClean="0">
                <a:solidFill>
                  <a:srgbClr val="4A4A4A"/>
                </a:solidFill>
                <a:latin typeface="SimHei" pitchFamily="49" charset="0"/>
                <a:ea typeface="SimHei" pitchFamily="49" charset="0"/>
                <a:cs typeface="SimHei" pitchFamily="49" charset="0"/>
              </a:rPr>
              <a:t>》</a:t>
            </a:r>
          </a:p>
        </p:txBody>
      </p:sp>
      <p:sp>
        <p:nvSpPr>
          <p:cNvPr id="243" name="TextBox243"/>
          <p:cNvSpPr txBox="1"/>
          <p:nvPr/>
        </p:nvSpPr>
        <p:spPr>
          <a:xfrm>
            <a:off x="5077866" y="7231956"/>
            <a:ext cx="540318" cy="168714"/>
          </a:xfrm>
          <a:prstGeom prst="rect">
            <a:avLst/>
          </a:prstGeom>
          <a:noFill/>
        </p:spPr>
        <p:txBody>
          <a:bodyPr wrap="square" lIns="0" rIns="0" bIns="0" tIns="0" rtlCol="0">
            <a:spAutoFit/>
          </a:bodyPr>
          <a:lstStyle/>
          <a:p>
            <a:pPr marL="69950" marR="0" indent="-69950" eaLnBrk="0" lvl="0">
              <a:lnSpc>
                <a:spcPct val="123148"/>
              </a:lnSpc>
              <a:spcAft>
                <a:spcPts val="0"/>
              </a:spcAft>
              <a:buClr>
                <a:srgbClr val="9B9B9B"/>
              </a:buClr>
              <a:buFont typeface="Arial" panose="34" charset="0"/>
              <a:buChar char="-"/>
            </a:pP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1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/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24</a:t>
            </a:r>
            <a:r>
              <a:rPr lang="en-US" altLang="zh-CN" sz="900" kern="0" spc="-50" baseline="0" noProof="0" dirty="0" smtClean="0">
                <a:solidFill>
                  <a:srgbClr val="9B9B9B"/>
                </a:solidFill>
                <a:latin typeface="Meiryo" pitchFamily="34" charset="0"/>
                <a:ea typeface="Meiryo" pitchFamily="34" charset="0"/>
                <a:cs typeface="Meiryo" pitchFamily="34" charset="0"/>
              </a:rPr>
              <a:t>⻚</a:t>
            </a:r>
            <a:r>
              <a:rPr baseline="0" lang="en-US" altLang="zh-CN" sz="900" kern="0" spc="-190" noProof="0" dirty="0" smtClean="0">
                <a:latin typeface="Meiryo" pitchFamily="34" charset="0"/>
                <a:ea typeface="Meiryo" pitchFamily="34" charset="0"/>
                <a:cs typeface="Meiryo" pitchFamily="34" charset="0"/>
              </a:rPr>
              <a:t> </a:t>
            </a:r>
            <a:r>
              <a:rPr lang="en-US" altLang="zh-CN" sz="900" kern="0" spc="-25" baseline="0" noProof="0" dirty="0" smtClean="0">
                <a:solidFill>
                  <a:srgbClr val="9B9B9B"/>
                </a:solidFill>
                <a:latin typeface="Arial" pitchFamily="34" charset="0"/>
                <a:ea typeface="Arial" pitchFamily="34" charset="0"/>
                <a:cs typeface="Arial" pitchFamily="34" charset="0"/>
              </a:rPr>
              <a:t>-</a:t>
            </a:r>
          </a:p>
        </p:txBody>
      </p:sp>
      <p:pic>
        <p:nvPicPr>
          <p:cNvPr id="244" name="9AC63E1B-8BCA-4E82-CCC7-26940B6423C0"/>
          <p:cNvPicPr>
            <a:picLocks noChangeAspect="1"/>
          </p:cNvPicPr>
          <p:nvPr/>
        </p:nvPicPr>
        <p:blipFill>
          <a:blip r:embed="rId4" cstate="print">
            <a:extLst>
              <a:ext uri="{2B721D92-7C57-464D-3843-C49A015B8994}"/>
            </a:extLst>
          </a:blip>
          <a:srcRect/>
          <a:stretch>
            <a:fillRect/>
          </a:stretch>
        </p:blipFill>
        <p:spPr>
          <a:xfrm>
            <a:off x="9039226" y="7210426"/>
            <a:ext cx="676275" cy="228600"/>
          </a:xfrm>
          <a:prstGeom prst="rect">
            <a:avLst/>
          </a:prstGeom>
        </p:spPr>
      </p:pic>
    </p:spTree>
    <p:extLst>
      <p:ext uri="{53A87C11-45DE-4A03-028F-F494B7428175}"/>
    </p:extLst>
  </p:cSld>
  <p:clrMapOvr>
    <a:masterClrMapping/>
  </p:clrMapOvr>
</p:sld>
</file>

<file path=ppt/theme/theme1.xml><?xml version="1.0" encoding="utf-8"?>
<a:theme xmlns:a="http://schemas.openxmlformats.org/drawingml/2006/main" name="4F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  <a:font typeface="Sylfaen" script="Geor"/>
      </a:majorFont>
      <a:minorFont>
        <a:latin typeface="Calibri" panose="020F0502020204030204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  <a:font typeface="Sylfaen" script="Geo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BD5FFD2A-9868-404A-1927-3C2E90E9FE16}"/>
  </a:extLst>
</a:theme>
</file>